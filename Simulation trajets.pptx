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328" r:id="rId3"/>
    <p:sldId id="329" r:id="rId4"/>
    <p:sldId id="341" r:id="rId5"/>
    <p:sldId id="342" r:id="rId6"/>
    <p:sldId id="343" r:id="rId7"/>
    <p:sldId id="332" r:id="rId8"/>
    <p:sldId id="333" r:id="rId9"/>
    <p:sldId id="334" r:id="rId10"/>
    <p:sldId id="344" r:id="rId11"/>
    <p:sldId id="345" r:id="rId12"/>
    <p:sldId id="325" r:id="rId13"/>
    <p:sldId id="346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7030A0"/>
    <a:srgbClr val="FC8F0C"/>
    <a:srgbClr val="00B0F0"/>
    <a:srgbClr val="FFFF00"/>
    <a:srgbClr val="E6007E"/>
    <a:srgbClr val="000000"/>
    <a:srgbClr val="00B050"/>
    <a:srgbClr val="FF99CC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11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47C1A-BB77-47B8-B90C-E74D3C9F6F5D}" type="datetimeFigureOut">
              <a:rPr lang="fr-FR" smtClean="0"/>
              <a:t>21/02/2025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47F45-D2A0-4D46-BD0D-956A8C3A57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7057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47F45-D2A0-4D46-BD0D-956A8C3A576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3973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C2759-0B95-48ED-0AD7-EB7AB419D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2FC7E87-839C-A2B4-6C52-B22B2BDFF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636C0CF-7211-0B86-B0F4-48286D096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DEDDCC9-1A1A-9671-1DDC-1A9C86922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47F45-D2A0-4D46-BD0D-956A8C3A576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9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B2D3D-098B-4AED-48F6-DADBA0F44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2346F33-BE4B-D6AB-D8E2-215639ABA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271ED22-2DC4-4B44-2E8E-051A130E3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BE7B38-8589-B8AA-602A-ACDA537AE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47F45-D2A0-4D46-BD0D-956A8C3A576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5291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76F79-772B-ED7B-DD4F-79D80DC55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9CCBEB7-B8EA-A755-C4D7-11691805F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C7DEF0C-58E6-0359-8414-8A8841569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3BD50C-0908-1D21-9157-BF253BE94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47F45-D2A0-4D46-BD0D-956A8C3A576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5379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3AF4-001A-8961-72B4-50D4022B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6568F0F-8B7D-EDE2-41F3-8AFBCEE40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72B6012-4067-5492-300B-8B0A31FE9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E11641-4189-0CFE-7FA1-B2105247D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47F45-D2A0-4D46-BD0D-956A8C3A576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5857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7F42D-FEBF-11BF-2B23-07A6B9440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C94255E-4CD2-477D-F8CD-53773631C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A26D823-9F69-C6B0-A800-8DF11F8A8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B28DC6-8BE3-AFAB-402A-D694F967B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47F45-D2A0-4D46-BD0D-956A8C3A576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3581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46237-7339-7442-F24B-698A194FB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7543CF6-6630-5182-62C0-139B8D36C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D8DD936-41ED-872B-07AB-55C4171C9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B4BEAE-253A-0E59-2E46-6FE034694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47F45-D2A0-4D46-BD0D-956A8C3A576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5494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15CBF-8EDA-A852-AD1A-77C948C77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9F6EC5C-5430-72EB-85C6-A26BCCF5B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608EB85-F4AC-F604-FFA5-33550C0CA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3CA48E-57F3-EC9B-EAE7-219B022C7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47F45-D2A0-4D46-BD0D-956A8C3A576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8773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91B6E-202E-1F76-1569-DB652BAB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7B40DF7-4F0D-8CC8-2BBB-E2253F281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1E4174A-4538-0084-B5AD-C6032A06F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B09BB-ABE3-72C7-34CC-490F170E61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47F45-D2A0-4D46-BD0D-956A8C3A576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7548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30C3D-50F4-FD2B-12FD-F081262BF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51A89E-A1F1-BCFF-EF63-47B07EDDF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967C1C8-3053-3F5A-6E57-A86194F6C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0E5972-9E2A-2593-3B72-38DC7F95D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47F45-D2A0-4D46-BD0D-956A8C3A576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1537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2B0E-0155-DCD1-6731-96FEABAA8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555FBB9-FB2B-4AD6-78FE-0EC377CCE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C8C9F2A-8C3C-0DFC-3A75-3E7D9FF5D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18A23F-D085-D8F1-A719-E926EC676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47F45-D2A0-4D46-BD0D-956A8C3A576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50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44A40-E3D2-02A6-A064-376247F5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D6554C9-D831-8776-3912-5A27E64E8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6B3FE2D-8BC4-EEF6-C918-46AAD725F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F39381-5649-ACAF-96BA-B089ED580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47F45-D2A0-4D46-BD0D-956A8C3A576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3111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12" Type="http://schemas.openxmlformats.org/officeDocument/2006/relationships/image" Target="../media/image1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openxmlformats.org/officeDocument/2006/relationships/image" Target="../media/image14.sv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329AE1-EAEF-1C54-6149-F57B260B5A19}"/>
              </a:ext>
            </a:extLst>
          </p:cNvPr>
          <p:cNvSpPr/>
          <p:nvPr userDrawn="1"/>
        </p:nvSpPr>
        <p:spPr>
          <a:xfrm>
            <a:off x="0" y="0"/>
            <a:ext cx="1327904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50CBFF05-06E3-06E2-090E-B22064B668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0746" b="6250"/>
          <a:stretch/>
        </p:blipFill>
        <p:spPr>
          <a:xfrm>
            <a:off x="1327904" y="0"/>
            <a:ext cx="3672624" cy="68580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9993638-AD1E-1790-D838-7FB86838CFD4}"/>
              </a:ext>
            </a:extLst>
          </p:cNvPr>
          <p:cNvSpPr/>
          <p:nvPr userDrawn="1"/>
        </p:nvSpPr>
        <p:spPr>
          <a:xfrm>
            <a:off x="10864096" y="6601182"/>
            <a:ext cx="1327904" cy="270353"/>
          </a:xfrm>
          <a:prstGeom prst="rect">
            <a:avLst/>
          </a:prstGeom>
          <a:solidFill>
            <a:srgbClr val="000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050" b="1" i="1" dirty="0">
                <a:solidFill>
                  <a:srgbClr val="FFFFFF"/>
                </a:solidFill>
              </a:rPr>
              <a:t>Diffusion restreinte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528F7F-8325-0CC4-E306-A8D1095BF47A}"/>
              </a:ext>
            </a:extLst>
          </p:cNvPr>
          <p:cNvSpPr/>
          <p:nvPr userDrawn="1"/>
        </p:nvSpPr>
        <p:spPr>
          <a:xfrm>
            <a:off x="10864096" y="6334695"/>
            <a:ext cx="1327904" cy="266487"/>
          </a:xfrm>
          <a:prstGeom prst="rect">
            <a:avLst/>
          </a:prstGeom>
          <a:solidFill>
            <a:srgbClr val="000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050" b="1" i="1" dirty="0">
                <a:solidFill>
                  <a:srgbClr val="FFFFFF"/>
                </a:solidFill>
              </a:rPr>
              <a:t>CONFIDENTIEL</a:t>
            </a:r>
          </a:p>
        </p:txBody>
      </p:sp>
      <p:pic>
        <p:nvPicPr>
          <p:cNvPr id="15" name="Graphique 14" descr="Verrou avec un remplissage uni">
            <a:extLst>
              <a:ext uri="{FF2B5EF4-FFF2-40B4-BE49-F238E27FC236}">
                <a16:creationId xmlns:a16="http://schemas.microsoft.com/office/drawing/2014/main" id="{F95CDE32-6F9D-A6FF-A265-E31C6DFBE8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1138" y="6083392"/>
            <a:ext cx="492302" cy="540706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C9973C6D-3A6B-3E38-13B1-F1B990D002B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600"/>
          <a:stretch/>
        </p:blipFill>
        <p:spPr>
          <a:xfrm>
            <a:off x="10707" y="1938336"/>
            <a:ext cx="3672624" cy="2981325"/>
          </a:xfrm>
          <a:prstGeom prst="rect">
            <a:avLst/>
          </a:prstGeom>
        </p:spPr>
      </p:pic>
      <p:pic>
        <p:nvPicPr>
          <p:cNvPr id="7" name="Google Shape;865;p60">
            <a:extLst>
              <a:ext uri="{FF2B5EF4-FFF2-40B4-BE49-F238E27FC236}">
                <a16:creationId xmlns:a16="http://schemas.microsoft.com/office/drawing/2014/main" id="{C53DBC49-4683-255A-7B97-FD2234F712F7}"/>
              </a:ext>
            </a:extLst>
          </p:cNvPr>
          <p:cNvPicPr preferRelativeResize="0"/>
          <p:nvPr userDrawn="1"/>
        </p:nvPicPr>
        <p:blipFill rotWithShape="1">
          <a:blip r:embed="rId7">
            <a:clrChange>
              <a:clrFrom>
                <a:srgbClr val="000047"/>
              </a:clrFrom>
              <a:clrTo>
                <a:srgbClr val="000047">
                  <a:alpha val="0"/>
                </a:srgbClr>
              </a:clrTo>
            </a:clrChange>
            <a:alphaModFix/>
          </a:blip>
          <a:srcRect l="5115" r="67824"/>
          <a:stretch/>
        </p:blipFill>
        <p:spPr>
          <a:xfrm>
            <a:off x="2510971" y="2431330"/>
            <a:ext cx="1551888" cy="1962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09B2978-4D61-2CBE-E7F8-2A9AA47C615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531" y="2717975"/>
            <a:ext cx="4300828" cy="142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57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CB84611-64CC-1DFB-91D0-20BCBC43B428}"/>
              </a:ext>
            </a:extLst>
          </p:cNvPr>
          <p:cNvSpPr/>
          <p:nvPr userDrawn="1"/>
        </p:nvSpPr>
        <p:spPr>
          <a:xfrm>
            <a:off x="0" y="0"/>
            <a:ext cx="10414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Google Shape;865;p60">
            <a:extLst>
              <a:ext uri="{FF2B5EF4-FFF2-40B4-BE49-F238E27FC236}">
                <a16:creationId xmlns:a16="http://schemas.microsoft.com/office/drawing/2014/main" id="{FB36B3AF-6B70-D740-BFE8-176CFA03642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115" r="67824"/>
          <a:stretch/>
        </p:blipFill>
        <p:spPr>
          <a:xfrm>
            <a:off x="393700" y="0"/>
            <a:ext cx="64770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5446C5-A0BD-DE5F-EC4B-3F51D0FD3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068B225-0B0D-4BF1-84E7-679CE6174900}" type="datetimeFigureOut">
              <a:rPr lang="fr-FR" smtClean="0"/>
              <a:pPr/>
              <a:t>21/02/2025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12424A-94BF-5C2B-F098-EB0A76D78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84B22C-59AB-7A7B-883C-2762F130C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1F9BEF37-6BD5-463D-AAA0-922348113516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BA2EFEB-DA97-4639-B27A-392CD94441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r="67900" b="2578"/>
          <a:stretch/>
        </p:blipFill>
        <p:spPr>
          <a:xfrm>
            <a:off x="489045" y="136525"/>
            <a:ext cx="552355" cy="536575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1E957447-4DB4-C4E8-7890-42F1A5A4E0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38081" r="36538"/>
          <a:stretch>
            <a:fillRect/>
          </a:stretch>
        </p:blipFill>
        <p:spPr>
          <a:xfrm>
            <a:off x="0" y="1260963"/>
            <a:ext cx="1041400" cy="3383573"/>
          </a:xfrm>
          <a:custGeom>
            <a:avLst/>
            <a:gdLst>
              <a:gd name="connsiteX0" fmla="*/ 0 w 1041400"/>
              <a:gd name="connsiteY0" fmla="*/ 0 h 3383573"/>
              <a:gd name="connsiteX1" fmla="*/ 1041400 w 1041400"/>
              <a:gd name="connsiteY1" fmla="*/ 0 h 3383573"/>
              <a:gd name="connsiteX2" fmla="*/ 1041400 w 1041400"/>
              <a:gd name="connsiteY2" fmla="*/ 3383573 h 3383573"/>
              <a:gd name="connsiteX3" fmla="*/ 0 w 1041400"/>
              <a:gd name="connsiteY3" fmla="*/ 3383573 h 338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1400" h="3383573">
                <a:moveTo>
                  <a:pt x="0" y="0"/>
                </a:moveTo>
                <a:lnTo>
                  <a:pt x="1041400" y="0"/>
                </a:lnTo>
                <a:lnTo>
                  <a:pt x="1041400" y="3383573"/>
                </a:lnTo>
                <a:lnTo>
                  <a:pt x="0" y="338357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00852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5988AD0-0820-C242-6842-DBF72748A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8B225-0B0D-4BF1-84E7-679CE6174900}" type="datetimeFigureOut">
              <a:rPr lang="fr-FR" smtClean="0"/>
              <a:t>21/02/2025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9DD63E3-DA90-0BCB-8C38-2DB15DBD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99E868-D532-C718-B3E7-8F82A7310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EF37-6BD5-463D-AAA0-922348113516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B31EAB-1682-BBFF-ABE2-A0548F419027}"/>
              </a:ext>
            </a:extLst>
          </p:cNvPr>
          <p:cNvSpPr/>
          <p:nvPr userDrawn="1"/>
        </p:nvSpPr>
        <p:spPr>
          <a:xfrm>
            <a:off x="0" y="0"/>
            <a:ext cx="10414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Google Shape;865;p60">
            <a:extLst>
              <a:ext uri="{FF2B5EF4-FFF2-40B4-BE49-F238E27FC236}">
                <a16:creationId xmlns:a16="http://schemas.microsoft.com/office/drawing/2014/main" id="{7FF0BB84-F330-3806-81C8-C85CDB4B82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115" r="67824"/>
          <a:stretch/>
        </p:blipFill>
        <p:spPr>
          <a:xfrm>
            <a:off x="393700" y="0"/>
            <a:ext cx="64770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9C95ADB0-1AFE-9BB1-CD11-9DA2343C0A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r="67900" b="7189"/>
          <a:stretch/>
        </p:blipFill>
        <p:spPr>
          <a:xfrm>
            <a:off x="489045" y="136525"/>
            <a:ext cx="552355" cy="511175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5835D96C-8B13-CFEF-E6A0-51954DE3C71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38081" r="36538"/>
          <a:stretch>
            <a:fillRect/>
          </a:stretch>
        </p:blipFill>
        <p:spPr>
          <a:xfrm>
            <a:off x="0" y="1260963"/>
            <a:ext cx="1041400" cy="3383573"/>
          </a:xfrm>
          <a:custGeom>
            <a:avLst/>
            <a:gdLst>
              <a:gd name="connsiteX0" fmla="*/ 0 w 1041400"/>
              <a:gd name="connsiteY0" fmla="*/ 0 h 3383573"/>
              <a:gd name="connsiteX1" fmla="*/ 1041400 w 1041400"/>
              <a:gd name="connsiteY1" fmla="*/ 0 h 3383573"/>
              <a:gd name="connsiteX2" fmla="*/ 1041400 w 1041400"/>
              <a:gd name="connsiteY2" fmla="*/ 3383573 h 3383573"/>
              <a:gd name="connsiteX3" fmla="*/ 0 w 1041400"/>
              <a:gd name="connsiteY3" fmla="*/ 3383573 h 338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1400" h="3383573">
                <a:moveTo>
                  <a:pt x="0" y="0"/>
                </a:moveTo>
                <a:lnTo>
                  <a:pt x="1041400" y="0"/>
                </a:lnTo>
                <a:lnTo>
                  <a:pt x="1041400" y="3383573"/>
                </a:lnTo>
                <a:lnTo>
                  <a:pt x="0" y="338357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45391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59A5985-3574-BBDC-D126-C9BE2866DB2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79FD963-53CD-E566-ED51-DCA6CDA79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8B225-0B0D-4BF1-84E7-679CE6174900}" type="datetimeFigureOut">
              <a:rPr lang="fr-FR" smtClean="0"/>
              <a:pPr/>
              <a:t>21/02/2025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D66A759-8E6C-1351-D35E-3A01C29D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D4AC8D-9931-EB0E-61BE-3ACEB90DD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EF37-6BD5-463D-AAA0-922348113516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B7D2DC36-064E-ACB1-4BAF-6619DD6EAE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577" y="2657542"/>
            <a:ext cx="498585" cy="498585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A8F2F505-7806-A08F-41C8-06A67A350E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577" y="3478853"/>
            <a:ext cx="498585" cy="498585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31CBFC2D-2F75-EEAB-8DC1-4DE3FACF906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577" y="4460580"/>
            <a:ext cx="498585" cy="49858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6D83D13-C755-83E3-B92E-D29C411AD7F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32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aintBrush/>
                    </a14:imgEffect>
                    <a14:imgEffect>
                      <a14:colorTemperature colorTemp="7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332" y="40058"/>
            <a:ext cx="5607333" cy="2521688"/>
          </a:xfrm>
          <a:prstGeom prst="rect">
            <a:avLst/>
          </a:prstGeom>
          <a:effectLst>
            <a:outerShdw dist="50800" dir="5400000" sx="1000" sy="1000" algn="ctr" rotWithShape="0">
              <a:srgbClr val="000000">
                <a:alpha val="93000"/>
              </a:srgbClr>
            </a:outerShdw>
          </a:effectLst>
        </p:spPr>
      </p:pic>
      <p:pic>
        <p:nvPicPr>
          <p:cNvPr id="12" name="Google Shape;865;p60">
            <a:extLst>
              <a:ext uri="{FF2B5EF4-FFF2-40B4-BE49-F238E27FC236}">
                <a16:creationId xmlns:a16="http://schemas.microsoft.com/office/drawing/2014/main" id="{1AA5D333-C58E-8F14-7EF7-E5241078F3D6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 l="5115" t="24794" r="67824" b="27727"/>
          <a:stretch/>
        </p:blipFill>
        <p:spPr>
          <a:xfrm>
            <a:off x="0" y="0"/>
            <a:ext cx="1903532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1AF2D311-2C10-2563-8675-5454D435784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15" r="69915"/>
          <a:stretch/>
        </p:blipFill>
        <p:spPr>
          <a:xfrm>
            <a:off x="-25399" y="136525"/>
            <a:ext cx="1903532" cy="1564915"/>
          </a:xfrm>
          <a:prstGeom prst="rect">
            <a:avLst/>
          </a:prstGeom>
        </p:spPr>
      </p:pic>
      <p:pic>
        <p:nvPicPr>
          <p:cNvPr id="14" name="Graphique 13" descr="Badge d'employé avec un remplissage uni">
            <a:extLst>
              <a:ext uri="{FF2B5EF4-FFF2-40B4-BE49-F238E27FC236}">
                <a16:creationId xmlns:a16="http://schemas.microsoft.com/office/drawing/2014/main" id="{161FDBB4-6778-9740-6A86-AA9CDDF8D12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146" y="5801159"/>
            <a:ext cx="468000" cy="468000"/>
          </a:xfrm>
          <a:prstGeom prst="rect">
            <a:avLst/>
          </a:prstGeom>
        </p:spPr>
      </p:pic>
      <p:pic>
        <p:nvPicPr>
          <p:cNvPr id="16" name="Graphique 15" descr="Combiné avec un remplissage uni">
            <a:extLst>
              <a:ext uri="{FF2B5EF4-FFF2-40B4-BE49-F238E27FC236}">
                <a16:creationId xmlns:a16="http://schemas.microsoft.com/office/drawing/2014/main" id="{74973EA6-ACDC-54CD-C2DC-F28C3BE033B0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14200" y="5801159"/>
            <a:ext cx="468000" cy="468000"/>
          </a:xfrm>
          <a:prstGeom prst="rect">
            <a:avLst/>
          </a:prstGeom>
        </p:spPr>
      </p:pic>
      <p:pic>
        <p:nvPicPr>
          <p:cNvPr id="18" name="Graphique 17" descr="Adresse de courrier avec un remplissage uni">
            <a:extLst>
              <a:ext uri="{FF2B5EF4-FFF2-40B4-BE49-F238E27FC236}">
                <a16:creationId xmlns:a16="http://schemas.microsoft.com/office/drawing/2014/main" id="{8505F704-9614-BBE8-6EF6-8D1ED9F9F26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02227" y="5801159"/>
            <a:ext cx="46800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506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972106-C8C0-0CA7-7EA8-83070D089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068B225-0B0D-4BF1-84E7-679CE6174900}" type="datetimeFigureOut">
              <a:rPr lang="fr-FR" smtClean="0"/>
              <a:pPr/>
              <a:t>21/02/2025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7555F0-F6E3-DDB9-E939-75AC4C723E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FAB06F-D9DA-DEF8-0D48-92998E37E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1F9BEF37-6BD5-463D-AAA0-92234811351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9787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8" r:id="rId1"/>
    <p:sldLayoutId id="2147483661" r:id="rId2"/>
    <p:sldLayoutId id="2147483667" r:id="rId3"/>
    <p:sldLayoutId id="2147483669" r:id="rId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microsoft.com/office/2007/relationships/hdphoto" Target="../media/hdphoto8.wdp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6" Type="http://schemas.microsoft.com/office/2007/relationships/hdphoto" Target="../media/hdphoto3.wdp"/><Relationship Id="rId1" Type="http://schemas.openxmlformats.org/officeDocument/2006/relationships/slideLayout" Target="../slideLayouts/slideLayout3.xml"/><Relationship Id="rId6" Type="http://schemas.microsoft.com/office/2007/relationships/hdphoto" Target="../media/hdphoto5.wdp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5" Type="http://schemas.openxmlformats.org/officeDocument/2006/relationships/image" Target="../media/image19.png"/><Relationship Id="rId10" Type="http://schemas.microsoft.com/office/2007/relationships/hdphoto" Target="../media/hdphoto7.wdp"/><Relationship Id="rId4" Type="http://schemas.microsoft.com/office/2007/relationships/hdphoto" Target="../media/hdphoto4.wdp"/><Relationship Id="rId9" Type="http://schemas.openxmlformats.org/officeDocument/2006/relationships/image" Target="../media/image24.png"/><Relationship Id="rId14" Type="http://schemas.microsoft.com/office/2007/relationships/hdphoto" Target="../media/hdphoto9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7.wdp"/><Relationship Id="rId3" Type="http://schemas.openxmlformats.org/officeDocument/2006/relationships/image" Target="../media/image19.png"/><Relationship Id="rId7" Type="http://schemas.microsoft.com/office/2007/relationships/hdphoto" Target="../media/hdphoto4.wdp"/><Relationship Id="rId12" Type="http://schemas.openxmlformats.org/officeDocument/2006/relationships/image" Target="../media/image24.png"/><Relationship Id="rId17" Type="http://schemas.microsoft.com/office/2007/relationships/hdphoto" Target="../media/hdphoto9.wdp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11" Type="http://schemas.microsoft.com/office/2007/relationships/hdphoto" Target="../media/hdphoto6.wdp"/><Relationship Id="rId5" Type="http://schemas.openxmlformats.org/officeDocument/2006/relationships/image" Target="../media/image20.png"/><Relationship Id="rId15" Type="http://schemas.microsoft.com/office/2007/relationships/hdphoto" Target="../media/hdphoto8.wdp"/><Relationship Id="rId10" Type="http://schemas.openxmlformats.org/officeDocument/2006/relationships/image" Target="../media/image23.png"/><Relationship Id="rId4" Type="http://schemas.microsoft.com/office/2007/relationships/hdphoto" Target="../media/hdphoto3.wdp"/><Relationship Id="rId9" Type="http://schemas.microsoft.com/office/2007/relationships/hdphoto" Target="../media/hdphoto5.wdp"/><Relationship Id="rId1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13" Type="http://schemas.openxmlformats.org/officeDocument/2006/relationships/image" Target="../media/image22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12" Type="http://schemas.microsoft.com/office/2007/relationships/hdphoto" Target="../media/hdphoto3.wdp"/><Relationship Id="rId17" Type="http://schemas.microsoft.com/office/2007/relationships/hdphoto" Target="../media/hdphoto4.wdp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microsoft.com/office/2007/relationships/hdphoto" Target="../media/hdphoto7.wdp"/><Relationship Id="rId11" Type="http://schemas.openxmlformats.org/officeDocument/2006/relationships/image" Target="../media/image20.png"/><Relationship Id="rId5" Type="http://schemas.openxmlformats.org/officeDocument/2006/relationships/image" Target="../media/image24.png"/><Relationship Id="rId15" Type="http://schemas.openxmlformats.org/officeDocument/2006/relationships/image" Target="../media/image19.png"/><Relationship Id="rId10" Type="http://schemas.microsoft.com/office/2007/relationships/hdphoto" Target="../media/hdphoto9.wdp"/><Relationship Id="rId4" Type="http://schemas.microsoft.com/office/2007/relationships/hdphoto" Target="../media/hdphoto6.wdp"/><Relationship Id="rId9" Type="http://schemas.openxmlformats.org/officeDocument/2006/relationships/image" Target="../media/image26.png"/><Relationship Id="rId14" Type="http://schemas.microsoft.com/office/2007/relationships/hdphoto" Target="../media/hdphoto5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microsoft.com/office/2007/relationships/hdphoto" Target="../media/hdphoto8.wdp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3.xml"/><Relationship Id="rId6" Type="http://schemas.microsoft.com/office/2007/relationships/hdphoto" Target="../media/hdphoto5.wdp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5" Type="http://schemas.openxmlformats.org/officeDocument/2006/relationships/image" Target="../media/image27.png"/><Relationship Id="rId10" Type="http://schemas.microsoft.com/office/2007/relationships/hdphoto" Target="../media/hdphoto7.wdp"/><Relationship Id="rId4" Type="http://schemas.microsoft.com/office/2007/relationships/hdphoto" Target="../media/hdphoto4.wdp"/><Relationship Id="rId9" Type="http://schemas.openxmlformats.org/officeDocument/2006/relationships/image" Target="../media/image24.png"/><Relationship Id="rId14" Type="http://schemas.microsoft.com/office/2007/relationships/hdphoto" Target="../media/hdphoto9.wdp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13" Type="http://schemas.openxmlformats.org/officeDocument/2006/relationships/image" Target="../media/image19.png"/><Relationship Id="rId18" Type="http://schemas.openxmlformats.org/officeDocument/2006/relationships/image" Target="../media/image22.png"/><Relationship Id="rId3" Type="http://schemas.openxmlformats.org/officeDocument/2006/relationships/image" Target="../media/image27.png"/><Relationship Id="rId7" Type="http://schemas.openxmlformats.org/officeDocument/2006/relationships/image" Target="../media/image24.png"/><Relationship Id="rId12" Type="http://schemas.microsoft.com/office/2007/relationships/hdphoto" Target="../media/hdphoto9.wdp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6" Type="http://schemas.microsoft.com/office/2007/relationships/hdphoto" Target="../media/hdphoto4.wdp"/><Relationship Id="rId1" Type="http://schemas.openxmlformats.org/officeDocument/2006/relationships/slideLayout" Target="../slideLayouts/slideLayout3.xml"/><Relationship Id="rId6" Type="http://schemas.microsoft.com/office/2007/relationships/hdphoto" Target="../media/hdphoto6.wdp"/><Relationship Id="rId11" Type="http://schemas.openxmlformats.org/officeDocument/2006/relationships/image" Target="../media/image26.png"/><Relationship Id="rId5" Type="http://schemas.openxmlformats.org/officeDocument/2006/relationships/image" Target="../media/image23.png"/><Relationship Id="rId15" Type="http://schemas.openxmlformats.org/officeDocument/2006/relationships/image" Target="../media/image21.png"/><Relationship Id="rId10" Type="http://schemas.microsoft.com/office/2007/relationships/hdphoto" Target="../media/hdphoto8.wdp"/><Relationship Id="rId19" Type="http://schemas.microsoft.com/office/2007/relationships/hdphoto" Target="../media/hdphoto5.wdp"/><Relationship Id="rId4" Type="http://schemas.openxmlformats.org/officeDocument/2006/relationships/image" Target="../media/image28.svg"/><Relationship Id="rId9" Type="http://schemas.openxmlformats.org/officeDocument/2006/relationships/image" Target="../media/image25.png"/><Relationship Id="rId1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13" Type="http://schemas.openxmlformats.org/officeDocument/2006/relationships/image" Target="../media/image20.png"/><Relationship Id="rId1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12" Type="http://schemas.microsoft.com/office/2007/relationships/hdphoto" Target="../media/hdphoto3.wdp"/><Relationship Id="rId17" Type="http://schemas.microsoft.com/office/2007/relationships/hdphoto" Target="../media/hdphoto5.wdp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microsoft.com/office/2007/relationships/hdphoto" Target="../media/hdphoto7.wdp"/><Relationship Id="rId11" Type="http://schemas.openxmlformats.org/officeDocument/2006/relationships/image" Target="../media/image19.png"/><Relationship Id="rId5" Type="http://schemas.openxmlformats.org/officeDocument/2006/relationships/image" Target="../media/image24.png"/><Relationship Id="rId15" Type="http://schemas.microsoft.com/office/2007/relationships/hdphoto" Target="../media/hdphoto4.wdp"/><Relationship Id="rId10" Type="http://schemas.microsoft.com/office/2007/relationships/hdphoto" Target="../media/hdphoto9.wdp"/><Relationship Id="rId19" Type="http://schemas.openxmlformats.org/officeDocument/2006/relationships/image" Target="../media/image28.svg"/><Relationship Id="rId4" Type="http://schemas.microsoft.com/office/2007/relationships/hdphoto" Target="../media/hdphoto6.wdp"/><Relationship Id="rId9" Type="http://schemas.openxmlformats.org/officeDocument/2006/relationships/image" Target="../media/image26.png"/><Relationship Id="rId1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microsoft.com/office/2007/relationships/hdphoto" Target="../media/hdphoto5.wdp"/><Relationship Id="rId18" Type="http://schemas.openxmlformats.org/officeDocument/2006/relationships/image" Target="../media/image27.png"/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12" Type="http://schemas.openxmlformats.org/officeDocument/2006/relationships/image" Target="../media/image22.png"/><Relationship Id="rId17" Type="http://schemas.microsoft.com/office/2007/relationships/hdphoto" Target="../media/hdphoto7.wdp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microsoft.com/office/2007/relationships/hdphoto" Target="../media/hdphoto9.wdp"/><Relationship Id="rId11" Type="http://schemas.microsoft.com/office/2007/relationships/hdphoto" Target="../media/hdphoto4.wdp"/><Relationship Id="rId5" Type="http://schemas.openxmlformats.org/officeDocument/2006/relationships/image" Target="../media/image26.png"/><Relationship Id="rId15" Type="http://schemas.microsoft.com/office/2007/relationships/hdphoto" Target="../media/hdphoto6.wdp"/><Relationship Id="rId10" Type="http://schemas.openxmlformats.org/officeDocument/2006/relationships/image" Target="../media/image21.png"/><Relationship Id="rId19" Type="http://schemas.openxmlformats.org/officeDocument/2006/relationships/image" Target="../media/image28.svg"/><Relationship Id="rId4" Type="http://schemas.microsoft.com/office/2007/relationships/hdphoto" Target="../media/hdphoto8.wdp"/><Relationship Id="rId9" Type="http://schemas.openxmlformats.org/officeDocument/2006/relationships/image" Target="../media/image20.png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image" Target="../media/image20.png"/><Relationship Id="rId18" Type="http://schemas.openxmlformats.org/officeDocument/2006/relationships/image" Target="../media/image27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microsoft.com/office/2007/relationships/hdphoto" Target="../media/hdphoto3.wdp"/><Relationship Id="rId17" Type="http://schemas.microsoft.com/office/2007/relationships/hdphoto" Target="../media/hdphoto8.wdp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microsoft.com/office/2007/relationships/hdphoto" Target="../media/hdphoto5.wdp"/><Relationship Id="rId11" Type="http://schemas.openxmlformats.org/officeDocument/2006/relationships/image" Target="../media/image19.png"/><Relationship Id="rId5" Type="http://schemas.openxmlformats.org/officeDocument/2006/relationships/image" Target="../media/image22.png"/><Relationship Id="rId15" Type="http://schemas.microsoft.com/office/2007/relationships/hdphoto" Target="../media/hdphoto9.wdp"/><Relationship Id="rId10" Type="http://schemas.microsoft.com/office/2007/relationships/hdphoto" Target="../media/hdphoto7.wdp"/><Relationship Id="rId19" Type="http://schemas.openxmlformats.org/officeDocument/2006/relationships/image" Target="../media/image28.svg"/><Relationship Id="rId4" Type="http://schemas.microsoft.com/office/2007/relationships/hdphoto" Target="../media/hdphoto4.wdp"/><Relationship Id="rId9" Type="http://schemas.openxmlformats.org/officeDocument/2006/relationships/image" Target="../media/image24.png"/><Relationship Id="rId1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microsoft.com/office/2007/relationships/hdphoto" Target="../media/hdphoto7.wdp"/><Relationship Id="rId18" Type="http://schemas.openxmlformats.org/officeDocument/2006/relationships/image" Target="../media/image26.png"/><Relationship Id="rId3" Type="http://schemas.openxmlformats.org/officeDocument/2006/relationships/image" Target="../media/image27.png"/><Relationship Id="rId7" Type="http://schemas.openxmlformats.org/officeDocument/2006/relationships/image" Target="../media/image22.png"/><Relationship Id="rId12" Type="http://schemas.openxmlformats.org/officeDocument/2006/relationships/image" Target="../media/image24.png"/><Relationship Id="rId17" Type="http://schemas.microsoft.com/office/2007/relationships/hdphoto" Target="../media/hdphoto8.wdp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microsoft.com/office/2007/relationships/hdphoto" Target="../media/hdphoto4.wdp"/><Relationship Id="rId11" Type="http://schemas.openxmlformats.org/officeDocument/2006/relationships/image" Target="../media/image20.png"/><Relationship Id="rId5" Type="http://schemas.openxmlformats.org/officeDocument/2006/relationships/image" Target="../media/image21.png"/><Relationship Id="rId15" Type="http://schemas.microsoft.com/office/2007/relationships/hdphoto" Target="../media/hdphoto6.wdp"/><Relationship Id="rId10" Type="http://schemas.microsoft.com/office/2007/relationships/hdphoto" Target="../media/hdphoto3.wdp"/><Relationship Id="rId19" Type="http://schemas.microsoft.com/office/2007/relationships/hdphoto" Target="../media/hdphoto9.wdp"/><Relationship Id="rId4" Type="http://schemas.openxmlformats.org/officeDocument/2006/relationships/image" Target="../media/image28.svg"/><Relationship Id="rId9" Type="http://schemas.openxmlformats.org/officeDocument/2006/relationships/image" Target="../media/image19.png"/><Relationship Id="rId1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microsoft.com/office/2007/relationships/hdphoto" Target="../media/hdphoto8.wdp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6" Type="http://schemas.microsoft.com/office/2007/relationships/hdphoto" Target="../media/hdphoto3.wdp"/><Relationship Id="rId1" Type="http://schemas.openxmlformats.org/officeDocument/2006/relationships/slideLayout" Target="../slideLayouts/slideLayout3.xml"/><Relationship Id="rId6" Type="http://schemas.microsoft.com/office/2007/relationships/hdphoto" Target="../media/hdphoto5.wdp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5" Type="http://schemas.openxmlformats.org/officeDocument/2006/relationships/image" Target="../media/image19.png"/><Relationship Id="rId10" Type="http://schemas.microsoft.com/office/2007/relationships/hdphoto" Target="../media/hdphoto7.wdp"/><Relationship Id="rId4" Type="http://schemas.microsoft.com/office/2007/relationships/hdphoto" Target="../media/hdphoto4.wdp"/><Relationship Id="rId9" Type="http://schemas.openxmlformats.org/officeDocument/2006/relationships/image" Target="../media/image24.png"/><Relationship Id="rId14" Type="http://schemas.microsoft.com/office/2007/relationships/hdphoto" Target="../media/hdphoto9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6CCD61-E1D8-AFA1-EB17-D3BA6464ACA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7170056" y="2172844"/>
            <a:ext cx="5021944" cy="1530476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 sz="4000" b="1" dirty="0">
                <a:solidFill>
                  <a:srgbClr val="000047"/>
                </a:solidFill>
              </a:rPr>
              <a:t>Schéma Route</a:t>
            </a:r>
            <a:br>
              <a:rPr lang="fr-FR" sz="4000" b="1" dirty="0">
                <a:solidFill>
                  <a:srgbClr val="000047"/>
                </a:solidFill>
              </a:rPr>
            </a:br>
            <a:br>
              <a:rPr lang="fr-FR" sz="4000" b="1" dirty="0">
                <a:solidFill>
                  <a:srgbClr val="000047"/>
                </a:solidFill>
              </a:rPr>
            </a:br>
            <a:r>
              <a:rPr lang="fr-FR" sz="1800" i="1" dirty="0">
                <a:solidFill>
                  <a:schemeClr val="tx1"/>
                </a:solidFill>
              </a:rPr>
              <a:t>21/02/2025 </a:t>
            </a:r>
            <a:endParaRPr lang="fr-FR" sz="4000" b="1" dirty="0">
              <a:solidFill>
                <a:srgbClr val="000047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0AEF1F1-5BE6-31B8-312A-97AFABEAA796}"/>
              </a:ext>
            </a:extLst>
          </p:cNvPr>
          <p:cNvSpPr txBox="1"/>
          <p:nvPr/>
        </p:nvSpPr>
        <p:spPr>
          <a:xfrm>
            <a:off x="5708381" y="4715538"/>
            <a:ext cx="4505197" cy="1328023"/>
          </a:xfrm>
          <a:prstGeom prst="roundRect">
            <a:avLst/>
          </a:prstGeom>
          <a:solidFill>
            <a:schemeClr val="tx2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À finir pour le 25 : </a:t>
            </a:r>
          </a:p>
          <a:p>
            <a:pPr algn="ctr"/>
            <a:r>
              <a:rPr lang="fr-FR" b="1" dirty="0">
                <a:solidFill>
                  <a:srgbClr val="FFFFFF"/>
                </a:solidFill>
              </a:rPr>
              <a:t>Lister avantages, </a:t>
            </a:r>
            <a:r>
              <a:rPr lang="fr-FR" b="1" dirty="0" err="1">
                <a:solidFill>
                  <a:srgbClr val="FFFFFF"/>
                </a:solidFill>
              </a:rPr>
              <a:t>recap</a:t>
            </a:r>
            <a:r>
              <a:rPr lang="fr-FR" b="1" dirty="0">
                <a:solidFill>
                  <a:srgbClr val="FFFFFF"/>
                </a:solidFill>
              </a:rPr>
              <a:t> format (3 </a:t>
            </a:r>
            <a:r>
              <a:rPr lang="fr-FR" b="1" dirty="0" err="1">
                <a:solidFill>
                  <a:srgbClr val="FFFFFF"/>
                </a:solidFill>
              </a:rPr>
              <a:t>chf</a:t>
            </a:r>
            <a:r>
              <a:rPr lang="fr-FR" b="1" dirty="0">
                <a:solidFill>
                  <a:srgbClr val="FFFFFF"/>
                </a:solidFill>
              </a:rPr>
              <a:t> par </a:t>
            </a:r>
            <a:r>
              <a:rPr lang="fr-FR" b="1" dirty="0" err="1">
                <a:solidFill>
                  <a:srgbClr val="FFFFFF"/>
                </a:solidFill>
              </a:rPr>
              <a:t>symo</a:t>
            </a:r>
            <a:r>
              <a:rPr lang="fr-FR" b="1" dirty="0">
                <a:solidFill>
                  <a:srgbClr val="FFFFFF"/>
                </a:solidFill>
              </a:rPr>
              <a:t> + 1 encadrant tous les 10 + 8/10% d’</a:t>
            </a:r>
            <a:r>
              <a:rPr lang="fr-FR" b="1" dirty="0" err="1">
                <a:solidFill>
                  <a:srgbClr val="FFFFFF"/>
                </a:solidFill>
              </a:rPr>
              <a:t>interim</a:t>
            </a:r>
            <a:r>
              <a:rPr lang="fr-FR" b="1" dirty="0">
                <a:solidFill>
                  <a:srgbClr val="FFFFFF"/>
                </a:solidFill>
              </a:rPr>
              <a:t> + …</a:t>
            </a:r>
            <a:endParaRPr lang="fr-FR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33665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9AE81-A627-7ED8-FB13-172B538DE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021B9132-0A7A-34B6-5C5A-AA06740B91CF}"/>
              </a:ext>
            </a:extLst>
          </p:cNvPr>
          <p:cNvSpPr/>
          <p:nvPr/>
        </p:nvSpPr>
        <p:spPr>
          <a:xfrm>
            <a:off x="2368231" y="352425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6F20C4-87E8-32EC-6A4C-B51A7A65CA6B}"/>
              </a:ext>
            </a:extLst>
          </p:cNvPr>
          <p:cNvSpPr/>
          <p:nvPr/>
        </p:nvSpPr>
        <p:spPr>
          <a:xfrm>
            <a:off x="1038224" y="0"/>
            <a:ext cx="13335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2AD330-9A65-2B15-A4A8-97FA443721AF}"/>
              </a:ext>
            </a:extLst>
          </p:cNvPr>
          <p:cNvSpPr/>
          <p:nvPr/>
        </p:nvSpPr>
        <p:spPr>
          <a:xfrm>
            <a:off x="1085849" y="352425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Lundi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008016-BCD7-3082-74E0-BCCBD7668962}"/>
              </a:ext>
            </a:extLst>
          </p:cNvPr>
          <p:cNvSpPr/>
          <p:nvPr/>
        </p:nvSpPr>
        <p:spPr>
          <a:xfrm>
            <a:off x="1085849" y="1294289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Mardi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CD23AD-FFBC-B060-433C-924688A16361}"/>
              </a:ext>
            </a:extLst>
          </p:cNvPr>
          <p:cNvSpPr/>
          <p:nvPr/>
        </p:nvSpPr>
        <p:spPr>
          <a:xfrm>
            <a:off x="1085849" y="2236153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Mercredi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5DD95C-17E5-2658-0B6A-18D729659C29}"/>
              </a:ext>
            </a:extLst>
          </p:cNvPr>
          <p:cNvSpPr/>
          <p:nvPr/>
        </p:nvSpPr>
        <p:spPr>
          <a:xfrm>
            <a:off x="1085849" y="3178017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Jeudi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4775C4-F07A-F947-CDE2-546227488A9F}"/>
              </a:ext>
            </a:extLst>
          </p:cNvPr>
          <p:cNvSpPr/>
          <p:nvPr/>
        </p:nvSpPr>
        <p:spPr>
          <a:xfrm>
            <a:off x="1085849" y="4119881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Vendredi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7B1271-66EF-6C9A-B3CC-F7656488539C}"/>
              </a:ext>
            </a:extLst>
          </p:cNvPr>
          <p:cNvSpPr/>
          <p:nvPr/>
        </p:nvSpPr>
        <p:spPr>
          <a:xfrm>
            <a:off x="1085849" y="5061745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Samedi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3224CF-D129-4C2A-58D1-3677385B9404}"/>
              </a:ext>
            </a:extLst>
          </p:cNvPr>
          <p:cNvSpPr/>
          <p:nvPr/>
        </p:nvSpPr>
        <p:spPr>
          <a:xfrm>
            <a:off x="1085849" y="6003609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Dimanche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EABBC4-C979-87BA-6596-E1227CA7B91C}"/>
              </a:ext>
            </a:extLst>
          </p:cNvPr>
          <p:cNvSpPr/>
          <p:nvPr/>
        </p:nvSpPr>
        <p:spPr>
          <a:xfrm>
            <a:off x="2371724" y="0"/>
            <a:ext cx="9820275" cy="3524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16520A-88E3-0F16-F51C-3CD0E4E7A3C1}"/>
              </a:ext>
            </a:extLst>
          </p:cNvPr>
          <p:cNvSpPr/>
          <p:nvPr/>
        </p:nvSpPr>
        <p:spPr>
          <a:xfrm>
            <a:off x="3232625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Paris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9B78BA-CA72-582A-0569-95049D4DCC27}"/>
              </a:ext>
            </a:extLst>
          </p:cNvPr>
          <p:cNvSpPr/>
          <p:nvPr/>
        </p:nvSpPr>
        <p:spPr>
          <a:xfrm>
            <a:off x="7008019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Lyon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B6E976-C84F-52C5-3F6A-EDDD3C603634}"/>
              </a:ext>
            </a:extLst>
          </p:cNvPr>
          <p:cNvSpPr/>
          <p:nvPr/>
        </p:nvSpPr>
        <p:spPr>
          <a:xfrm>
            <a:off x="10783413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Marseille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0C94F4-F0AD-4EA1-A65D-BCCA5219C65E}"/>
              </a:ext>
            </a:extLst>
          </p:cNvPr>
          <p:cNvSpPr/>
          <p:nvPr/>
        </p:nvSpPr>
        <p:spPr>
          <a:xfrm>
            <a:off x="2364803" y="1244484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CF2FCF-36A4-41E7-87B6-B800274CCC35}"/>
              </a:ext>
            </a:extLst>
          </p:cNvPr>
          <p:cNvSpPr/>
          <p:nvPr/>
        </p:nvSpPr>
        <p:spPr>
          <a:xfrm>
            <a:off x="2364802" y="213654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DE731E-FA61-B309-AF2C-5F5748FA3129}"/>
              </a:ext>
            </a:extLst>
          </p:cNvPr>
          <p:cNvSpPr/>
          <p:nvPr/>
        </p:nvSpPr>
        <p:spPr>
          <a:xfrm>
            <a:off x="2365437" y="302435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8A8EE-93F8-210C-A0A2-13284D81CE18}"/>
              </a:ext>
            </a:extLst>
          </p:cNvPr>
          <p:cNvSpPr/>
          <p:nvPr/>
        </p:nvSpPr>
        <p:spPr>
          <a:xfrm>
            <a:off x="2365437" y="3916647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2DF01F-63FA-02A7-8347-41045255FF59}"/>
              </a:ext>
            </a:extLst>
          </p:cNvPr>
          <p:cNvSpPr/>
          <p:nvPr/>
        </p:nvSpPr>
        <p:spPr>
          <a:xfrm>
            <a:off x="2365437" y="4810271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4BDC52-1473-6CFD-89F8-1EF47269B42A}"/>
              </a:ext>
            </a:extLst>
          </p:cNvPr>
          <p:cNvSpPr/>
          <p:nvPr/>
        </p:nvSpPr>
        <p:spPr>
          <a:xfrm>
            <a:off x="2365437" y="5702331"/>
            <a:ext cx="9823769" cy="1155670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Google Shape;88;p1">
            <a:extLst>
              <a:ext uri="{FF2B5EF4-FFF2-40B4-BE49-F238E27FC236}">
                <a16:creationId xmlns:a16="http://schemas.microsoft.com/office/drawing/2014/main" id="{70887B36-5D33-FFFC-50E4-8D3C69EB53B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99" b="90437" l="8974" r="86643">
                        <a14:foregroundMark x1="86694" y1="66234" x2="86694" y2="66234"/>
                        <a14:foregroundMark x1="40743" y1="90437" x2="40743" y2="90437"/>
                        <a14:foregroundMark x1="62352" y1="84652" x2="62352" y2="84652"/>
                        <a14:foregroundMark x1="62867" y1="84652" x2="62867" y2="84652"/>
                        <a14:foregroundMark x1="62867" y1="86305" x2="62867" y2="86305"/>
                        <a14:foregroundMark x1="62713" y1="85124" x2="62713" y2="85124"/>
                        <a14:foregroundMark x1="63899" y1="85832" x2="63899" y2="85832"/>
                        <a14:foregroundMark x1="61320" y1="85832" x2="62197" y2="85832"/>
                        <a14:foregroundMark x1="64260" y1="84298" x2="64260" y2="84298"/>
                        <a14:foregroundMark x1="65446" y1="81582" x2="65446" y2="81582"/>
                      </a14:backgroundRemoval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r="9853"/>
          <a:stretch/>
        </p:blipFill>
        <p:spPr>
          <a:xfrm flipH="1">
            <a:off x="4184557" y="2749263"/>
            <a:ext cx="3125034" cy="1474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88;p1">
            <a:extLst>
              <a:ext uri="{FF2B5EF4-FFF2-40B4-BE49-F238E27FC236}">
                <a16:creationId xmlns:a16="http://schemas.microsoft.com/office/drawing/2014/main" id="{3CEF6E1D-BE85-6D47-36B2-9BDCF35D2FF6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99" b="90437" l="8974" r="86643">
                        <a14:foregroundMark x1="86694" y1="66234" x2="86694" y2="66234"/>
                        <a14:foregroundMark x1="40743" y1="90437" x2="40743" y2="90437"/>
                        <a14:foregroundMark x1="62352" y1="84652" x2="62352" y2="84652"/>
                        <a14:foregroundMark x1="62867" y1="84652" x2="62867" y2="84652"/>
                        <a14:foregroundMark x1="62867" y1="86305" x2="62867" y2="86305"/>
                        <a14:foregroundMark x1="62713" y1="85124" x2="62713" y2="85124"/>
                        <a14:foregroundMark x1="63899" y1="85832" x2="63899" y2="85832"/>
                        <a14:foregroundMark x1="61320" y1="85832" x2="62197" y2="85832"/>
                        <a14:foregroundMark x1="64260" y1="84298" x2="64260" y2="84298"/>
                        <a14:foregroundMark x1="65446" y1="81582" x2="65446" y2="81582"/>
                      </a14:backgroundRemoval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 r="9853"/>
          <a:stretch/>
        </p:blipFill>
        <p:spPr>
          <a:xfrm>
            <a:off x="6762555" y="2751705"/>
            <a:ext cx="3129258" cy="147722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43B2BD68-739B-1980-A62A-C3C8B8A0F705}"/>
              </a:ext>
            </a:extLst>
          </p:cNvPr>
          <p:cNvSpPr txBox="1"/>
          <p:nvPr/>
        </p:nvSpPr>
        <p:spPr>
          <a:xfrm>
            <a:off x="5982448" y="4268178"/>
            <a:ext cx="2148821" cy="408623"/>
          </a:xfrm>
          <a:prstGeom prst="roundRect">
            <a:avLst/>
          </a:prstGeom>
          <a:solidFill>
            <a:schemeClr val="tx2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2 SYMONES</a:t>
            </a:r>
            <a:endParaRPr lang="fr-FR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30926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38AD6-818F-2A87-8DAF-EB86784E1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6C8E8274-CAF4-34F2-5FD9-60C2E4E43DD9}"/>
              </a:ext>
            </a:extLst>
          </p:cNvPr>
          <p:cNvSpPr/>
          <p:nvPr/>
        </p:nvSpPr>
        <p:spPr>
          <a:xfrm>
            <a:off x="2368231" y="352425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8CB2B9-3D53-F297-6392-D9F598ACED64}"/>
              </a:ext>
            </a:extLst>
          </p:cNvPr>
          <p:cNvSpPr/>
          <p:nvPr/>
        </p:nvSpPr>
        <p:spPr>
          <a:xfrm>
            <a:off x="1038224" y="0"/>
            <a:ext cx="13335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37FE0F-3996-187C-16A5-5823F5712EB0}"/>
              </a:ext>
            </a:extLst>
          </p:cNvPr>
          <p:cNvSpPr/>
          <p:nvPr/>
        </p:nvSpPr>
        <p:spPr>
          <a:xfrm>
            <a:off x="1085849" y="352425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Lundi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BF848E-DFBB-CEE3-D3C9-3C4BFEAD5F8E}"/>
              </a:ext>
            </a:extLst>
          </p:cNvPr>
          <p:cNvSpPr/>
          <p:nvPr/>
        </p:nvSpPr>
        <p:spPr>
          <a:xfrm>
            <a:off x="1085849" y="1294289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Mardi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D8780C-3BF7-4146-14EF-12E1A2999884}"/>
              </a:ext>
            </a:extLst>
          </p:cNvPr>
          <p:cNvSpPr/>
          <p:nvPr/>
        </p:nvSpPr>
        <p:spPr>
          <a:xfrm>
            <a:off x="1085849" y="2236153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Mercredi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FEA9C9-2469-FEB0-3FBC-6C781F6DB0AE}"/>
              </a:ext>
            </a:extLst>
          </p:cNvPr>
          <p:cNvSpPr/>
          <p:nvPr/>
        </p:nvSpPr>
        <p:spPr>
          <a:xfrm>
            <a:off x="1085849" y="3178017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Jeudi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4E930D-00A7-1570-7BF3-07C6CC3A2361}"/>
              </a:ext>
            </a:extLst>
          </p:cNvPr>
          <p:cNvSpPr/>
          <p:nvPr/>
        </p:nvSpPr>
        <p:spPr>
          <a:xfrm>
            <a:off x="1085849" y="4119881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Vendredi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25AE67-946D-5B0B-2AAA-C8D535DBF8FE}"/>
              </a:ext>
            </a:extLst>
          </p:cNvPr>
          <p:cNvSpPr/>
          <p:nvPr/>
        </p:nvSpPr>
        <p:spPr>
          <a:xfrm>
            <a:off x="1085849" y="5061745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Samedi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6B6840-6C88-B933-DAB2-CB79CF83D485}"/>
              </a:ext>
            </a:extLst>
          </p:cNvPr>
          <p:cNvSpPr/>
          <p:nvPr/>
        </p:nvSpPr>
        <p:spPr>
          <a:xfrm>
            <a:off x="1085849" y="6003609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Dimanche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8A1DB2-C6CE-5305-6634-8C4FC3B9E4DA}"/>
              </a:ext>
            </a:extLst>
          </p:cNvPr>
          <p:cNvSpPr/>
          <p:nvPr/>
        </p:nvSpPr>
        <p:spPr>
          <a:xfrm>
            <a:off x="2371724" y="0"/>
            <a:ext cx="9820275" cy="3524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046DF8-B4EB-4098-FA55-80E5E3629188}"/>
              </a:ext>
            </a:extLst>
          </p:cNvPr>
          <p:cNvSpPr/>
          <p:nvPr/>
        </p:nvSpPr>
        <p:spPr>
          <a:xfrm>
            <a:off x="3232625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Paris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3893FB-32CE-5A5B-65A4-AAD0F7EAA1D9}"/>
              </a:ext>
            </a:extLst>
          </p:cNvPr>
          <p:cNvSpPr/>
          <p:nvPr/>
        </p:nvSpPr>
        <p:spPr>
          <a:xfrm>
            <a:off x="7008019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Lyon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0D67D-843F-617A-F150-A83AEC22FB43}"/>
              </a:ext>
            </a:extLst>
          </p:cNvPr>
          <p:cNvSpPr/>
          <p:nvPr/>
        </p:nvSpPr>
        <p:spPr>
          <a:xfrm>
            <a:off x="10783413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Marseille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AA7BCF-B6A2-383A-633B-9D96CB4C1B65}"/>
              </a:ext>
            </a:extLst>
          </p:cNvPr>
          <p:cNvSpPr/>
          <p:nvPr/>
        </p:nvSpPr>
        <p:spPr>
          <a:xfrm>
            <a:off x="2364803" y="1244484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FAB360-F302-B22D-F687-10487DFA07D0}"/>
              </a:ext>
            </a:extLst>
          </p:cNvPr>
          <p:cNvSpPr/>
          <p:nvPr/>
        </p:nvSpPr>
        <p:spPr>
          <a:xfrm>
            <a:off x="2364802" y="213654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F8CA8F-3165-BE87-7EF3-510D06A32764}"/>
              </a:ext>
            </a:extLst>
          </p:cNvPr>
          <p:cNvSpPr/>
          <p:nvPr/>
        </p:nvSpPr>
        <p:spPr>
          <a:xfrm>
            <a:off x="2365437" y="302435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50DA01-F26F-258B-8179-5697CDD64075}"/>
              </a:ext>
            </a:extLst>
          </p:cNvPr>
          <p:cNvSpPr/>
          <p:nvPr/>
        </p:nvSpPr>
        <p:spPr>
          <a:xfrm>
            <a:off x="2365437" y="3916647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AEA263-0184-8C15-85E9-3F8A8D233ED5}"/>
              </a:ext>
            </a:extLst>
          </p:cNvPr>
          <p:cNvSpPr/>
          <p:nvPr/>
        </p:nvSpPr>
        <p:spPr>
          <a:xfrm>
            <a:off x="2365437" y="4810271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F9BA41-0E53-0558-71AD-14AF2C0741B0}"/>
              </a:ext>
            </a:extLst>
          </p:cNvPr>
          <p:cNvSpPr/>
          <p:nvPr/>
        </p:nvSpPr>
        <p:spPr>
          <a:xfrm>
            <a:off x="2365437" y="5702331"/>
            <a:ext cx="9823769" cy="1155670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B2B84C2-432A-8087-BF2C-4E9ED314A26E}"/>
              </a:ext>
            </a:extLst>
          </p:cNvPr>
          <p:cNvSpPr txBox="1"/>
          <p:nvPr/>
        </p:nvSpPr>
        <p:spPr>
          <a:xfrm>
            <a:off x="5929579" y="2384150"/>
            <a:ext cx="2292396" cy="408623"/>
          </a:xfrm>
          <a:prstGeom prst="roundRect">
            <a:avLst/>
          </a:prstGeom>
          <a:solidFill>
            <a:schemeClr val="tx2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6 conducteur(</a:t>
            </a:r>
            <a:r>
              <a:rPr lang="fr-FR" b="1" dirty="0" err="1">
                <a:solidFill>
                  <a:srgbClr val="FFFFFF"/>
                </a:solidFill>
              </a:rPr>
              <a:t>rice</a:t>
            </a:r>
            <a:r>
              <a:rPr lang="fr-FR" b="1" dirty="0">
                <a:solidFill>
                  <a:srgbClr val="FFFFFF"/>
                </a:solidFill>
              </a:rPr>
              <a:t>)s</a:t>
            </a:r>
            <a:endParaRPr lang="fr-FR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0976720A-20E9-C2E3-A855-29BCD17C6CB9}"/>
              </a:ext>
            </a:extLst>
          </p:cNvPr>
          <p:cNvGrpSpPr/>
          <p:nvPr/>
        </p:nvGrpSpPr>
        <p:grpSpPr>
          <a:xfrm>
            <a:off x="4663475" y="1217568"/>
            <a:ext cx="628062" cy="907054"/>
            <a:chOff x="4693615" y="1216747"/>
            <a:chExt cx="628062" cy="907054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2674F874-C465-8B91-930D-55C146F6720E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28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F1851E3A-D4E3-2990-CD61-8EEC43F9C4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9" name="Forme libre : forme 28">
                <a:extLst>
                  <a:ext uri="{FF2B5EF4-FFF2-40B4-BE49-F238E27FC236}">
                    <a16:creationId xmlns:a16="http://schemas.microsoft.com/office/drawing/2014/main" id="{71BCDABB-BBCE-9726-D7E9-BCA9B2F5DC92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rgbClr val="FFFF00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650FC96F-D3D3-A032-1BFA-3686CB10E80C}"/>
                </a:ext>
              </a:extLst>
            </p:cNvPr>
            <p:cNvSpPr txBox="1"/>
            <p:nvPr/>
          </p:nvSpPr>
          <p:spPr>
            <a:xfrm>
              <a:off x="4768481" y="1216747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344511EE-CAC6-194C-15DE-BCB91F90FCC8}"/>
              </a:ext>
            </a:extLst>
          </p:cNvPr>
          <p:cNvGrpSpPr/>
          <p:nvPr/>
        </p:nvGrpSpPr>
        <p:grpSpPr>
          <a:xfrm>
            <a:off x="5488069" y="1227577"/>
            <a:ext cx="575763" cy="898368"/>
            <a:chOff x="5633373" y="1227577"/>
            <a:chExt cx="575763" cy="898368"/>
          </a:xfrm>
        </p:grpSpPr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6AC1B707-9308-569C-0718-9513C21AB80C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33" name="Image 32">
                <a:extLst>
                  <a:ext uri="{FF2B5EF4-FFF2-40B4-BE49-F238E27FC236}">
                    <a16:creationId xmlns:a16="http://schemas.microsoft.com/office/drawing/2014/main" id="{160E817B-FF21-3B86-D6AC-1025A9112B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EE4159DD-09A1-F56D-FFF7-34C928614D8F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rgbClr val="E6007E">
                  <a:alpha val="50196"/>
                </a:srgb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C5A2D634-BA61-C675-830B-AB940A1FE419}"/>
                </a:ext>
              </a:extLst>
            </p:cNvPr>
            <p:cNvSpPr txBox="1"/>
            <p:nvPr/>
          </p:nvSpPr>
          <p:spPr>
            <a:xfrm>
              <a:off x="5684343" y="1227577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ABD1A344-DAC4-A71C-EA40-8ABD5C30E83A}"/>
              </a:ext>
            </a:extLst>
          </p:cNvPr>
          <p:cNvGrpSpPr/>
          <p:nvPr/>
        </p:nvGrpSpPr>
        <p:grpSpPr>
          <a:xfrm>
            <a:off x="6260364" y="1232123"/>
            <a:ext cx="618881" cy="903824"/>
            <a:chOff x="6389138" y="1222598"/>
            <a:chExt cx="618881" cy="903824"/>
          </a:xfrm>
        </p:grpSpPr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1C75E69B-2C15-2162-4556-CD8D174B51EA}"/>
                </a:ext>
              </a:extLst>
            </p:cNvPr>
            <p:cNvGrpSpPr/>
            <p:nvPr/>
          </p:nvGrpSpPr>
          <p:grpSpPr>
            <a:xfrm>
              <a:off x="6389138" y="1222598"/>
              <a:ext cx="618881" cy="903824"/>
              <a:chOff x="6389138" y="1222598"/>
              <a:chExt cx="618881" cy="903824"/>
            </a:xfrm>
          </p:grpSpPr>
          <p:pic>
            <p:nvPicPr>
              <p:cNvPr id="38" name="Picture 6" descr="Illustration de chauffeur d'autobus scolaire. | Vecteur Premium">
                <a:extLst>
                  <a:ext uri="{FF2B5EF4-FFF2-40B4-BE49-F238E27FC236}">
                    <a16:creationId xmlns:a16="http://schemas.microsoft.com/office/drawing/2014/main" id="{754E4CF1-5BCC-1119-810A-6BC513BA1D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>
                            <a14:foregroundMark x1="69169" y1="10064" x2="69169" y2="10064"/>
                            <a14:backgroundMark x1="50799" y1="13419" x2="42492" y2="96645"/>
                            <a14:backgroundMark x1="42492" y1="96645" x2="42492" y2="96645"/>
                            <a14:backgroundMark x1="55112" y1="11022" x2="54792" y2="77636"/>
                            <a14:backgroundMark x1="57188" y1="72684" x2="57188" y2="72684"/>
                            <a14:backgroundMark x1="57508" y1="72364" x2="59105" y2="81310"/>
                            <a14:backgroundMark x1="65176" y1="73003" x2="65815" y2="78275"/>
                            <a14:backgroundMark x1="65495" y1="68371" x2="66134" y2="69649"/>
                            <a14:backgroundMark x1="77476" y1="66613" x2="80831" y2="79073"/>
                            <a14:backgroundMark x1="77796" y1="70607" x2="77796" y2="84345"/>
                            <a14:backgroundMark x1="75879" y1="80671" x2="75879" y2="80671"/>
                            <a14:backgroundMark x1="74760" y1="76358" x2="75399" y2="81949"/>
                            <a14:backgroundMark x1="75080" y1="82268" x2="74441" y2="84026"/>
                            <a14:backgroundMark x1="74121" y1="83067" x2="74121" y2="77955"/>
                            <a14:backgroundMark x1="78115" y1="66933" x2="79553" y2="62620"/>
                            <a14:backgroundMark x1="79073" y1="59744" x2="79073" y2="59744"/>
                            <a14:backgroundMark x1="76837" y1="64058" x2="75559" y2="64058"/>
                            <a14:backgroundMark x1="75399" y1="49042" x2="75559" y2="53355"/>
                            <a14:backgroundMark x1="77476" y1="40735" x2="77476" y2="40735"/>
                            <a14:backgroundMark x1="83546" y1="35304" x2="82109" y2="43610"/>
                            <a14:backgroundMark x1="56550" y1="31949" x2="56550" y2="31949"/>
                            <a14:backgroundMark x1="58147" y1="32748" x2="58147" y2="32748"/>
                            <a14:backgroundMark x1="56869" y1="30351" x2="57508" y2="36741"/>
                            <a14:backgroundMark x1="57508" y1="30351" x2="58147" y2="31310"/>
                            <a14:backgroundMark x1="58147" y1="31310" x2="58147" y2="32588"/>
                            <a14:backgroundMark x1="58147" y1="32588" x2="58147" y2="32588"/>
                            <a14:backgroundMark x1="57827" y1="47604" x2="56070" y2="56390"/>
                            <a14:backgroundMark x1="58786" y1="48722" x2="60064" y2="54313"/>
                            <a14:backgroundMark x1="60064" y1="53994" x2="60064" y2="53994"/>
                            <a14:backgroundMark x1="60064" y1="50958" x2="61182" y2="50958"/>
                            <a14:backgroundMark x1="61182" y1="50958" x2="61182" y2="509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91" r="10388" b="44795"/>
              <a:stretch/>
            </p:blipFill>
            <p:spPr bwMode="auto">
              <a:xfrm>
                <a:off x="6389138" y="1222598"/>
                <a:ext cx="618881" cy="900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" name="Forme libre : forme 38">
                <a:extLst>
                  <a:ext uri="{FF2B5EF4-FFF2-40B4-BE49-F238E27FC236}">
                    <a16:creationId xmlns:a16="http://schemas.microsoft.com/office/drawing/2014/main" id="{656B1753-8C94-8079-D88B-63226332A011}"/>
                  </a:ext>
                </a:extLst>
              </p:cNvPr>
              <p:cNvSpPr/>
              <p:nvPr/>
            </p:nvSpPr>
            <p:spPr>
              <a:xfrm>
                <a:off x="6459846" y="1340173"/>
                <a:ext cx="469806" cy="786249"/>
              </a:xfrm>
              <a:custGeom>
                <a:avLst/>
                <a:gdLst>
                  <a:gd name="connsiteX0" fmla="*/ 62142 w 469806"/>
                  <a:gd name="connsiteY0" fmla="*/ 780016 h 786249"/>
                  <a:gd name="connsiteX1" fmla="*/ 103417 w 469806"/>
                  <a:gd name="connsiteY1" fmla="*/ 694291 h 786249"/>
                  <a:gd name="connsiteX2" fmla="*/ 87542 w 469806"/>
                  <a:gd name="connsiteY2" fmla="*/ 624441 h 786249"/>
                  <a:gd name="connsiteX3" fmla="*/ 122467 w 469806"/>
                  <a:gd name="connsiteY3" fmla="*/ 513316 h 786249"/>
                  <a:gd name="connsiteX4" fmla="*/ 39917 w 469806"/>
                  <a:gd name="connsiteY4" fmla="*/ 487916 h 786249"/>
                  <a:gd name="connsiteX5" fmla="*/ 65317 w 469806"/>
                  <a:gd name="connsiteY5" fmla="*/ 237091 h 786249"/>
                  <a:gd name="connsiteX6" fmla="*/ 27217 w 469806"/>
                  <a:gd name="connsiteY6" fmla="*/ 198991 h 786249"/>
                  <a:gd name="connsiteX7" fmla="*/ 1817 w 469806"/>
                  <a:gd name="connsiteY7" fmla="*/ 62466 h 786249"/>
                  <a:gd name="connsiteX8" fmla="*/ 78017 w 469806"/>
                  <a:gd name="connsiteY8" fmla="*/ 2141 h 786249"/>
                  <a:gd name="connsiteX9" fmla="*/ 246292 w 469806"/>
                  <a:gd name="connsiteY9" fmla="*/ 21191 h 786249"/>
                  <a:gd name="connsiteX10" fmla="*/ 395517 w 469806"/>
                  <a:gd name="connsiteY10" fmla="*/ 94216 h 786249"/>
                  <a:gd name="connsiteX11" fmla="*/ 443142 w 469806"/>
                  <a:gd name="connsiteY11" fmla="*/ 173591 h 786249"/>
                  <a:gd name="connsiteX12" fmla="*/ 395517 w 469806"/>
                  <a:gd name="connsiteY12" fmla="*/ 214866 h 786249"/>
                  <a:gd name="connsiteX13" fmla="*/ 420917 w 469806"/>
                  <a:gd name="connsiteY13" fmla="*/ 303766 h 786249"/>
                  <a:gd name="connsiteX14" fmla="*/ 411392 w 469806"/>
                  <a:gd name="connsiteY14" fmla="*/ 484741 h 786249"/>
                  <a:gd name="connsiteX15" fmla="*/ 306617 w 469806"/>
                  <a:gd name="connsiteY15" fmla="*/ 526016 h 786249"/>
                  <a:gd name="connsiteX16" fmla="*/ 401867 w 469806"/>
                  <a:gd name="connsiteY16" fmla="*/ 605391 h 786249"/>
                  <a:gd name="connsiteX17" fmla="*/ 468542 w 469806"/>
                  <a:gd name="connsiteY17" fmla="*/ 716516 h 786249"/>
                  <a:gd name="connsiteX18" fmla="*/ 411392 w 469806"/>
                  <a:gd name="connsiteY18" fmla="*/ 773666 h 786249"/>
                  <a:gd name="connsiteX19" fmla="*/ 62142 w 469806"/>
                  <a:gd name="connsiteY19" fmla="*/ 780016 h 78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69806" h="786249">
                    <a:moveTo>
                      <a:pt x="62142" y="780016"/>
                    </a:moveTo>
                    <a:cubicBezTo>
                      <a:pt x="10813" y="766787"/>
                      <a:pt x="99184" y="720220"/>
                      <a:pt x="103417" y="694291"/>
                    </a:cubicBezTo>
                    <a:cubicBezTo>
                      <a:pt x="107650" y="668362"/>
                      <a:pt x="84367" y="654604"/>
                      <a:pt x="87542" y="624441"/>
                    </a:cubicBezTo>
                    <a:cubicBezTo>
                      <a:pt x="90717" y="594278"/>
                      <a:pt x="130405" y="536070"/>
                      <a:pt x="122467" y="513316"/>
                    </a:cubicBezTo>
                    <a:cubicBezTo>
                      <a:pt x="114530" y="490562"/>
                      <a:pt x="49442" y="533953"/>
                      <a:pt x="39917" y="487916"/>
                    </a:cubicBezTo>
                    <a:cubicBezTo>
                      <a:pt x="30392" y="441878"/>
                      <a:pt x="67434" y="285245"/>
                      <a:pt x="65317" y="237091"/>
                    </a:cubicBezTo>
                    <a:cubicBezTo>
                      <a:pt x="63200" y="188937"/>
                      <a:pt x="37800" y="228095"/>
                      <a:pt x="27217" y="198991"/>
                    </a:cubicBezTo>
                    <a:cubicBezTo>
                      <a:pt x="16634" y="169887"/>
                      <a:pt x="-6650" y="95274"/>
                      <a:pt x="1817" y="62466"/>
                    </a:cubicBezTo>
                    <a:cubicBezTo>
                      <a:pt x="10284" y="29658"/>
                      <a:pt x="37271" y="9020"/>
                      <a:pt x="78017" y="2141"/>
                    </a:cubicBezTo>
                    <a:cubicBezTo>
                      <a:pt x="118763" y="-4738"/>
                      <a:pt x="193375" y="5845"/>
                      <a:pt x="246292" y="21191"/>
                    </a:cubicBezTo>
                    <a:cubicBezTo>
                      <a:pt x="299209" y="36537"/>
                      <a:pt x="362709" y="68816"/>
                      <a:pt x="395517" y="94216"/>
                    </a:cubicBezTo>
                    <a:cubicBezTo>
                      <a:pt x="428325" y="119616"/>
                      <a:pt x="443142" y="153483"/>
                      <a:pt x="443142" y="173591"/>
                    </a:cubicBezTo>
                    <a:cubicBezTo>
                      <a:pt x="443142" y="193699"/>
                      <a:pt x="399221" y="193170"/>
                      <a:pt x="395517" y="214866"/>
                    </a:cubicBezTo>
                    <a:cubicBezTo>
                      <a:pt x="391813" y="236562"/>
                      <a:pt x="418271" y="258787"/>
                      <a:pt x="420917" y="303766"/>
                    </a:cubicBezTo>
                    <a:cubicBezTo>
                      <a:pt x="423563" y="348745"/>
                      <a:pt x="430442" y="447699"/>
                      <a:pt x="411392" y="484741"/>
                    </a:cubicBezTo>
                    <a:cubicBezTo>
                      <a:pt x="392342" y="521783"/>
                      <a:pt x="308205" y="505908"/>
                      <a:pt x="306617" y="526016"/>
                    </a:cubicBezTo>
                    <a:cubicBezTo>
                      <a:pt x="305030" y="546124"/>
                      <a:pt x="374880" y="573641"/>
                      <a:pt x="401867" y="605391"/>
                    </a:cubicBezTo>
                    <a:cubicBezTo>
                      <a:pt x="428854" y="637141"/>
                      <a:pt x="466955" y="688470"/>
                      <a:pt x="468542" y="716516"/>
                    </a:cubicBezTo>
                    <a:cubicBezTo>
                      <a:pt x="470129" y="744562"/>
                      <a:pt x="479125" y="764670"/>
                      <a:pt x="411392" y="773666"/>
                    </a:cubicBezTo>
                    <a:cubicBezTo>
                      <a:pt x="343659" y="782662"/>
                      <a:pt x="113471" y="793245"/>
                      <a:pt x="62142" y="780016"/>
                    </a:cubicBezTo>
                    <a:close/>
                  </a:path>
                </a:pathLst>
              </a:custGeom>
              <a:solidFill>
                <a:srgbClr val="00B050">
                  <a:alpha val="50196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F70673EC-2099-462E-AE80-BC8C4DD2B960}"/>
                </a:ext>
              </a:extLst>
            </p:cNvPr>
            <p:cNvSpPr txBox="1"/>
            <p:nvPr/>
          </p:nvSpPr>
          <p:spPr>
            <a:xfrm>
              <a:off x="6463786" y="1281363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A00C42D8-2366-CEBC-E537-BDB7A136DADF}"/>
              </a:ext>
            </a:extLst>
          </p:cNvPr>
          <p:cNvGrpSpPr/>
          <p:nvPr/>
        </p:nvGrpSpPr>
        <p:grpSpPr>
          <a:xfrm>
            <a:off x="7075777" y="1284489"/>
            <a:ext cx="696677" cy="852197"/>
            <a:chOff x="7205187" y="1274964"/>
            <a:chExt cx="696677" cy="852197"/>
          </a:xfrm>
        </p:grpSpPr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D8F3A475-A269-FC74-E576-F58C96754BD5}"/>
                </a:ext>
              </a:extLst>
            </p:cNvPr>
            <p:cNvGrpSpPr/>
            <p:nvPr/>
          </p:nvGrpSpPr>
          <p:grpSpPr>
            <a:xfrm>
              <a:off x="7205187" y="1310923"/>
              <a:ext cx="696677" cy="816238"/>
              <a:chOff x="6683949" y="1330684"/>
              <a:chExt cx="696677" cy="816238"/>
            </a:xfrm>
          </p:grpSpPr>
          <p:pic>
            <p:nvPicPr>
              <p:cNvPr id="44" name="Picture 2" descr="Illustration De Vecteur De Chauffeur D'autobus Scolaire Illustration de  Vecteur - Illustration of ville, homme: 87254230">
                <a:extLst>
                  <a:ext uri="{FF2B5EF4-FFF2-40B4-BE49-F238E27FC236}">
                    <a16:creationId xmlns:a16="http://schemas.microsoft.com/office/drawing/2014/main" id="{F81FF1B9-A148-17CF-BD90-004F9FFF3C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5444" b="90000" l="9763" r="89974">
                            <a14:foregroundMark x1="67150" y1="8889" x2="67150" y2="8889"/>
                            <a14:foregroundMark x1="68470" y1="5444" x2="68470" y2="5444"/>
                            <a14:foregroundMark x1="73747" y1="44444" x2="73747" y2="44444"/>
                            <a14:foregroundMark x1="70053" y1="43333" x2="70053" y2="43333"/>
                            <a14:backgroundMark x1="50396" y1="26222" x2="46042" y2="65556"/>
                            <a14:backgroundMark x1="46042" y1="65556" x2="46306" y2="66000"/>
                            <a14:backgroundMark x1="45910" y1="15222" x2="47493" y2="78667"/>
                            <a14:backgroundMark x1="50792" y1="19444" x2="50792" y2="19444"/>
                            <a14:backgroundMark x1="54222" y1="15333" x2="55805" y2="40556"/>
                            <a14:backgroundMark x1="33773" y1="16556" x2="25462" y2="66000"/>
                            <a14:backgroundMark x1="18865" y1="26222" x2="22296" y2="72111"/>
                            <a14:backgroundMark x1="20580" y1="30556" x2="30079" y2="85444"/>
                            <a14:backgroundMark x1="41161" y1="52000" x2="41293" y2="84444"/>
                            <a14:backgroundMark x1="62137" y1="57444" x2="62269" y2="65333"/>
                            <a14:backgroundMark x1="58971" y1="36111" x2="57124" y2="55889"/>
                            <a14:backgroundMark x1="60554" y1="41778" x2="60686" y2="44667"/>
                            <a14:backgroundMark x1="75726" y1="39889" x2="75726" y2="39889"/>
                            <a14:backgroundMark x1="76121" y1="40444" x2="76121" y2="40444"/>
                            <a14:backgroundMark x1="75989" y1="40778" x2="75989" y2="40778"/>
                            <a14:backgroundMark x1="77704" y1="39889" x2="82850" y2="42889"/>
                            <a14:backgroundMark x1="82982" y1="53778" x2="82982" y2="70889"/>
                            <a14:backgroundMark x1="60686" y1="34778" x2="61741" y2="4133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4133" b="47067"/>
              <a:stretch/>
            </p:blipFill>
            <p:spPr bwMode="auto">
              <a:xfrm>
                <a:off x="6683949" y="1330684"/>
                <a:ext cx="696677" cy="807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5" name="Forme libre : forme 44">
                <a:extLst>
                  <a:ext uri="{FF2B5EF4-FFF2-40B4-BE49-F238E27FC236}">
                    <a16:creationId xmlns:a16="http://schemas.microsoft.com/office/drawing/2014/main" id="{B99B9D96-10D8-832B-FEC1-DE6352C4B1DC}"/>
                  </a:ext>
                </a:extLst>
              </p:cNvPr>
              <p:cNvSpPr/>
              <p:nvPr/>
            </p:nvSpPr>
            <p:spPr>
              <a:xfrm>
                <a:off x="6773301" y="1349096"/>
                <a:ext cx="468960" cy="797826"/>
              </a:xfrm>
              <a:custGeom>
                <a:avLst/>
                <a:gdLst>
                  <a:gd name="connsiteX0" fmla="*/ 18024 w 468960"/>
                  <a:gd name="connsiteY0" fmla="*/ 778154 h 797826"/>
                  <a:gd name="connsiteX1" fmla="*/ 87874 w 468960"/>
                  <a:gd name="connsiteY1" fmla="*/ 654329 h 797826"/>
                  <a:gd name="connsiteX2" fmla="*/ 170424 w 468960"/>
                  <a:gd name="connsiteY2" fmla="*/ 613054 h 797826"/>
                  <a:gd name="connsiteX3" fmla="*/ 183124 w 468960"/>
                  <a:gd name="connsiteY3" fmla="*/ 587654 h 797826"/>
                  <a:gd name="connsiteX4" fmla="*/ 183124 w 468960"/>
                  <a:gd name="connsiteY4" fmla="*/ 555904 h 797826"/>
                  <a:gd name="connsiteX5" fmla="*/ 116449 w 468960"/>
                  <a:gd name="connsiteY5" fmla="*/ 527329 h 797826"/>
                  <a:gd name="connsiteX6" fmla="*/ 91049 w 468960"/>
                  <a:gd name="connsiteY6" fmla="*/ 235229 h 797826"/>
                  <a:gd name="connsiteX7" fmla="*/ 65649 w 468960"/>
                  <a:gd name="connsiteY7" fmla="*/ 228879 h 797826"/>
                  <a:gd name="connsiteX8" fmla="*/ 33899 w 468960"/>
                  <a:gd name="connsiteY8" fmla="*/ 197129 h 797826"/>
                  <a:gd name="connsiteX9" fmla="*/ 49774 w 468960"/>
                  <a:gd name="connsiteY9" fmla="*/ 181254 h 797826"/>
                  <a:gd name="connsiteX10" fmla="*/ 30724 w 468960"/>
                  <a:gd name="connsiteY10" fmla="*/ 60604 h 797826"/>
                  <a:gd name="connsiteX11" fmla="*/ 173599 w 468960"/>
                  <a:gd name="connsiteY11" fmla="*/ 279 h 797826"/>
                  <a:gd name="connsiteX12" fmla="*/ 411724 w 468960"/>
                  <a:gd name="connsiteY12" fmla="*/ 82829 h 797826"/>
                  <a:gd name="connsiteX13" fmla="*/ 468874 w 468960"/>
                  <a:gd name="connsiteY13" fmla="*/ 190779 h 797826"/>
                  <a:gd name="connsiteX14" fmla="*/ 424424 w 468960"/>
                  <a:gd name="connsiteY14" fmla="*/ 219354 h 797826"/>
                  <a:gd name="connsiteX15" fmla="*/ 414899 w 468960"/>
                  <a:gd name="connsiteY15" fmla="*/ 349529 h 797826"/>
                  <a:gd name="connsiteX16" fmla="*/ 437124 w 468960"/>
                  <a:gd name="connsiteY16" fmla="*/ 365404 h 797826"/>
                  <a:gd name="connsiteX17" fmla="*/ 440299 w 468960"/>
                  <a:gd name="connsiteY17" fmla="*/ 432079 h 797826"/>
                  <a:gd name="connsiteX18" fmla="*/ 392674 w 468960"/>
                  <a:gd name="connsiteY18" fmla="*/ 451129 h 797826"/>
                  <a:gd name="connsiteX19" fmla="*/ 373624 w 468960"/>
                  <a:gd name="connsiteY19" fmla="*/ 451129 h 797826"/>
                  <a:gd name="connsiteX20" fmla="*/ 341874 w 468960"/>
                  <a:gd name="connsiteY20" fmla="*/ 498754 h 797826"/>
                  <a:gd name="connsiteX21" fmla="*/ 303774 w 468960"/>
                  <a:gd name="connsiteY21" fmla="*/ 543204 h 797826"/>
                  <a:gd name="connsiteX22" fmla="*/ 268849 w 468960"/>
                  <a:gd name="connsiteY22" fmla="*/ 546379 h 797826"/>
                  <a:gd name="connsiteX23" fmla="*/ 275199 w 468960"/>
                  <a:gd name="connsiteY23" fmla="*/ 603529 h 797826"/>
                  <a:gd name="connsiteX24" fmla="*/ 335524 w 468960"/>
                  <a:gd name="connsiteY24" fmla="*/ 628929 h 797826"/>
                  <a:gd name="connsiteX25" fmla="*/ 376799 w 468960"/>
                  <a:gd name="connsiteY25" fmla="*/ 686079 h 797826"/>
                  <a:gd name="connsiteX26" fmla="*/ 443474 w 468960"/>
                  <a:gd name="connsiteY26" fmla="*/ 787679 h 797826"/>
                  <a:gd name="connsiteX27" fmla="*/ 18024 w 468960"/>
                  <a:gd name="connsiteY27" fmla="*/ 778154 h 79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8960" h="797826">
                    <a:moveTo>
                      <a:pt x="18024" y="778154"/>
                    </a:moveTo>
                    <a:cubicBezTo>
                      <a:pt x="-41243" y="755929"/>
                      <a:pt x="62474" y="681846"/>
                      <a:pt x="87874" y="654329"/>
                    </a:cubicBezTo>
                    <a:cubicBezTo>
                      <a:pt x="113274" y="626812"/>
                      <a:pt x="154549" y="624166"/>
                      <a:pt x="170424" y="613054"/>
                    </a:cubicBezTo>
                    <a:cubicBezTo>
                      <a:pt x="186299" y="601941"/>
                      <a:pt x="181007" y="597179"/>
                      <a:pt x="183124" y="587654"/>
                    </a:cubicBezTo>
                    <a:cubicBezTo>
                      <a:pt x="185241" y="578129"/>
                      <a:pt x="194236" y="565958"/>
                      <a:pt x="183124" y="555904"/>
                    </a:cubicBezTo>
                    <a:cubicBezTo>
                      <a:pt x="172012" y="545850"/>
                      <a:pt x="131795" y="580775"/>
                      <a:pt x="116449" y="527329"/>
                    </a:cubicBezTo>
                    <a:cubicBezTo>
                      <a:pt x="101103" y="473883"/>
                      <a:pt x="99516" y="284971"/>
                      <a:pt x="91049" y="235229"/>
                    </a:cubicBezTo>
                    <a:cubicBezTo>
                      <a:pt x="82582" y="185487"/>
                      <a:pt x="75174" y="235229"/>
                      <a:pt x="65649" y="228879"/>
                    </a:cubicBezTo>
                    <a:cubicBezTo>
                      <a:pt x="56124" y="222529"/>
                      <a:pt x="36545" y="205066"/>
                      <a:pt x="33899" y="197129"/>
                    </a:cubicBezTo>
                    <a:cubicBezTo>
                      <a:pt x="31253" y="189192"/>
                      <a:pt x="50303" y="204008"/>
                      <a:pt x="49774" y="181254"/>
                    </a:cubicBezTo>
                    <a:cubicBezTo>
                      <a:pt x="49245" y="158500"/>
                      <a:pt x="10087" y="90766"/>
                      <a:pt x="30724" y="60604"/>
                    </a:cubicBezTo>
                    <a:cubicBezTo>
                      <a:pt x="51361" y="30442"/>
                      <a:pt x="110099" y="-3425"/>
                      <a:pt x="173599" y="279"/>
                    </a:cubicBezTo>
                    <a:cubicBezTo>
                      <a:pt x="237099" y="3983"/>
                      <a:pt x="362512" y="51079"/>
                      <a:pt x="411724" y="82829"/>
                    </a:cubicBezTo>
                    <a:cubicBezTo>
                      <a:pt x="460937" y="114579"/>
                      <a:pt x="466757" y="168025"/>
                      <a:pt x="468874" y="190779"/>
                    </a:cubicBezTo>
                    <a:cubicBezTo>
                      <a:pt x="470991" y="213533"/>
                      <a:pt x="433420" y="192896"/>
                      <a:pt x="424424" y="219354"/>
                    </a:cubicBezTo>
                    <a:cubicBezTo>
                      <a:pt x="415428" y="245812"/>
                      <a:pt x="412782" y="325187"/>
                      <a:pt x="414899" y="349529"/>
                    </a:cubicBezTo>
                    <a:cubicBezTo>
                      <a:pt x="417016" y="373871"/>
                      <a:pt x="432891" y="351646"/>
                      <a:pt x="437124" y="365404"/>
                    </a:cubicBezTo>
                    <a:cubicBezTo>
                      <a:pt x="441357" y="379162"/>
                      <a:pt x="447707" y="417792"/>
                      <a:pt x="440299" y="432079"/>
                    </a:cubicBezTo>
                    <a:cubicBezTo>
                      <a:pt x="432891" y="446366"/>
                      <a:pt x="403787" y="447954"/>
                      <a:pt x="392674" y="451129"/>
                    </a:cubicBezTo>
                    <a:cubicBezTo>
                      <a:pt x="381561" y="454304"/>
                      <a:pt x="382091" y="443191"/>
                      <a:pt x="373624" y="451129"/>
                    </a:cubicBezTo>
                    <a:cubicBezTo>
                      <a:pt x="365157" y="459066"/>
                      <a:pt x="353516" y="483408"/>
                      <a:pt x="341874" y="498754"/>
                    </a:cubicBezTo>
                    <a:cubicBezTo>
                      <a:pt x="330232" y="514100"/>
                      <a:pt x="315945" y="535267"/>
                      <a:pt x="303774" y="543204"/>
                    </a:cubicBezTo>
                    <a:cubicBezTo>
                      <a:pt x="291603" y="551141"/>
                      <a:pt x="273612" y="536325"/>
                      <a:pt x="268849" y="546379"/>
                    </a:cubicBezTo>
                    <a:cubicBezTo>
                      <a:pt x="264087" y="556433"/>
                      <a:pt x="264086" y="589771"/>
                      <a:pt x="275199" y="603529"/>
                    </a:cubicBezTo>
                    <a:cubicBezTo>
                      <a:pt x="286312" y="617287"/>
                      <a:pt x="318591" y="615171"/>
                      <a:pt x="335524" y="628929"/>
                    </a:cubicBezTo>
                    <a:cubicBezTo>
                      <a:pt x="352457" y="642687"/>
                      <a:pt x="358807" y="659621"/>
                      <a:pt x="376799" y="686079"/>
                    </a:cubicBezTo>
                    <a:cubicBezTo>
                      <a:pt x="394791" y="712537"/>
                      <a:pt x="498507" y="771275"/>
                      <a:pt x="443474" y="787679"/>
                    </a:cubicBezTo>
                    <a:cubicBezTo>
                      <a:pt x="388441" y="804083"/>
                      <a:pt x="77291" y="800379"/>
                      <a:pt x="18024" y="778154"/>
                    </a:cubicBezTo>
                    <a:close/>
                  </a:path>
                </a:pathLst>
              </a:custGeom>
              <a:solidFill>
                <a:srgbClr val="00B0F0">
                  <a:alpha val="50196"/>
                </a:srgbClr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2BD51BAE-BB10-2007-1A35-AA21779B29C7}"/>
                </a:ext>
              </a:extLst>
            </p:cNvPr>
            <p:cNvSpPr txBox="1"/>
            <p:nvPr/>
          </p:nvSpPr>
          <p:spPr>
            <a:xfrm>
              <a:off x="7322033" y="1274964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C1CE6302-A1D0-9CC1-5F5E-8E93E2B15EEA}"/>
              </a:ext>
            </a:extLst>
          </p:cNvPr>
          <p:cNvGrpSpPr/>
          <p:nvPr/>
        </p:nvGrpSpPr>
        <p:grpSpPr>
          <a:xfrm>
            <a:off x="7968986" y="1292953"/>
            <a:ext cx="550000" cy="838412"/>
            <a:chOff x="7966342" y="1283428"/>
            <a:chExt cx="550000" cy="838412"/>
          </a:xfrm>
        </p:grpSpPr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9D508FBF-5FD9-EE74-BBD2-4D8B17DD6661}"/>
                </a:ext>
              </a:extLst>
            </p:cNvPr>
            <p:cNvGrpSpPr/>
            <p:nvPr/>
          </p:nvGrpSpPr>
          <p:grpSpPr>
            <a:xfrm>
              <a:off x="7966342" y="1283428"/>
              <a:ext cx="550000" cy="838412"/>
              <a:chOff x="7435579" y="1324618"/>
              <a:chExt cx="550000" cy="838412"/>
            </a:xfrm>
          </p:grpSpPr>
          <p:pic>
            <p:nvPicPr>
              <p:cNvPr id="49" name="Picture 12" descr="Premium Vector | School bus driver vector illustration.">
                <a:extLst>
                  <a:ext uri="{FF2B5EF4-FFF2-40B4-BE49-F238E27FC236}">
                    <a16:creationId xmlns:a16="http://schemas.microsoft.com/office/drawing/2014/main" id="{3156C190-A21F-C77F-84AF-F2CFD9BF87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10000" b="90000" l="10000" r="90000">
                            <a14:backgroundMark x1="51917" y1="19169" x2="53035" y2="47764"/>
                            <a14:backgroundMark x1="53035" y1="47764" x2="49840" y2="59744"/>
                            <a14:backgroundMark x1="49840" y1="59744" x2="49840" y2="60224"/>
                            <a14:backgroundMark x1="80351" y1="41534" x2="79872" y2="42971"/>
                            <a14:backgroundMark x1="78435" y1="42492" x2="78435" y2="42492"/>
                            <a14:backgroundMark x1="76997" y1="42013" x2="80831" y2="44249"/>
                            <a14:backgroundMark x1="56869" y1="19329" x2="58307" y2="34345"/>
                            <a14:backgroundMark x1="58786" y1="34505" x2="57029" y2="53674"/>
                            <a14:backgroundMark x1="39457" y1="14377" x2="32588" y2="76677"/>
                            <a14:backgroundMark x1="42812" y1="53514" x2="43930" y2="82268"/>
                            <a14:backgroundMark x1="48722" y1="68211" x2="53355" y2="85463"/>
                            <a14:backgroundMark x1="54473" y1="67252" x2="56390" y2="79393"/>
                            <a14:backgroundMark x1="59585" y1="51438" x2="59585" y2="51438"/>
                            <a14:backgroundMark x1="62460" y1="51118" x2="62460" y2="51118"/>
                            <a14:backgroundMark x1="63578" y1="50160" x2="63578" y2="50160"/>
                            <a14:backgroundMark x1="63259" y1="51278" x2="63259" y2="51278"/>
                            <a14:backgroundMark x1="63099" y1="51597" x2="63099" y2="51597"/>
                            <a14:backgroundMark x1="57827" y1="54153" x2="56390" y2="72843"/>
                            <a14:backgroundMark x1="76677" y1="42173" x2="76677" y2="4217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239" t="10107" r="12289" b="40217"/>
              <a:stretch/>
            </p:blipFill>
            <p:spPr bwMode="auto">
              <a:xfrm>
                <a:off x="7435579" y="1324618"/>
                <a:ext cx="550000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0" name="Forme libre : forme 49">
                <a:extLst>
                  <a:ext uri="{FF2B5EF4-FFF2-40B4-BE49-F238E27FC236}">
                    <a16:creationId xmlns:a16="http://schemas.microsoft.com/office/drawing/2014/main" id="{DC9D2DED-C1E8-B2F5-F1AE-C5AEB375FDAE}"/>
                  </a:ext>
                </a:extLst>
              </p:cNvPr>
              <p:cNvSpPr/>
              <p:nvPr/>
            </p:nvSpPr>
            <p:spPr>
              <a:xfrm>
                <a:off x="7511884" y="1368841"/>
                <a:ext cx="436727" cy="794189"/>
              </a:xfrm>
              <a:custGeom>
                <a:avLst/>
                <a:gdLst>
                  <a:gd name="connsiteX0" fmla="*/ 25857 w 434417"/>
                  <a:gd name="connsiteY0" fmla="*/ 771109 h 794189"/>
                  <a:gd name="connsiteX1" fmla="*/ 73482 w 434417"/>
                  <a:gd name="connsiteY1" fmla="*/ 606009 h 794189"/>
                  <a:gd name="connsiteX2" fmla="*/ 143332 w 434417"/>
                  <a:gd name="connsiteY2" fmla="*/ 548859 h 794189"/>
                  <a:gd name="connsiteX3" fmla="*/ 152857 w 434417"/>
                  <a:gd name="connsiteY3" fmla="*/ 494884 h 794189"/>
                  <a:gd name="connsiteX4" fmla="*/ 79832 w 434417"/>
                  <a:gd name="connsiteY4" fmla="*/ 425034 h 794189"/>
                  <a:gd name="connsiteX5" fmla="*/ 60782 w 434417"/>
                  <a:gd name="connsiteY5" fmla="*/ 352009 h 794189"/>
                  <a:gd name="connsiteX6" fmla="*/ 32207 w 434417"/>
                  <a:gd name="connsiteY6" fmla="*/ 285334 h 794189"/>
                  <a:gd name="connsiteX7" fmla="*/ 35382 w 434417"/>
                  <a:gd name="connsiteY7" fmla="*/ 225009 h 794189"/>
                  <a:gd name="connsiteX8" fmla="*/ 35382 w 434417"/>
                  <a:gd name="connsiteY8" fmla="*/ 186909 h 794189"/>
                  <a:gd name="connsiteX9" fmla="*/ 457 w 434417"/>
                  <a:gd name="connsiteY9" fmla="*/ 88484 h 794189"/>
                  <a:gd name="connsiteX10" fmla="*/ 63957 w 434417"/>
                  <a:gd name="connsiteY10" fmla="*/ 15459 h 794189"/>
                  <a:gd name="connsiteX11" fmla="*/ 171907 w 434417"/>
                  <a:gd name="connsiteY11" fmla="*/ 2759 h 794189"/>
                  <a:gd name="connsiteX12" fmla="*/ 321132 w 434417"/>
                  <a:gd name="connsiteY12" fmla="*/ 53559 h 794189"/>
                  <a:gd name="connsiteX13" fmla="*/ 419557 w 434417"/>
                  <a:gd name="connsiteY13" fmla="*/ 164684 h 794189"/>
                  <a:gd name="connsiteX14" fmla="*/ 356057 w 434417"/>
                  <a:gd name="connsiteY14" fmla="*/ 205959 h 794189"/>
                  <a:gd name="connsiteX15" fmla="*/ 362407 w 434417"/>
                  <a:gd name="connsiteY15" fmla="*/ 228184 h 794189"/>
                  <a:gd name="connsiteX16" fmla="*/ 384632 w 434417"/>
                  <a:gd name="connsiteY16" fmla="*/ 234534 h 794189"/>
                  <a:gd name="connsiteX17" fmla="*/ 381457 w 434417"/>
                  <a:gd name="connsiteY17" fmla="*/ 336134 h 794189"/>
                  <a:gd name="connsiteX18" fmla="*/ 346532 w 434417"/>
                  <a:gd name="connsiteY18" fmla="*/ 355184 h 794189"/>
                  <a:gd name="connsiteX19" fmla="*/ 352882 w 434417"/>
                  <a:gd name="connsiteY19" fmla="*/ 415509 h 794189"/>
                  <a:gd name="connsiteX20" fmla="*/ 283032 w 434417"/>
                  <a:gd name="connsiteY20" fmla="*/ 466309 h 794189"/>
                  <a:gd name="connsiteX21" fmla="*/ 276682 w 434417"/>
                  <a:gd name="connsiteY21" fmla="*/ 494884 h 794189"/>
                  <a:gd name="connsiteX22" fmla="*/ 365582 w 434417"/>
                  <a:gd name="connsiteY22" fmla="*/ 567909 h 794189"/>
                  <a:gd name="connsiteX23" fmla="*/ 413207 w 434417"/>
                  <a:gd name="connsiteY23" fmla="*/ 771109 h 794189"/>
                  <a:gd name="connsiteX24" fmla="*/ 25857 w 434417"/>
                  <a:gd name="connsiteY24" fmla="*/ 771109 h 794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4417" h="794189">
                    <a:moveTo>
                      <a:pt x="25857" y="771109"/>
                    </a:moveTo>
                    <a:cubicBezTo>
                      <a:pt x="-30764" y="743592"/>
                      <a:pt x="53903" y="643051"/>
                      <a:pt x="73482" y="606009"/>
                    </a:cubicBezTo>
                    <a:cubicBezTo>
                      <a:pt x="93061" y="568967"/>
                      <a:pt x="130103" y="567380"/>
                      <a:pt x="143332" y="548859"/>
                    </a:cubicBezTo>
                    <a:cubicBezTo>
                      <a:pt x="156561" y="530338"/>
                      <a:pt x="163440" y="515521"/>
                      <a:pt x="152857" y="494884"/>
                    </a:cubicBezTo>
                    <a:cubicBezTo>
                      <a:pt x="142274" y="474246"/>
                      <a:pt x="95178" y="448846"/>
                      <a:pt x="79832" y="425034"/>
                    </a:cubicBezTo>
                    <a:cubicBezTo>
                      <a:pt x="64486" y="401222"/>
                      <a:pt x="68720" y="375292"/>
                      <a:pt x="60782" y="352009"/>
                    </a:cubicBezTo>
                    <a:cubicBezTo>
                      <a:pt x="52845" y="328726"/>
                      <a:pt x="36440" y="306501"/>
                      <a:pt x="32207" y="285334"/>
                    </a:cubicBezTo>
                    <a:cubicBezTo>
                      <a:pt x="27974" y="264167"/>
                      <a:pt x="34853" y="241413"/>
                      <a:pt x="35382" y="225009"/>
                    </a:cubicBezTo>
                    <a:cubicBezTo>
                      <a:pt x="35911" y="208605"/>
                      <a:pt x="41203" y="209663"/>
                      <a:pt x="35382" y="186909"/>
                    </a:cubicBezTo>
                    <a:cubicBezTo>
                      <a:pt x="29561" y="164155"/>
                      <a:pt x="-4305" y="117059"/>
                      <a:pt x="457" y="88484"/>
                    </a:cubicBezTo>
                    <a:cubicBezTo>
                      <a:pt x="5219" y="59909"/>
                      <a:pt x="35382" y="29746"/>
                      <a:pt x="63957" y="15459"/>
                    </a:cubicBezTo>
                    <a:cubicBezTo>
                      <a:pt x="92532" y="1172"/>
                      <a:pt x="129045" y="-3591"/>
                      <a:pt x="171907" y="2759"/>
                    </a:cubicBezTo>
                    <a:cubicBezTo>
                      <a:pt x="214769" y="9109"/>
                      <a:pt x="279857" y="26572"/>
                      <a:pt x="321132" y="53559"/>
                    </a:cubicBezTo>
                    <a:cubicBezTo>
                      <a:pt x="362407" y="80546"/>
                      <a:pt x="413736" y="139284"/>
                      <a:pt x="419557" y="164684"/>
                    </a:cubicBezTo>
                    <a:cubicBezTo>
                      <a:pt x="425378" y="190084"/>
                      <a:pt x="365582" y="195376"/>
                      <a:pt x="356057" y="205959"/>
                    </a:cubicBezTo>
                    <a:cubicBezTo>
                      <a:pt x="346532" y="216542"/>
                      <a:pt x="357645" y="223422"/>
                      <a:pt x="362407" y="228184"/>
                    </a:cubicBezTo>
                    <a:cubicBezTo>
                      <a:pt x="367169" y="232946"/>
                      <a:pt x="381457" y="216542"/>
                      <a:pt x="384632" y="234534"/>
                    </a:cubicBezTo>
                    <a:cubicBezTo>
                      <a:pt x="387807" y="252526"/>
                      <a:pt x="387807" y="316026"/>
                      <a:pt x="381457" y="336134"/>
                    </a:cubicBezTo>
                    <a:cubicBezTo>
                      <a:pt x="375107" y="356242"/>
                      <a:pt x="351294" y="341955"/>
                      <a:pt x="346532" y="355184"/>
                    </a:cubicBezTo>
                    <a:cubicBezTo>
                      <a:pt x="341770" y="368413"/>
                      <a:pt x="363465" y="396988"/>
                      <a:pt x="352882" y="415509"/>
                    </a:cubicBezTo>
                    <a:cubicBezTo>
                      <a:pt x="342299" y="434030"/>
                      <a:pt x="295732" y="453080"/>
                      <a:pt x="283032" y="466309"/>
                    </a:cubicBezTo>
                    <a:cubicBezTo>
                      <a:pt x="270332" y="479538"/>
                      <a:pt x="262924" y="477951"/>
                      <a:pt x="276682" y="494884"/>
                    </a:cubicBezTo>
                    <a:cubicBezTo>
                      <a:pt x="290440" y="511817"/>
                      <a:pt x="342828" y="521872"/>
                      <a:pt x="365582" y="567909"/>
                    </a:cubicBezTo>
                    <a:cubicBezTo>
                      <a:pt x="388336" y="613946"/>
                      <a:pt x="473532" y="737242"/>
                      <a:pt x="413207" y="771109"/>
                    </a:cubicBezTo>
                    <a:cubicBezTo>
                      <a:pt x="352882" y="804976"/>
                      <a:pt x="82478" y="798626"/>
                      <a:pt x="25857" y="771109"/>
                    </a:cubicBezTo>
                    <a:close/>
                  </a:path>
                </a:pathLst>
              </a:custGeom>
              <a:solidFill>
                <a:srgbClr val="FC8F0C">
                  <a:alpha val="50196"/>
                </a:srgbClr>
              </a:solidFill>
              <a:ln>
                <a:solidFill>
                  <a:srgbClr val="FC8F0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EFED3515-AC51-17A5-DC0C-95A1C4C87973}"/>
                </a:ext>
              </a:extLst>
            </p:cNvPr>
            <p:cNvSpPr txBox="1"/>
            <p:nvPr/>
          </p:nvSpPr>
          <p:spPr>
            <a:xfrm>
              <a:off x="8045173" y="1301875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C8F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AC2E78A8-6B93-CA6E-5CD7-8C1B42B12641}"/>
              </a:ext>
            </a:extLst>
          </p:cNvPr>
          <p:cNvGrpSpPr/>
          <p:nvPr/>
        </p:nvGrpSpPr>
        <p:grpSpPr>
          <a:xfrm>
            <a:off x="8715520" y="1301961"/>
            <a:ext cx="522448" cy="839073"/>
            <a:chOff x="8715520" y="1301961"/>
            <a:chExt cx="522448" cy="839073"/>
          </a:xfrm>
        </p:grpSpPr>
        <p:grpSp>
          <p:nvGrpSpPr>
            <p:cNvPr id="52" name="Groupe 51">
              <a:extLst>
                <a:ext uri="{FF2B5EF4-FFF2-40B4-BE49-F238E27FC236}">
                  <a16:creationId xmlns:a16="http://schemas.microsoft.com/office/drawing/2014/main" id="{A589F378-1909-DBC3-00DA-407B5F91C1B6}"/>
                </a:ext>
              </a:extLst>
            </p:cNvPr>
            <p:cNvGrpSpPr/>
            <p:nvPr/>
          </p:nvGrpSpPr>
          <p:grpSpPr>
            <a:xfrm>
              <a:off x="8715520" y="1302671"/>
              <a:ext cx="522448" cy="838363"/>
              <a:chOff x="8184757" y="1322432"/>
              <a:chExt cx="522448" cy="838363"/>
            </a:xfrm>
          </p:grpSpPr>
          <p:pic>
            <p:nvPicPr>
              <p:cNvPr id="55" name="Picture 10" descr="Jeune, caucasien, femelle, autobus scolaire | Vecteur Premium">
                <a:extLst>
                  <a:ext uri="{FF2B5EF4-FFF2-40B4-BE49-F238E27FC236}">
                    <a16:creationId xmlns:a16="http://schemas.microsoft.com/office/drawing/2014/main" id="{A2CD6376-16A6-1542-ABA2-DF40CC7FAB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ackgroundRemoval t="10000" b="90000" l="10000" r="90000">
                            <a14:backgroundMark x1="53355" y1="16773" x2="50160" y2="81949"/>
                            <a14:backgroundMark x1="50160" y1="81949" x2="50639" y2="82588"/>
                            <a14:backgroundMark x1="57348" y1="29553" x2="57348" y2="30032"/>
                            <a14:backgroundMark x1="57029" y1="37859" x2="57029" y2="38339"/>
                            <a14:backgroundMark x1="42013" y1="5112" x2="40256" y2="79073"/>
                            <a14:backgroundMark x1="54473" y1="34665" x2="61821" y2="66134"/>
                            <a14:backgroundMark x1="55591" y1="70447" x2="52875" y2="86581"/>
                            <a14:backgroundMark x1="56390" y1="60224" x2="63099" y2="77316"/>
                            <a14:backgroundMark x1="59744" y1="69968" x2="83387" y2="71246"/>
                            <a14:backgroundMark x1="52396" y1="51597" x2="52396" y2="51597"/>
                            <a14:backgroundMark x1="42173" y1="14377" x2="33067" y2="73642"/>
                            <a14:backgroundMark x1="57188" y1="25080" x2="57827" y2="30831"/>
                            <a14:backgroundMark x1="58626" y1="37540" x2="60383" y2="41693"/>
                            <a14:backgroundMark x1="33866" y1="19968" x2="29872" y2="59585"/>
                            <a14:backgroundMark x1="78594" y1="44409" x2="78594" y2="44409"/>
                            <a14:backgroundMark x1="79553" y1="44569" x2="79553" y2="44569"/>
                            <a14:backgroundMark x1="76198" y1="44888" x2="76198" y2="44888"/>
                            <a14:backgroundMark x1="75879" y1="44888" x2="75879" y2="44888"/>
                            <a14:backgroundMark x1="75879" y1="44888" x2="78754" y2="46805"/>
                            <a14:backgroundMark x1="80032" y1="49042" x2="78754" y2="47444"/>
                            <a14:backgroundMark x1="78115" y1="43930" x2="79872" y2="40575"/>
                            <a14:backgroundMark x1="75719" y1="44728" x2="75719" y2="44728"/>
                            <a14:backgroundMark x1="75559" y1="44728" x2="75559" y2="44728"/>
                            <a14:backgroundMark x1="58147" y1="31949" x2="58147" y2="31949"/>
                            <a14:backgroundMark x1="61022" y1="51597" x2="61022" y2="51597"/>
                            <a14:backgroundMark x1="62780" y1="51917" x2="62780" y2="51917"/>
                            <a14:backgroundMark x1="62780" y1="51118" x2="62780" y2="5111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056" t="10201" r="9962" b="33583"/>
              <a:stretch/>
            </p:blipFill>
            <p:spPr bwMode="auto">
              <a:xfrm>
                <a:off x="8184757" y="1322432"/>
                <a:ext cx="522448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6" name="Forme libre : forme 55">
                <a:extLst>
                  <a:ext uri="{FF2B5EF4-FFF2-40B4-BE49-F238E27FC236}">
                    <a16:creationId xmlns:a16="http://schemas.microsoft.com/office/drawing/2014/main" id="{DD71C22F-1731-0A97-2402-AA46F0B3D7E4}"/>
                  </a:ext>
                </a:extLst>
              </p:cNvPr>
              <p:cNvSpPr/>
              <p:nvPr/>
            </p:nvSpPr>
            <p:spPr>
              <a:xfrm>
                <a:off x="8246047" y="1349635"/>
                <a:ext cx="421861" cy="811160"/>
              </a:xfrm>
              <a:custGeom>
                <a:avLst/>
                <a:gdLst>
                  <a:gd name="connsiteX0" fmla="*/ 54991 w 421861"/>
                  <a:gd name="connsiteY0" fmla="*/ 788728 h 811160"/>
                  <a:gd name="connsiteX1" fmla="*/ 71659 w 421861"/>
                  <a:gd name="connsiteY1" fmla="*/ 562509 h 811160"/>
                  <a:gd name="connsiteX2" fmla="*/ 121666 w 421861"/>
                  <a:gd name="connsiteY2" fmla="*/ 538696 h 811160"/>
                  <a:gd name="connsiteX3" fmla="*/ 131191 w 421861"/>
                  <a:gd name="connsiteY3" fmla="*/ 479165 h 811160"/>
                  <a:gd name="connsiteX4" fmla="*/ 71659 w 421861"/>
                  <a:gd name="connsiteY4" fmla="*/ 410109 h 811160"/>
                  <a:gd name="connsiteX5" fmla="*/ 62134 w 421861"/>
                  <a:gd name="connsiteY5" fmla="*/ 341053 h 811160"/>
                  <a:gd name="connsiteX6" fmla="*/ 12128 w 421861"/>
                  <a:gd name="connsiteY6" fmla="*/ 279140 h 811160"/>
                  <a:gd name="connsiteX7" fmla="*/ 12128 w 421861"/>
                  <a:gd name="connsiteY7" fmla="*/ 171984 h 811160"/>
                  <a:gd name="connsiteX8" fmla="*/ 222 w 421861"/>
                  <a:gd name="connsiteY8" fmla="*/ 86259 h 811160"/>
                  <a:gd name="connsiteX9" fmla="*/ 24034 w 421861"/>
                  <a:gd name="connsiteY9" fmla="*/ 33871 h 811160"/>
                  <a:gd name="connsiteX10" fmla="*/ 83566 w 421861"/>
                  <a:gd name="connsiteY10" fmla="*/ 534 h 811160"/>
                  <a:gd name="connsiteX11" fmla="*/ 338359 w 421861"/>
                  <a:gd name="connsiteY11" fmla="*/ 60065 h 811160"/>
                  <a:gd name="connsiteX12" fmla="*/ 421703 w 421861"/>
                  <a:gd name="connsiteY12" fmla="*/ 176746 h 811160"/>
                  <a:gd name="connsiteX13" fmla="*/ 359791 w 421861"/>
                  <a:gd name="connsiteY13" fmla="*/ 205321 h 811160"/>
                  <a:gd name="connsiteX14" fmla="*/ 376459 w 421861"/>
                  <a:gd name="connsiteY14" fmla="*/ 210084 h 811160"/>
                  <a:gd name="connsiteX15" fmla="*/ 369316 w 421861"/>
                  <a:gd name="connsiteY15" fmla="*/ 271996 h 811160"/>
                  <a:gd name="connsiteX16" fmla="*/ 364553 w 421861"/>
                  <a:gd name="connsiteY16" fmla="*/ 379153 h 811160"/>
                  <a:gd name="connsiteX17" fmla="*/ 316928 w 421861"/>
                  <a:gd name="connsiteY17" fmla="*/ 362484 h 811160"/>
                  <a:gd name="connsiteX18" fmla="*/ 305022 w 421861"/>
                  <a:gd name="connsiteY18" fmla="*/ 414871 h 811160"/>
                  <a:gd name="connsiteX19" fmla="*/ 250253 w 421861"/>
                  <a:gd name="connsiteY19" fmla="*/ 467259 h 811160"/>
                  <a:gd name="connsiteX20" fmla="*/ 269303 w 421861"/>
                  <a:gd name="connsiteY20" fmla="*/ 495834 h 811160"/>
                  <a:gd name="connsiteX21" fmla="*/ 359791 w 421861"/>
                  <a:gd name="connsiteY21" fmla="*/ 593465 h 811160"/>
                  <a:gd name="connsiteX22" fmla="*/ 405034 w 421861"/>
                  <a:gd name="connsiteY22" fmla="*/ 679190 h 811160"/>
                  <a:gd name="connsiteX23" fmla="*/ 343122 w 421861"/>
                  <a:gd name="connsiteY23" fmla="*/ 791109 h 811160"/>
                  <a:gd name="connsiteX24" fmla="*/ 54991 w 421861"/>
                  <a:gd name="connsiteY24" fmla="*/ 788728 h 81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21861" h="811160">
                    <a:moveTo>
                      <a:pt x="54991" y="788728"/>
                    </a:moveTo>
                    <a:cubicBezTo>
                      <a:pt x="9747" y="750628"/>
                      <a:pt x="60547" y="604181"/>
                      <a:pt x="71659" y="562509"/>
                    </a:cubicBezTo>
                    <a:cubicBezTo>
                      <a:pt x="82771" y="520837"/>
                      <a:pt x="111744" y="552587"/>
                      <a:pt x="121666" y="538696"/>
                    </a:cubicBezTo>
                    <a:cubicBezTo>
                      <a:pt x="131588" y="524805"/>
                      <a:pt x="139526" y="500596"/>
                      <a:pt x="131191" y="479165"/>
                    </a:cubicBezTo>
                    <a:cubicBezTo>
                      <a:pt x="122856" y="457734"/>
                      <a:pt x="83169" y="433128"/>
                      <a:pt x="71659" y="410109"/>
                    </a:cubicBezTo>
                    <a:cubicBezTo>
                      <a:pt x="60150" y="387090"/>
                      <a:pt x="72056" y="362881"/>
                      <a:pt x="62134" y="341053"/>
                    </a:cubicBezTo>
                    <a:cubicBezTo>
                      <a:pt x="52212" y="319225"/>
                      <a:pt x="20462" y="307318"/>
                      <a:pt x="12128" y="279140"/>
                    </a:cubicBezTo>
                    <a:cubicBezTo>
                      <a:pt x="3794" y="250962"/>
                      <a:pt x="14112" y="204131"/>
                      <a:pt x="12128" y="171984"/>
                    </a:cubicBezTo>
                    <a:cubicBezTo>
                      <a:pt x="10144" y="139837"/>
                      <a:pt x="-1762" y="109278"/>
                      <a:pt x="222" y="86259"/>
                    </a:cubicBezTo>
                    <a:cubicBezTo>
                      <a:pt x="2206" y="63240"/>
                      <a:pt x="10143" y="48158"/>
                      <a:pt x="24034" y="33871"/>
                    </a:cubicBezTo>
                    <a:cubicBezTo>
                      <a:pt x="37925" y="19583"/>
                      <a:pt x="31179" y="-3832"/>
                      <a:pt x="83566" y="534"/>
                    </a:cubicBezTo>
                    <a:cubicBezTo>
                      <a:pt x="135953" y="4900"/>
                      <a:pt x="282003" y="30696"/>
                      <a:pt x="338359" y="60065"/>
                    </a:cubicBezTo>
                    <a:cubicBezTo>
                      <a:pt x="394715" y="89434"/>
                      <a:pt x="418131" y="152537"/>
                      <a:pt x="421703" y="176746"/>
                    </a:cubicBezTo>
                    <a:cubicBezTo>
                      <a:pt x="425275" y="200955"/>
                      <a:pt x="367332" y="199765"/>
                      <a:pt x="359791" y="205321"/>
                    </a:cubicBezTo>
                    <a:cubicBezTo>
                      <a:pt x="352250" y="210877"/>
                      <a:pt x="374872" y="198972"/>
                      <a:pt x="376459" y="210084"/>
                    </a:cubicBezTo>
                    <a:cubicBezTo>
                      <a:pt x="378046" y="221196"/>
                      <a:pt x="371300" y="243818"/>
                      <a:pt x="369316" y="271996"/>
                    </a:cubicBezTo>
                    <a:cubicBezTo>
                      <a:pt x="367332" y="300174"/>
                      <a:pt x="373284" y="364072"/>
                      <a:pt x="364553" y="379153"/>
                    </a:cubicBezTo>
                    <a:cubicBezTo>
                      <a:pt x="355822" y="394234"/>
                      <a:pt x="326850" y="356531"/>
                      <a:pt x="316928" y="362484"/>
                    </a:cubicBezTo>
                    <a:cubicBezTo>
                      <a:pt x="307006" y="368437"/>
                      <a:pt x="316134" y="397409"/>
                      <a:pt x="305022" y="414871"/>
                    </a:cubicBezTo>
                    <a:cubicBezTo>
                      <a:pt x="293910" y="432333"/>
                      <a:pt x="256206" y="453765"/>
                      <a:pt x="250253" y="467259"/>
                    </a:cubicBezTo>
                    <a:cubicBezTo>
                      <a:pt x="244300" y="480753"/>
                      <a:pt x="251047" y="474800"/>
                      <a:pt x="269303" y="495834"/>
                    </a:cubicBezTo>
                    <a:cubicBezTo>
                      <a:pt x="287559" y="516868"/>
                      <a:pt x="337169" y="562906"/>
                      <a:pt x="359791" y="593465"/>
                    </a:cubicBezTo>
                    <a:cubicBezTo>
                      <a:pt x="382413" y="624024"/>
                      <a:pt x="407812" y="646250"/>
                      <a:pt x="405034" y="679190"/>
                    </a:cubicBezTo>
                    <a:cubicBezTo>
                      <a:pt x="402256" y="712130"/>
                      <a:pt x="397891" y="773647"/>
                      <a:pt x="343122" y="791109"/>
                    </a:cubicBezTo>
                    <a:cubicBezTo>
                      <a:pt x="288353" y="808571"/>
                      <a:pt x="100235" y="826828"/>
                      <a:pt x="54991" y="788728"/>
                    </a:cubicBezTo>
                    <a:close/>
                  </a:path>
                </a:pathLst>
              </a:custGeom>
              <a:solidFill>
                <a:srgbClr val="7030A0">
                  <a:alpha val="50196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07EB9E4F-141F-6D9B-7B15-FA82F9C17E48}"/>
                </a:ext>
              </a:extLst>
            </p:cNvPr>
            <p:cNvSpPr txBox="1"/>
            <p:nvPr/>
          </p:nvSpPr>
          <p:spPr>
            <a:xfrm>
              <a:off x="8780104" y="1301961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</a:p>
          </p:txBody>
        </p:sp>
      </p:grpSp>
      <p:pic>
        <p:nvPicPr>
          <p:cNvPr id="18" name="Google Shape;88;p1">
            <a:extLst>
              <a:ext uri="{FF2B5EF4-FFF2-40B4-BE49-F238E27FC236}">
                <a16:creationId xmlns:a16="http://schemas.microsoft.com/office/drawing/2014/main" id="{3A7FB65F-355F-6932-EE5B-F3E9317868AE}"/>
              </a:ext>
            </a:extLst>
          </p:cNvPr>
          <p:cNvPicPr preferRelativeResize="0"/>
          <p:nvPr/>
        </p:nvPicPr>
        <p:blipFill rotWithShape="1">
          <a:blip r:embed="rId15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799" b="90437" l="8974" r="86643">
                        <a14:foregroundMark x1="86694" y1="66234" x2="86694" y2="66234"/>
                        <a14:foregroundMark x1="40743" y1="90437" x2="40743" y2="90437"/>
                        <a14:foregroundMark x1="62352" y1="84652" x2="62352" y2="84652"/>
                        <a14:foregroundMark x1="62867" y1="84652" x2="62867" y2="84652"/>
                        <a14:foregroundMark x1="62867" y1="86305" x2="62867" y2="86305"/>
                        <a14:foregroundMark x1="62713" y1="85124" x2="62713" y2="85124"/>
                        <a14:foregroundMark x1="63899" y1="85832" x2="63899" y2="85832"/>
                        <a14:foregroundMark x1="61320" y1="85832" x2="62197" y2="85832"/>
                        <a14:foregroundMark x1="64260" y1="84298" x2="64260" y2="84298"/>
                        <a14:foregroundMark x1="65446" y1="81582" x2="65446" y2="81582"/>
                      </a14:backgroundRemoval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r="9853"/>
          <a:stretch/>
        </p:blipFill>
        <p:spPr>
          <a:xfrm flipH="1">
            <a:off x="4184557" y="2749263"/>
            <a:ext cx="3125034" cy="1474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88;p1">
            <a:extLst>
              <a:ext uri="{FF2B5EF4-FFF2-40B4-BE49-F238E27FC236}">
                <a16:creationId xmlns:a16="http://schemas.microsoft.com/office/drawing/2014/main" id="{D4E47CEA-6F71-2B6F-99C6-BB86C74932F5}"/>
              </a:ext>
            </a:extLst>
          </p:cNvPr>
          <p:cNvPicPr preferRelativeResize="0"/>
          <p:nvPr/>
        </p:nvPicPr>
        <p:blipFill rotWithShape="1">
          <a:blip r:embed="rId17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799" b="90437" l="8974" r="86643">
                        <a14:foregroundMark x1="86694" y1="66234" x2="86694" y2="66234"/>
                        <a14:foregroundMark x1="40743" y1="90437" x2="40743" y2="90437"/>
                        <a14:foregroundMark x1="62352" y1="84652" x2="62352" y2="84652"/>
                        <a14:foregroundMark x1="62867" y1="84652" x2="62867" y2="84652"/>
                        <a14:foregroundMark x1="62867" y1="86305" x2="62867" y2="86305"/>
                        <a14:foregroundMark x1="62713" y1="85124" x2="62713" y2="85124"/>
                        <a14:foregroundMark x1="63899" y1="85832" x2="63899" y2="85832"/>
                        <a14:foregroundMark x1="61320" y1="85832" x2="62197" y2="85832"/>
                        <a14:foregroundMark x1="64260" y1="84298" x2="64260" y2="84298"/>
                        <a14:foregroundMark x1="65446" y1="81582" x2="65446" y2="81582"/>
                      </a14:backgroundRemoval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 r="9853"/>
          <a:stretch/>
        </p:blipFill>
        <p:spPr>
          <a:xfrm>
            <a:off x="6762555" y="2751705"/>
            <a:ext cx="3129258" cy="147722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9738214F-AD25-665F-057B-6A2D4FD81C2D}"/>
              </a:ext>
            </a:extLst>
          </p:cNvPr>
          <p:cNvSpPr txBox="1"/>
          <p:nvPr/>
        </p:nvSpPr>
        <p:spPr>
          <a:xfrm>
            <a:off x="5982448" y="4268178"/>
            <a:ext cx="2148821" cy="408623"/>
          </a:xfrm>
          <a:prstGeom prst="roundRect">
            <a:avLst/>
          </a:prstGeom>
          <a:solidFill>
            <a:schemeClr val="tx2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2 SYMONES</a:t>
            </a:r>
            <a:endParaRPr lang="fr-FR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5116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C4B6D-730C-07DD-095E-DD95B751D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4E8FB53-A3FC-690A-A22B-CD56B455EE9E}"/>
              </a:ext>
            </a:extLst>
          </p:cNvPr>
          <p:cNvSpPr/>
          <p:nvPr/>
        </p:nvSpPr>
        <p:spPr>
          <a:xfrm>
            <a:off x="2368231" y="352425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9E05A7-A92A-DF27-CED3-6CEB0A1D47AC}"/>
              </a:ext>
            </a:extLst>
          </p:cNvPr>
          <p:cNvSpPr/>
          <p:nvPr/>
        </p:nvSpPr>
        <p:spPr>
          <a:xfrm>
            <a:off x="1038224" y="0"/>
            <a:ext cx="13335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49E7D4-5397-79E6-FEC6-2BD477C81404}"/>
              </a:ext>
            </a:extLst>
          </p:cNvPr>
          <p:cNvSpPr/>
          <p:nvPr/>
        </p:nvSpPr>
        <p:spPr>
          <a:xfrm>
            <a:off x="1085849" y="352425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Lundi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29A62A-CC74-2728-60AE-69E3BC97BF8F}"/>
              </a:ext>
            </a:extLst>
          </p:cNvPr>
          <p:cNvSpPr/>
          <p:nvPr/>
        </p:nvSpPr>
        <p:spPr>
          <a:xfrm>
            <a:off x="1085849" y="1294289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Mardi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A9F2D8-5DDB-4907-1E1D-2DF1C9226DBF}"/>
              </a:ext>
            </a:extLst>
          </p:cNvPr>
          <p:cNvSpPr/>
          <p:nvPr/>
        </p:nvSpPr>
        <p:spPr>
          <a:xfrm>
            <a:off x="1085849" y="2236153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Mercredi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6339E4-E24B-B922-3C30-BA41946FF8B2}"/>
              </a:ext>
            </a:extLst>
          </p:cNvPr>
          <p:cNvSpPr/>
          <p:nvPr/>
        </p:nvSpPr>
        <p:spPr>
          <a:xfrm>
            <a:off x="1085849" y="3178017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Jeudi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35456-200E-2C83-7DA6-65D7EC787B90}"/>
              </a:ext>
            </a:extLst>
          </p:cNvPr>
          <p:cNvSpPr/>
          <p:nvPr/>
        </p:nvSpPr>
        <p:spPr>
          <a:xfrm>
            <a:off x="1085849" y="4119881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Vendredi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47DBC2-AD53-2414-A378-66E7494E30BD}"/>
              </a:ext>
            </a:extLst>
          </p:cNvPr>
          <p:cNvSpPr/>
          <p:nvPr/>
        </p:nvSpPr>
        <p:spPr>
          <a:xfrm>
            <a:off x="1085849" y="5061745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Samedi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8E4F90-9240-AA80-20C7-22B233CC489F}"/>
              </a:ext>
            </a:extLst>
          </p:cNvPr>
          <p:cNvSpPr/>
          <p:nvPr/>
        </p:nvSpPr>
        <p:spPr>
          <a:xfrm>
            <a:off x="1085849" y="6003609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Dimanche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1C8F38-9A59-914C-86D5-CC430732C3D3}"/>
              </a:ext>
            </a:extLst>
          </p:cNvPr>
          <p:cNvSpPr/>
          <p:nvPr/>
        </p:nvSpPr>
        <p:spPr>
          <a:xfrm>
            <a:off x="2371724" y="0"/>
            <a:ext cx="9820275" cy="3524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4BFD2B-D361-3AE1-A596-9CE5B0469DD3}"/>
              </a:ext>
            </a:extLst>
          </p:cNvPr>
          <p:cNvSpPr/>
          <p:nvPr/>
        </p:nvSpPr>
        <p:spPr>
          <a:xfrm>
            <a:off x="3232625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Paris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FFB301-415A-5656-33B1-2DD8449B7317}"/>
              </a:ext>
            </a:extLst>
          </p:cNvPr>
          <p:cNvSpPr/>
          <p:nvPr/>
        </p:nvSpPr>
        <p:spPr>
          <a:xfrm>
            <a:off x="7008019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Lyon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9CD3C3-335B-123E-0105-34631DE6E3F7}"/>
              </a:ext>
            </a:extLst>
          </p:cNvPr>
          <p:cNvSpPr/>
          <p:nvPr/>
        </p:nvSpPr>
        <p:spPr>
          <a:xfrm>
            <a:off x="10783413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Marseille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1609B2-8553-FC54-23A9-A705AB7E8341}"/>
              </a:ext>
            </a:extLst>
          </p:cNvPr>
          <p:cNvSpPr/>
          <p:nvPr/>
        </p:nvSpPr>
        <p:spPr>
          <a:xfrm>
            <a:off x="2364803" y="1244484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D7B14B-31E6-25EA-B322-8BC77FB97CA8}"/>
              </a:ext>
            </a:extLst>
          </p:cNvPr>
          <p:cNvSpPr/>
          <p:nvPr/>
        </p:nvSpPr>
        <p:spPr>
          <a:xfrm>
            <a:off x="2364802" y="213654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64FA41-6DF5-331A-206B-9EA585A3F80A}"/>
              </a:ext>
            </a:extLst>
          </p:cNvPr>
          <p:cNvSpPr/>
          <p:nvPr/>
        </p:nvSpPr>
        <p:spPr>
          <a:xfrm>
            <a:off x="2365437" y="302435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4BCDCE-EAFF-0E24-B780-416506B79AC5}"/>
              </a:ext>
            </a:extLst>
          </p:cNvPr>
          <p:cNvSpPr/>
          <p:nvPr/>
        </p:nvSpPr>
        <p:spPr>
          <a:xfrm>
            <a:off x="2365437" y="3916647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E62B7B-17EB-526C-C978-5CF118A0E52F}"/>
              </a:ext>
            </a:extLst>
          </p:cNvPr>
          <p:cNvSpPr/>
          <p:nvPr/>
        </p:nvSpPr>
        <p:spPr>
          <a:xfrm>
            <a:off x="2365437" y="4810271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75265D-FF07-53AF-F781-26D09956AD2C}"/>
              </a:ext>
            </a:extLst>
          </p:cNvPr>
          <p:cNvSpPr/>
          <p:nvPr/>
        </p:nvSpPr>
        <p:spPr>
          <a:xfrm>
            <a:off x="2365437" y="5702331"/>
            <a:ext cx="9823769" cy="1155670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Google Shape;88;p1">
            <a:extLst>
              <a:ext uri="{FF2B5EF4-FFF2-40B4-BE49-F238E27FC236}">
                <a16:creationId xmlns:a16="http://schemas.microsoft.com/office/drawing/2014/main" id="{EFEA8313-D33A-74AA-B17B-A6573136207F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99" b="90437" l="8974" r="86643">
                        <a14:foregroundMark x1="86694" y1="66234" x2="86694" y2="66234"/>
                        <a14:foregroundMark x1="40743" y1="90437" x2="40743" y2="90437"/>
                        <a14:foregroundMark x1="62352" y1="84652" x2="62352" y2="84652"/>
                        <a14:foregroundMark x1="62867" y1="84652" x2="62867" y2="84652"/>
                        <a14:foregroundMark x1="62867" y1="86305" x2="62867" y2="86305"/>
                        <a14:foregroundMark x1="62713" y1="85124" x2="62713" y2="85124"/>
                        <a14:foregroundMark x1="63899" y1="85832" x2="63899" y2="85832"/>
                        <a14:foregroundMark x1="61320" y1="85832" x2="62197" y2="85832"/>
                        <a14:foregroundMark x1="64260" y1="84298" x2="64260" y2="84298"/>
                        <a14:foregroundMark x1="65446" y1="81582" x2="65446" y2="81582"/>
                      </a14:backgroundRemoval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r="9853"/>
          <a:stretch/>
        </p:blipFill>
        <p:spPr>
          <a:xfrm flipH="1">
            <a:off x="959291" y="686017"/>
            <a:ext cx="1096080" cy="517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88;p1">
            <a:extLst>
              <a:ext uri="{FF2B5EF4-FFF2-40B4-BE49-F238E27FC236}">
                <a16:creationId xmlns:a16="http://schemas.microsoft.com/office/drawing/2014/main" id="{670CEAB4-6BE2-8F2B-194C-AB9F78B59F06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99" b="90437" l="8974" r="86643">
                        <a14:foregroundMark x1="86694" y1="66234" x2="86694" y2="66234"/>
                        <a14:foregroundMark x1="40743" y1="90437" x2="40743" y2="90437"/>
                        <a14:foregroundMark x1="62352" y1="84652" x2="62352" y2="84652"/>
                        <a14:foregroundMark x1="62867" y1="84652" x2="62867" y2="84652"/>
                        <a14:foregroundMark x1="62867" y1="86305" x2="62867" y2="86305"/>
                        <a14:foregroundMark x1="62713" y1="85124" x2="62713" y2="85124"/>
                        <a14:foregroundMark x1="63899" y1="85832" x2="63899" y2="85832"/>
                        <a14:foregroundMark x1="61320" y1="85832" x2="62197" y2="85832"/>
                        <a14:foregroundMark x1="64260" y1="84298" x2="64260" y2="84298"/>
                        <a14:foregroundMark x1="65446" y1="81582" x2="65446" y2="81582"/>
                      </a14:backgroundRemoval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 r="9853"/>
          <a:stretch/>
        </p:blipFill>
        <p:spPr>
          <a:xfrm>
            <a:off x="-131816" y="686017"/>
            <a:ext cx="1044436" cy="4930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5" name="Groupe 2074">
            <a:extLst>
              <a:ext uri="{FF2B5EF4-FFF2-40B4-BE49-F238E27FC236}">
                <a16:creationId xmlns:a16="http://schemas.microsoft.com/office/drawing/2014/main" id="{CBB6B716-17A2-B19E-A049-59CB211DEBF6}"/>
              </a:ext>
            </a:extLst>
          </p:cNvPr>
          <p:cNvGrpSpPr/>
          <p:nvPr/>
        </p:nvGrpSpPr>
        <p:grpSpPr>
          <a:xfrm>
            <a:off x="323212" y="2786636"/>
            <a:ext cx="369858" cy="534152"/>
            <a:chOff x="4693615" y="1216747"/>
            <a:chExt cx="628062" cy="907054"/>
          </a:xfrm>
        </p:grpSpPr>
        <p:grpSp>
          <p:nvGrpSpPr>
            <p:cNvPr id="2054" name="Groupe 2053">
              <a:extLst>
                <a:ext uri="{FF2B5EF4-FFF2-40B4-BE49-F238E27FC236}">
                  <a16:creationId xmlns:a16="http://schemas.microsoft.com/office/drawing/2014/main" id="{19401F61-2C4F-B7FD-E464-2399CE3498C2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54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49044204-36EA-9239-4931-B9C5F70335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53" name="Forme libre : forme 2052">
                <a:extLst>
                  <a:ext uri="{FF2B5EF4-FFF2-40B4-BE49-F238E27FC236}">
                    <a16:creationId xmlns:a16="http://schemas.microsoft.com/office/drawing/2014/main" id="{F3712169-9443-5708-7E3C-7C15A9088824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rgbClr val="FFFF00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2074" name="ZoneTexte 2073">
              <a:extLst>
                <a:ext uri="{FF2B5EF4-FFF2-40B4-BE49-F238E27FC236}">
                  <a16:creationId xmlns:a16="http://schemas.microsoft.com/office/drawing/2014/main" id="{BEA9FDD1-CF6C-96DF-D519-FF600F4DD590}"/>
                </a:ext>
              </a:extLst>
            </p:cNvPr>
            <p:cNvSpPr txBox="1"/>
            <p:nvPr/>
          </p:nvSpPr>
          <p:spPr>
            <a:xfrm>
              <a:off x="4768481" y="1216747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2081" name="Groupe 2080">
            <a:extLst>
              <a:ext uri="{FF2B5EF4-FFF2-40B4-BE49-F238E27FC236}">
                <a16:creationId xmlns:a16="http://schemas.microsoft.com/office/drawing/2014/main" id="{A7AECCAC-A456-01DC-AF84-F5A0D2D160B2}"/>
              </a:ext>
            </a:extLst>
          </p:cNvPr>
          <p:cNvGrpSpPr/>
          <p:nvPr/>
        </p:nvGrpSpPr>
        <p:grpSpPr>
          <a:xfrm>
            <a:off x="338612" y="3396567"/>
            <a:ext cx="339058" cy="529036"/>
            <a:chOff x="5633373" y="1227577"/>
            <a:chExt cx="575763" cy="898368"/>
          </a:xfrm>
        </p:grpSpPr>
        <p:grpSp>
          <p:nvGrpSpPr>
            <p:cNvPr id="2058" name="Groupe 2057">
              <a:extLst>
                <a:ext uri="{FF2B5EF4-FFF2-40B4-BE49-F238E27FC236}">
                  <a16:creationId xmlns:a16="http://schemas.microsoft.com/office/drawing/2014/main" id="{BC3D7D0E-25F8-03E9-D6BD-487865ABE80A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21" name="Image 20">
                <a:extLst>
                  <a:ext uri="{FF2B5EF4-FFF2-40B4-BE49-F238E27FC236}">
                    <a16:creationId xmlns:a16="http://schemas.microsoft.com/office/drawing/2014/main" id="{8D099861-38FD-8650-68C1-E295148E89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2057" name="Forme libre : forme 2056">
                <a:extLst>
                  <a:ext uri="{FF2B5EF4-FFF2-40B4-BE49-F238E27FC236}">
                    <a16:creationId xmlns:a16="http://schemas.microsoft.com/office/drawing/2014/main" id="{7D704FD3-5FFC-563A-2B3F-2B9E0233903D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rgbClr val="E6007E">
                  <a:alpha val="50196"/>
                </a:srgb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076" name="ZoneTexte 2075">
              <a:extLst>
                <a:ext uri="{FF2B5EF4-FFF2-40B4-BE49-F238E27FC236}">
                  <a16:creationId xmlns:a16="http://schemas.microsoft.com/office/drawing/2014/main" id="{774BACE5-33A5-9345-9544-6F5876A7DA00}"/>
                </a:ext>
              </a:extLst>
            </p:cNvPr>
            <p:cNvSpPr txBox="1"/>
            <p:nvPr/>
          </p:nvSpPr>
          <p:spPr>
            <a:xfrm>
              <a:off x="5684343" y="1227577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2082" name="Groupe 2081">
            <a:extLst>
              <a:ext uri="{FF2B5EF4-FFF2-40B4-BE49-F238E27FC236}">
                <a16:creationId xmlns:a16="http://schemas.microsoft.com/office/drawing/2014/main" id="{291C06F5-EC83-4AAB-0241-F2B1ADA5F71C}"/>
              </a:ext>
            </a:extLst>
          </p:cNvPr>
          <p:cNvGrpSpPr/>
          <p:nvPr/>
        </p:nvGrpSpPr>
        <p:grpSpPr>
          <a:xfrm>
            <a:off x="325916" y="4001382"/>
            <a:ext cx="364450" cy="532250"/>
            <a:chOff x="6389138" y="1222598"/>
            <a:chExt cx="618881" cy="903824"/>
          </a:xfrm>
        </p:grpSpPr>
        <p:grpSp>
          <p:nvGrpSpPr>
            <p:cNvPr id="2073" name="Groupe 2072">
              <a:extLst>
                <a:ext uri="{FF2B5EF4-FFF2-40B4-BE49-F238E27FC236}">
                  <a16:creationId xmlns:a16="http://schemas.microsoft.com/office/drawing/2014/main" id="{C8E97406-51D3-B0D6-9D75-43334A10586B}"/>
                </a:ext>
              </a:extLst>
            </p:cNvPr>
            <p:cNvGrpSpPr/>
            <p:nvPr/>
          </p:nvGrpSpPr>
          <p:grpSpPr>
            <a:xfrm>
              <a:off x="6389138" y="1222598"/>
              <a:ext cx="618881" cy="903824"/>
              <a:chOff x="6389138" y="1222598"/>
              <a:chExt cx="618881" cy="903824"/>
            </a:xfrm>
          </p:grpSpPr>
          <p:pic>
            <p:nvPicPr>
              <p:cNvPr id="61" name="Picture 6" descr="Illustration de chauffeur d'autobus scolaire. | Vecteur Premium">
                <a:extLst>
                  <a:ext uri="{FF2B5EF4-FFF2-40B4-BE49-F238E27FC236}">
                    <a16:creationId xmlns:a16="http://schemas.microsoft.com/office/drawing/2014/main" id="{4F448836-E049-091D-94F6-3B76A5B638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10000" b="90000" l="10000" r="90000">
                            <a14:foregroundMark x1="69169" y1="10064" x2="69169" y2="10064"/>
                            <a14:backgroundMark x1="50799" y1="13419" x2="42492" y2="96645"/>
                            <a14:backgroundMark x1="42492" y1="96645" x2="42492" y2="96645"/>
                            <a14:backgroundMark x1="55112" y1="11022" x2="54792" y2="77636"/>
                            <a14:backgroundMark x1="57188" y1="72684" x2="57188" y2="72684"/>
                            <a14:backgroundMark x1="57508" y1="72364" x2="59105" y2="81310"/>
                            <a14:backgroundMark x1="65176" y1="73003" x2="65815" y2="78275"/>
                            <a14:backgroundMark x1="65495" y1="68371" x2="66134" y2="69649"/>
                            <a14:backgroundMark x1="77476" y1="66613" x2="80831" y2="79073"/>
                            <a14:backgroundMark x1="77796" y1="70607" x2="77796" y2="84345"/>
                            <a14:backgroundMark x1="75879" y1="80671" x2="75879" y2="80671"/>
                            <a14:backgroundMark x1="74760" y1="76358" x2="75399" y2="81949"/>
                            <a14:backgroundMark x1="75080" y1="82268" x2="74441" y2="84026"/>
                            <a14:backgroundMark x1="74121" y1="83067" x2="74121" y2="77955"/>
                            <a14:backgroundMark x1="78115" y1="66933" x2="79553" y2="62620"/>
                            <a14:backgroundMark x1="79073" y1="59744" x2="79073" y2="59744"/>
                            <a14:backgroundMark x1="76837" y1="64058" x2="75559" y2="64058"/>
                            <a14:backgroundMark x1="75399" y1="49042" x2="75559" y2="53355"/>
                            <a14:backgroundMark x1="77476" y1="40735" x2="77476" y2="40735"/>
                            <a14:backgroundMark x1="83546" y1="35304" x2="82109" y2="43610"/>
                            <a14:backgroundMark x1="56550" y1="31949" x2="56550" y2="31949"/>
                            <a14:backgroundMark x1="58147" y1="32748" x2="58147" y2="32748"/>
                            <a14:backgroundMark x1="56869" y1="30351" x2="57508" y2="36741"/>
                            <a14:backgroundMark x1="57508" y1="30351" x2="58147" y2="31310"/>
                            <a14:backgroundMark x1="58147" y1="31310" x2="58147" y2="32588"/>
                            <a14:backgroundMark x1="58147" y1="32588" x2="58147" y2="32588"/>
                            <a14:backgroundMark x1="57827" y1="47604" x2="56070" y2="56390"/>
                            <a14:backgroundMark x1="58786" y1="48722" x2="60064" y2="54313"/>
                            <a14:backgroundMark x1="60064" y1="53994" x2="60064" y2="53994"/>
                            <a14:backgroundMark x1="60064" y1="50958" x2="61182" y2="50958"/>
                            <a14:backgroundMark x1="61182" y1="50958" x2="61182" y2="509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91" r="10388" b="44795"/>
              <a:stretch/>
            </p:blipFill>
            <p:spPr bwMode="auto">
              <a:xfrm>
                <a:off x="6389138" y="1222598"/>
                <a:ext cx="618881" cy="900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63" name="Forme libre : forme 2062">
                <a:extLst>
                  <a:ext uri="{FF2B5EF4-FFF2-40B4-BE49-F238E27FC236}">
                    <a16:creationId xmlns:a16="http://schemas.microsoft.com/office/drawing/2014/main" id="{CDC7870E-6135-8829-A288-B3953E91B71F}"/>
                  </a:ext>
                </a:extLst>
              </p:cNvPr>
              <p:cNvSpPr/>
              <p:nvPr/>
            </p:nvSpPr>
            <p:spPr>
              <a:xfrm>
                <a:off x="6459846" y="1340173"/>
                <a:ext cx="469806" cy="786249"/>
              </a:xfrm>
              <a:custGeom>
                <a:avLst/>
                <a:gdLst>
                  <a:gd name="connsiteX0" fmla="*/ 62142 w 469806"/>
                  <a:gd name="connsiteY0" fmla="*/ 780016 h 786249"/>
                  <a:gd name="connsiteX1" fmla="*/ 103417 w 469806"/>
                  <a:gd name="connsiteY1" fmla="*/ 694291 h 786249"/>
                  <a:gd name="connsiteX2" fmla="*/ 87542 w 469806"/>
                  <a:gd name="connsiteY2" fmla="*/ 624441 h 786249"/>
                  <a:gd name="connsiteX3" fmla="*/ 122467 w 469806"/>
                  <a:gd name="connsiteY3" fmla="*/ 513316 h 786249"/>
                  <a:gd name="connsiteX4" fmla="*/ 39917 w 469806"/>
                  <a:gd name="connsiteY4" fmla="*/ 487916 h 786249"/>
                  <a:gd name="connsiteX5" fmla="*/ 65317 w 469806"/>
                  <a:gd name="connsiteY5" fmla="*/ 237091 h 786249"/>
                  <a:gd name="connsiteX6" fmla="*/ 27217 w 469806"/>
                  <a:gd name="connsiteY6" fmla="*/ 198991 h 786249"/>
                  <a:gd name="connsiteX7" fmla="*/ 1817 w 469806"/>
                  <a:gd name="connsiteY7" fmla="*/ 62466 h 786249"/>
                  <a:gd name="connsiteX8" fmla="*/ 78017 w 469806"/>
                  <a:gd name="connsiteY8" fmla="*/ 2141 h 786249"/>
                  <a:gd name="connsiteX9" fmla="*/ 246292 w 469806"/>
                  <a:gd name="connsiteY9" fmla="*/ 21191 h 786249"/>
                  <a:gd name="connsiteX10" fmla="*/ 395517 w 469806"/>
                  <a:gd name="connsiteY10" fmla="*/ 94216 h 786249"/>
                  <a:gd name="connsiteX11" fmla="*/ 443142 w 469806"/>
                  <a:gd name="connsiteY11" fmla="*/ 173591 h 786249"/>
                  <a:gd name="connsiteX12" fmla="*/ 395517 w 469806"/>
                  <a:gd name="connsiteY12" fmla="*/ 214866 h 786249"/>
                  <a:gd name="connsiteX13" fmla="*/ 420917 w 469806"/>
                  <a:gd name="connsiteY13" fmla="*/ 303766 h 786249"/>
                  <a:gd name="connsiteX14" fmla="*/ 411392 w 469806"/>
                  <a:gd name="connsiteY14" fmla="*/ 484741 h 786249"/>
                  <a:gd name="connsiteX15" fmla="*/ 306617 w 469806"/>
                  <a:gd name="connsiteY15" fmla="*/ 526016 h 786249"/>
                  <a:gd name="connsiteX16" fmla="*/ 401867 w 469806"/>
                  <a:gd name="connsiteY16" fmla="*/ 605391 h 786249"/>
                  <a:gd name="connsiteX17" fmla="*/ 468542 w 469806"/>
                  <a:gd name="connsiteY17" fmla="*/ 716516 h 786249"/>
                  <a:gd name="connsiteX18" fmla="*/ 411392 w 469806"/>
                  <a:gd name="connsiteY18" fmla="*/ 773666 h 786249"/>
                  <a:gd name="connsiteX19" fmla="*/ 62142 w 469806"/>
                  <a:gd name="connsiteY19" fmla="*/ 780016 h 78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69806" h="786249">
                    <a:moveTo>
                      <a:pt x="62142" y="780016"/>
                    </a:moveTo>
                    <a:cubicBezTo>
                      <a:pt x="10813" y="766787"/>
                      <a:pt x="99184" y="720220"/>
                      <a:pt x="103417" y="694291"/>
                    </a:cubicBezTo>
                    <a:cubicBezTo>
                      <a:pt x="107650" y="668362"/>
                      <a:pt x="84367" y="654604"/>
                      <a:pt x="87542" y="624441"/>
                    </a:cubicBezTo>
                    <a:cubicBezTo>
                      <a:pt x="90717" y="594278"/>
                      <a:pt x="130405" y="536070"/>
                      <a:pt x="122467" y="513316"/>
                    </a:cubicBezTo>
                    <a:cubicBezTo>
                      <a:pt x="114530" y="490562"/>
                      <a:pt x="49442" y="533953"/>
                      <a:pt x="39917" y="487916"/>
                    </a:cubicBezTo>
                    <a:cubicBezTo>
                      <a:pt x="30392" y="441878"/>
                      <a:pt x="67434" y="285245"/>
                      <a:pt x="65317" y="237091"/>
                    </a:cubicBezTo>
                    <a:cubicBezTo>
                      <a:pt x="63200" y="188937"/>
                      <a:pt x="37800" y="228095"/>
                      <a:pt x="27217" y="198991"/>
                    </a:cubicBezTo>
                    <a:cubicBezTo>
                      <a:pt x="16634" y="169887"/>
                      <a:pt x="-6650" y="95274"/>
                      <a:pt x="1817" y="62466"/>
                    </a:cubicBezTo>
                    <a:cubicBezTo>
                      <a:pt x="10284" y="29658"/>
                      <a:pt x="37271" y="9020"/>
                      <a:pt x="78017" y="2141"/>
                    </a:cubicBezTo>
                    <a:cubicBezTo>
                      <a:pt x="118763" y="-4738"/>
                      <a:pt x="193375" y="5845"/>
                      <a:pt x="246292" y="21191"/>
                    </a:cubicBezTo>
                    <a:cubicBezTo>
                      <a:pt x="299209" y="36537"/>
                      <a:pt x="362709" y="68816"/>
                      <a:pt x="395517" y="94216"/>
                    </a:cubicBezTo>
                    <a:cubicBezTo>
                      <a:pt x="428325" y="119616"/>
                      <a:pt x="443142" y="153483"/>
                      <a:pt x="443142" y="173591"/>
                    </a:cubicBezTo>
                    <a:cubicBezTo>
                      <a:pt x="443142" y="193699"/>
                      <a:pt x="399221" y="193170"/>
                      <a:pt x="395517" y="214866"/>
                    </a:cubicBezTo>
                    <a:cubicBezTo>
                      <a:pt x="391813" y="236562"/>
                      <a:pt x="418271" y="258787"/>
                      <a:pt x="420917" y="303766"/>
                    </a:cubicBezTo>
                    <a:cubicBezTo>
                      <a:pt x="423563" y="348745"/>
                      <a:pt x="430442" y="447699"/>
                      <a:pt x="411392" y="484741"/>
                    </a:cubicBezTo>
                    <a:cubicBezTo>
                      <a:pt x="392342" y="521783"/>
                      <a:pt x="308205" y="505908"/>
                      <a:pt x="306617" y="526016"/>
                    </a:cubicBezTo>
                    <a:cubicBezTo>
                      <a:pt x="305030" y="546124"/>
                      <a:pt x="374880" y="573641"/>
                      <a:pt x="401867" y="605391"/>
                    </a:cubicBezTo>
                    <a:cubicBezTo>
                      <a:pt x="428854" y="637141"/>
                      <a:pt x="466955" y="688470"/>
                      <a:pt x="468542" y="716516"/>
                    </a:cubicBezTo>
                    <a:cubicBezTo>
                      <a:pt x="470129" y="744562"/>
                      <a:pt x="479125" y="764670"/>
                      <a:pt x="411392" y="773666"/>
                    </a:cubicBezTo>
                    <a:cubicBezTo>
                      <a:pt x="343659" y="782662"/>
                      <a:pt x="113471" y="793245"/>
                      <a:pt x="62142" y="780016"/>
                    </a:cubicBezTo>
                    <a:close/>
                  </a:path>
                </a:pathLst>
              </a:custGeom>
              <a:solidFill>
                <a:srgbClr val="00B050">
                  <a:alpha val="50196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077" name="ZoneTexte 2076">
              <a:extLst>
                <a:ext uri="{FF2B5EF4-FFF2-40B4-BE49-F238E27FC236}">
                  <a16:creationId xmlns:a16="http://schemas.microsoft.com/office/drawing/2014/main" id="{3D11D736-0AF8-6C7D-805F-81E29D470621}"/>
                </a:ext>
              </a:extLst>
            </p:cNvPr>
            <p:cNvSpPr txBox="1"/>
            <p:nvPr/>
          </p:nvSpPr>
          <p:spPr>
            <a:xfrm>
              <a:off x="6463786" y="1281363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grpSp>
        <p:nvGrpSpPr>
          <p:cNvPr id="2083" name="Groupe 2082">
            <a:extLst>
              <a:ext uri="{FF2B5EF4-FFF2-40B4-BE49-F238E27FC236}">
                <a16:creationId xmlns:a16="http://schemas.microsoft.com/office/drawing/2014/main" id="{8FA1919E-E70C-CE0C-245E-DF817ADACCDE}"/>
              </a:ext>
            </a:extLst>
          </p:cNvPr>
          <p:cNvGrpSpPr/>
          <p:nvPr/>
        </p:nvGrpSpPr>
        <p:grpSpPr>
          <a:xfrm>
            <a:off x="303009" y="4609411"/>
            <a:ext cx="410264" cy="501848"/>
            <a:chOff x="7205187" y="1274964"/>
            <a:chExt cx="696677" cy="852197"/>
          </a:xfrm>
        </p:grpSpPr>
        <p:grpSp>
          <p:nvGrpSpPr>
            <p:cNvPr id="2066" name="Groupe 2065">
              <a:extLst>
                <a:ext uri="{FF2B5EF4-FFF2-40B4-BE49-F238E27FC236}">
                  <a16:creationId xmlns:a16="http://schemas.microsoft.com/office/drawing/2014/main" id="{8C34A450-E049-8820-10B4-43FF69E0EFCB}"/>
                </a:ext>
              </a:extLst>
            </p:cNvPr>
            <p:cNvGrpSpPr/>
            <p:nvPr/>
          </p:nvGrpSpPr>
          <p:grpSpPr>
            <a:xfrm>
              <a:off x="7205187" y="1310923"/>
              <a:ext cx="696677" cy="816238"/>
              <a:chOff x="6683949" y="1330684"/>
              <a:chExt cx="696677" cy="816238"/>
            </a:xfrm>
          </p:grpSpPr>
          <p:pic>
            <p:nvPicPr>
              <p:cNvPr id="2048" name="Picture 2" descr="Illustration De Vecteur De Chauffeur D'autobus Scolaire Illustration de  Vecteur - Illustration of ville, homme: 87254230">
                <a:extLst>
                  <a:ext uri="{FF2B5EF4-FFF2-40B4-BE49-F238E27FC236}">
                    <a16:creationId xmlns:a16="http://schemas.microsoft.com/office/drawing/2014/main" id="{6C3C582D-5929-F49E-CBA7-33FD3123FB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5444" b="90000" l="9763" r="89974">
                            <a14:foregroundMark x1="67150" y1="8889" x2="67150" y2="8889"/>
                            <a14:foregroundMark x1="68470" y1="5444" x2="68470" y2="5444"/>
                            <a14:foregroundMark x1="73747" y1="44444" x2="73747" y2="44444"/>
                            <a14:foregroundMark x1="70053" y1="43333" x2="70053" y2="43333"/>
                            <a14:backgroundMark x1="50396" y1="26222" x2="46042" y2="65556"/>
                            <a14:backgroundMark x1="46042" y1="65556" x2="46306" y2="66000"/>
                            <a14:backgroundMark x1="45910" y1="15222" x2="47493" y2="78667"/>
                            <a14:backgroundMark x1="50792" y1="19444" x2="50792" y2="19444"/>
                            <a14:backgroundMark x1="54222" y1="15333" x2="55805" y2="40556"/>
                            <a14:backgroundMark x1="33773" y1="16556" x2="25462" y2="66000"/>
                            <a14:backgroundMark x1="18865" y1="26222" x2="22296" y2="72111"/>
                            <a14:backgroundMark x1="20580" y1="30556" x2="30079" y2="85444"/>
                            <a14:backgroundMark x1="41161" y1="52000" x2="41293" y2="84444"/>
                            <a14:backgroundMark x1="62137" y1="57444" x2="62269" y2="65333"/>
                            <a14:backgroundMark x1="58971" y1="36111" x2="57124" y2="55889"/>
                            <a14:backgroundMark x1="60554" y1="41778" x2="60686" y2="44667"/>
                            <a14:backgroundMark x1="75726" y1="39889" x2="75726" y2="39889"/>
                            <a14:backgroundMark x1="76121" y1="40444" x2="76121" y2="40444"/>
                            <a14:backgroundMark x1="75989" y1="40778" x2="75989" y2="40778"/>
                            <a14:backgroundMark x1="77704" y1="39889" x2="82850" y2="42889"/>
                            <a14:backgroundMark x1="82982" y1="53778" x2="82982" y2="70889"/>
                            <a14:backgroundMark x1="60686" y1="34778" x2="61741" y2="4133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4133" b="47067"/>
              <a:stretch/>
            </p:blipFill>
            <p:spPr bwMode="auto">
              <a:xfrm>
                <a:off x="6683949" y="1330684"/>
                <a:ext cx="696677" cy="807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64" name="Forme libre : forme 2063">
                <a:extLst>
                  <a:ext uri="{FF2B5EF4-FFF2-40B4-BE49-F238E27FC236}">
                    <a16:creationId xmlns:a16="http://schemas.microsoft.com/office/drawing/2014/main" id="{5971AA15-33E1-AA5A-FC84-6C4F502BB29A}"/>
                  </a:ext>
                </a:extLst>
              </p:cNvPr>
              <p:cNvSpPr/>
              <p:nvPr/>
            </p:nvSpPr>
            <p:spPr>
              <a:xfrm>
                <a:off x="6773301" y="1349096"/>
                <a:ext cx="468960" cy="797826"/>
              </a:xfrm>
              <a:custGeom>
                <a:avLst/>
                <a:gdLst>
                  <a:gd name="connsiteX0" fmla="*/ 18024 w 468960"/>
                  <a:gd name="connsiteY0" fmla="*/ 778154 h 797826"/>
                  <a:gd name="connsiteX1" fmla="*/ 87874 w 468960"/>
                  <a:gd name="connsiteY1" fmla="*/ 654329 h 797826"/>
                  <a:gd name="connsiteX2" fmla="*/ 170424 w 468960"/>
                  <a:gd name="connsiteY2" fmla="*/ 613054 h 797826"/>
                  <a:gd name="connsiteX3" fmla="*/ 183124 w 468960"/>
                  <a:gd name="connsiteY3" fmla="*/ 587654 h 797826"/>
                  <a:gd name="connsiteX4" fmla="*/ 183124 w 468960"/>
                  <a:gd name="connsiteY4" fmla="*/ 555904 h 797826"/>
                  <a:gd name="connsiteX5" fmla="*/ 116449 w 468960"/>
                  <a:gd name="connsiteY5" fmla="*/ 527329 h 797826"/>
                  <a:gd name="connsiteX6" fmla="*/ 91049 w 468960"/>
                  <a:gd name="connsiteY6" fmla="*/ 235229 h 797826"/>
                  <a:gd name="connsiteX7" fmla="*/ 65649 w 468960"/>
                  <a:gd name="connsiteY7" fmla="*/ 228879 h 797826"/>
                  <a:gd name="connsiteX8" fmla="*/ 33899 w 468960"/>
                  <a:gd name="connsiteY8" fmla="*/ 197129 h 797826"/>
                  <a:gd name="connsiteX9" fmla="*/ 49774 w 468960"/>
                  <a:gd name="connsiteY9" fmla="*/ 181254 h 797826"/>
                  <a:gd name="connsiteX10" fmla="*/ 30724 w 468960"/>
                  <a:gd name="connsiteY10" fmla="*/ 60604 h 797826"/>
                  <a:gd name="connsiteX11" fmla="*/ 173599 w 468960"/>
                  <a:gd name="connsiteY11" fmla="*/ 279 h 797826"/>
                  <a:gd name="connsiteX12" fmla="*/ 411724 w 468960"/>
                  <a:gd name="connsiteY12" fmla="*/ 82829 h 797826"/>
                  <a:gd name="connsiteX13" fmla="*/ 468874 w 468960"/>
                  <a:gd name="connsiteY13" fmla="*/ 190779 h 797826"/>
                  <a:gd name="connsiteX14" fmla="*/ 424424 w 468960"/>
                  <a:gd name="connsiteY14" fmla="*/ 219354 h 797826"/>
                  <a:gd name="connsiteX15" fmla="*/ 414899 w 468960"/>
                  <a:gd name="connsiteY15" fmla="*/ 349529 h 797826"/>
                  <a:gd name="connsiteX16" fmla="*/ 437124 w 468960"/>
                  <a:gd name="connsiteY16" fmla="*/ 365404 h 797826"/>
                  <a:gd name="connsiteX17" fmla="*/ 440299 w 468960"/>
                  <a:gd name="connsiteY17" fmla="*/ 432079 h 797826"/>
                  <a:gd name="connsiteX18" fmla="*/ 392674 w 468960"/>
                  <a:gd name="connsiteY18" fmla="*/ 451129 h 797826"/>
                  <a:gd name="connsiteX19" fmla="*/ 373624 w 468960"/>
                  <a:gd name="connsiteY19" fmla="*/ 451129 h 797826"/>
                  <a:gd name="connsiteX20" fmla="*/ 341874 w 468960"/>
                  <a:gd name="connsiteY20" fmla="*/ 498754 h 797826"/>
                  <a:gd name="connsiteX21" fmla="*/ 303774 w 468960"/>
                  <a:gd name="connsiteY21" fmla="*/ 543204 h 797826"/>
                  <a:gd name="connsiteX22" fmla="*/ 268849 w 468960"/>
                  <a:gd name="connsiteY22" fmla="*/ 546379 h 797826"/>
                  <a:gd name="connsiteX23" fmla="*/ 275199 w 468960"/>
                  <a:gd name="connsiteY23" fmla="*/ 603529 h 797826"/>
                  <a:gd name="connsiteX24" fmla="*/ 335524 w 468960"/>
                  <a:gd name="connsiteY24" fmla="*/ 628929 h 797826"/>
                  <a:gd name="connsiteX25" fmla="*/ 376799 w 468960"/>
                  <a:gd name="connsiteY25" fmla="*/ 686079 h 797826"/>
                  <a:gd name="connsiteX26" fmla="*/ 443474 w 468960"/>
                  <a:gd name="connsiteY26" fmla="*/ 787679 h 797826"/>
                  <a:gd name="connsiteX27" fmla="*/ 18024 w 468960"/>
                  <a:gd name="connsiteY27" fmla="*/ 778154 h 79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8960" h="797826">
                    <a:moveTo>
                      <a:pt x="18024" y="778154"/>
                    </a:moveTo>
                    <a:cubicBezTo>
                      <a:pt x="-41243" y="755929"/>
                      <a:pt x="62474" y="681846"/>
                      <a:pt x="87874" y="654329"/>
                    </a:cubicBezTo>
                    <a:cubicBezTo>
                      <a:pt x="113274" y="626812"/>
                      <a:pt x="154549" y="624166"/>
                      <a:pt x="170424" y="613054"/>
                    </a:cubicBezTo>
                    <a:cubicBezTo>
                      <a:pt x="186299" y="601941"/>
                      <a:pt x="181007" y="597179"/>
                      <a:pt x="183124" y="587654"/>
                    </a:cubicBezTo>
                    <a:cubicBezTo>
                      <a:pt x="185241" y="578129"/>
                      <a:pt x="194236" y="565958"/>
                      <a:pt x="183124" y="555904"/>
                    </a:cubicBezTo>
                    <a:cubicBezTo>
                      <a:pt x="172012" y="545850"/>
                      <a:pt x="131795" y="580775"/>
                      <a:pt x="116449" y="527329"/>
                    </a:cubicBezTo>
                    <a:cubicBezTo>
                      <a:pt x="101103" y="473883"/>
                      <a:pt x="99516" y="284971"/>
                      <a:pt x="91049" y="235229"/>
                    </a:cubicBezTo>
                    <a:cubicBezTo>
                      <a:pt x="82582" y="185487"/>
                      <a:pt x="75174" y="235229"/>
                      <a:pt x="65649" y="228879"/>
                    </a:cubicBezTo>
                    <a:cubicBezTo>
                      <a:pt x="56124" y="222529"/>
                      <a:pt x="36545" y="205066"/>
                      <a:pt x="33899" y="197129"/>
                    </a:cubicBezTo>
                    <a:cubicBezTo>
                      <a:pt x="31253" y="189192"/>
                      <a:pt x="50303" y="204008"/>
                      <a:pt x="49774" y="181254"/>
                    </a:cubicBezTo>
                    <a:cubicBezTo>
                      <a:pt x="49245" y="158500"/>
                      <a:pt x="10087" y="90766"/>
                      <a:pt x="30724" y="60604"/>
                    </a:cubicBezTo>
                    <a:cubicBezTo>
                      <a:pt x="51361" y="30442"/>
                      <a:pt x="110099" y="-3425"/>
                      <a:pt x="173599" y="279"/>
                    </a:cubicBezTo>
                    <a:cubicBezTo>
                      <a:pt x="237099" y="3983"/>
                      <a:pt x="362512" y="51079"/>
                      <a:pt x="411724" y="82829"/>
                    </a:cubicBezTo>
                    <a:cubicBezTo>
                      <a:pt x="460937" y="114579"/>
                      <a:pt x="466757" y="168025"/>
                      <a:pt x="468874" y="190779"/>
                    </a:cubicBezTo>
                    <a:cubicBezTo>
                      <a:pt x="470991" y="213533"/>
                      <a:pt x="433420" y="192896"/>
                      <a:pt x="424424" y="219354"/>
                    </a:cubicBezTo>
                    <a:cubicBezTo>
                      <a:pt x="415428" y="245812"/>
                      <a:pt x="412782" y="325187"/>
                      <a:pt x="414899" y="349529"/>
                    </a:cubicBezTo>
                    <a:cubicBezTo>
                      <a:pt x="417016" y="373871"/>
                      <a:pt x="432891" y="351646"/>
                      <a:pt x="437124" y="365404"/>
                    </a:cubicBezTo>
                    <a:cubicBezTo>
                      <a:pt x="441357" y="379162"/>
                      <a:pt x="447707" y="417792"/>
                      <a:pt x="440299" y="432079"/>
                    </a:cubicBezTo>
                    <a:cubicBezTo>
                      <a:pt x="432891" y="446366"/>
                      <a:pt x="403787" y="447954"/>
                      <a:pt x="392674" y="451129"/>
                    </a:cubicBezTo>
                    <a:cubicBezTo>
                      <a:pt x="381561" y="454304"/>
                      <a:pt x="382091" y="443191"/>
                      <a:pt x="373624" y="451129"/>
                    </a:cubicBezTo>
                    <a:cubicBezTo>
                      <a:pt x="365157" y="459066"/>
                      <a:pt x="353516" y="483408"/>
                      <a:pt x="341874" y="498754"/>
                    </a:cubicBezTo>
                    <a:cubicBezTo>
                      <a:pt x="330232" y="514100"/>
                      <a:pt x="315945" y="535267"/>
                      <a:pt x="303774" y="543204"/>
                    </a:cubicBezTo>
                    <a:cubicBezTo>
                      <a:pt x="291603" y="551141"/>
                      <a:pt x="273612" y="536325"/>
                      <a:pt x="268849" y="546379"/>
                    </a:cubicBezTo>
                    <a:cubicBezTo>
                      <a:pt x="264087" y="556433"/>
                      <a:pt x="264086" y="589771"/>
                      <a:pt x="275199" y="603529"/>
                    </a:cubicBezTo>
                    <a:cubicBezTo>
                      <a:pt x="286312" y="617287"/>
                      <a:pt x="318591" y="615171"/>
                      <a:pt x="335524" y="628929"/>
                    </a:cubicBezTo>
                    <a:cubicBezTo>
                      <a:pt x="352457" y="642687"/>
                      <a:pt x="358807" y="659621"/>
                      <a:pt x="376799" y="686079"/>
                    </a:cubicBezTo>
                    <a:cubicBezTo>
                      <a:pt x="394791" y="712537"/>
                      <a:pt x="498507" y="771275"/>
                      <a:pt x="443474" y="787679"/>
                    </a:cubicBezTo>
                    <a:cubicBezTo>
                      <a:pt x="388441" y="804083"/>
                      <a:pt x="77291" y="800379"/>
                      <a:pt x="18024" y="778154"/>
                    </a:cubicBezTo>
                    <a:close/>
                  </a:path>
                </a:pathLst>
              </a:custGeom>
              <a:solidFill>
                <a:srgbClr val="00B0F0">
                  <a:alpha val="50196"/>
                </a:srgbClr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078" name="ZoneTexte 2077">
              <a:extLst>
                <a:ext uri="{FF2B5EF4-FFF2-40B4-BE49-F238E27FC236}">
                  <a16:creationId xmlns:a16="http://schemas.microsoft.com/office/drawing/2014/main" id="{D3B3E84A-7B6F-0F87-4A3C-D5843AC35470}"/>
                </a:ext>
              </a:extLst>
            </p:cNvPr>
            <p:cNvSpPr txBox="1"/>
            <p:nvPr/>
          </p:nvSpPr>
          <p:spPr>
            <a:xfrm>
              <a:off x="7322033" y="1274964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2084" name="Groupe 2083">
            <a:extLst>
              <a:ext uri="{FF2B5EF4-FFF2-40B4-BE49-F238E27FC236}">
                <a16:creationId xmlns:a16="http://schemas.microsoft.com/office/drawing/2014/main" id="{41975F11-6107-8083-57FA-09D1F52051AA}"/>
              </a:ext>
            </a:extLst>
          </p:cNvPr>
          <p:cNvGrpSpPr/>
          <p:nvPr/>
        </p:nvGrpSpPr>
        <p:grpSpPr>
          <a:xfrm>
            <a:off x="346197" y="5187038"/>
            <a:ext cx="323888" cy="493730"/>
            <a:chOff x="7966342" y="1283428"/>
            <a:chExt cx="550000" cy="838412"/>
          </a:xfrm>
        </p:grpSpPr>
        <p:grpSp>
          <p:nvGrpSpPr>
            <p:cNvPr id="2070" name="Groupe 2069">
              <a:extLst>
                <a:ext uri="{FF2B5EF4-FFF2-40B4-BE49-F238E27FC236}">
                  <a16:creationId xmlns:a16="http://schemas.microsoft.com/office/drawing/2014/main" id="{1BE3107C-FCF3-8C32-F0F6-A900FE7AEEEE}"/>
                </a:ext>
              </a:extLst>
            </p:cNvPr>
            <p:cNvGrpSpPr/>
            <p:nvPr/>
          </p:nvGrpSpPr>
          <p:grpSpPr>
            <a:xfrm>
              <a:off x="7966342" y="1283428"/>
              <a:ext cx="550000" cy="838412"/>
              <a:chOff x="7435579" y="1324618"/>
              <a:chExt cx="550000" cy="838412"/>
            </a:xfrm>
          </p:grpSpPr>
          <p:pic>
            <p:nvPicPr>
              <p:cNvPr id="63" name="Picture 12" descr="Premium Vector | School bus driver vector illustration.">
                <a:extLst>
                  <a:ext uri="{FF2B5EF4-FFF2-40B4-BE49-F238E27FC236}">
                    <a16:creationId xmlns:a16="http://schemas.microsoft.com/office/drawing/2014/main" id="{F29B8461-D57C-4AEA-FA22-11A5E78B80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10000" b="90000" l="10000" r="90000">
                            <a14:backgroundMark x1="51917" y1="19169" x2="53035" y2="47764"/>
                            <a14:backgroundMark x1="53035" y1="47764" x2="49840" y2="59744"/>
                            <a14:backgroundMark x1="49840" y1="59744" x2="49840" y2="60224"/>
                            <a14:backgroundMark x1="80351" y1="41534" x2="79872" y2="42971"/>
                            <a14:backgroundMark x1="78435" y1="42492" x2="78435" y2="42492"/>
                            <a14:backgroundMark x1="76997" y1="42013" x2="80831" y2="44249"/>
                            <a14:backgroundMark x1="56869" y1="19329" x2="58307" y2="34345"/>
                            <a14:backgroundMark x1="58786" y1="34505" x2="57029" y2="53674"/>
                            <a14:backgroundMark x1="39457" y1="14377" x2="32588" y2="76677"/>
                            <a14:backgroundMark x1="42812" y1="53514" x2="43930" y2="82268"/>
                            <a14:backgroundMark x1="48722" y1="68211" x2="53355" y2="85463"/>
                            <a14:backgroundMark x1="54473" y1="67252" x2="56390" y2="79393"/>
                            <a14:backgroundMark x1="59585" y1="51438" x2="59585" y2="51438"/>
                            <a14:backgroundMark x1="62460" y1="51118" x2="62460" y2="51118"/>
                            <a14:backgroundMark x1="63578" y1="50160" x2="63578" y2="50160"/>
                            <a14:backgroundMark x1="63259" y1="51278" x2="63259" y2="51278"/>
                            <a14:backgroundMark x1="63099" y1="51597" x2="63099" y2="51597"/>
                            <a14:backgroundMark x1="57827" y1="54153" x2="56390" y2="72843"/>
                            <a14:backgroundMark x1="76677" y1="42173" x2="76677" y2="4217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239" t="10107" r="12289" b="40217"/>
              <a:stretch/>
            </p:blipFill>
            <p:spPr bwMode="auto">
              <a:xfrm>
                <a:off x="7435579" y="1324618"/>
                <a:ext cx="550000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69" name="Forme libre : forme 2068">
                <a:extLst>
                  <a:ext uri="{FF2B5EF4-FFF2-40B4-BE49-F238E27FC236}">
                    <a16:creationId xmlns:a16="http://schemas.microsoft.com/office/drawing/2014/main" id="{2A0B657F-CB5E-96AD-44E3-3285DDC7184B}"/>
                  </a:ext>
                </a:extLst>
              </p:cNvPr>
              <p:cNvSpPr/>
              <p:nvPr/>
            </p:nvSpPr>
            <p:spPr>
              <a:xfrm>
                <a:off x="7511884" y="1368841"/>
                <a:ext cx="436727" cy="794189"/>
              </a:xfrm>
              <a:custGeom>
                <a:avLst/>
                <a:gdLst>
                  <a:gd name="connsiteX0" fmla="*/ 25857 w 434417"/>
                  <a:gd name="connsiteY0" fmla="*/ 771109 h 794189"/>
                  <a:gd name="connsiteX1" fmla="*/ 73482 w 434417"/>
                  <a:gd name="connsiteY1" fmla="*/ 606009 h 794189"/>
                  <a:gd name="connsiteX2" fmla="*/ 143332 w 434417"/>
                  <a:gd name="connsiteY2" fmla="*/ 548859 h 794189"/>
                  <a:gd name="connsiteX3" fmla="*/ 152857 w 434417"/>
                  <a:gd name="connsiteY3" fmla="*/ 494884 h 794189"/>
                  <a:gd name="connsiteX4" fmla="*/ 79832 w 434417"/>
                  <a:gd name="connsiteY4" fmla="*/ 425034 h 794189"/>
                  <a:gd name="connsiteX5" fmla="*/ 60782 w 434417"/>
                  <a:gd name="connsiteY5" fmla="*/ 352009 h 794189"/>
                  <a:gd name="connsiteX6" fmla="*/ 32207 w 434417"/>
                  <a:gd name="connsiteY6" fmla="*/ 285334 h 794189"/>
                  <a:gd name="connsiteX7" fmla="*/ 35382 w 434417"/>
                  <a:gd name="connsiteY7" fmla="*/ 225009 h 794189"/>
                  <a:gd name="connsiteX8" fmla="*/ 35382 w 434417"/>
                  <a:gd name="connsiteY8" fmla="*/ 186909 h 794189"/>
                  <a:gd name="connsiteX9" fmla="*/ 457 w 434417"/>
                  <a:gd name="connsiteY9" fmla="*/ 88484 h 794189"/>
                  <a:gd name="connsiteX10" fmla="*/ 63957 w 434417"/>
                  <a:gd name="connsiteY10" fmla="*/ 15459 h 794189"/>
                  <a:gd name="connsiteX11" fmla="*/ 171907 w 434417"/>
                  <a:gd name="connsiteY11" fmla="*/ 2759 h 794189"/>
                  <a:gd name="connsiteX12" fmla="*/ 321132 w 434417"/>
                  <a:gd name="connsiteY12" fmla="*/ 53559 h 794189"/>
                  <a:gd name="connsiteX13" fmla="*/ 419557 w 434417"/>
                  <a:gd name="connsiteY13" fmla="*/ 164684 h 794189"/>
                  <a:gd name="connsiteX14" fmla="*/ 356057 w 434417"/>
                  <a:gd name="connsiteY14" fmla="*/ 205959 h 794189"/>
                  <a:gd name="connsiteX15" fmla="*/ 362407 w 434417"/>
                  <a:gd name="connsiteY15" fmla="*/ 228184 h 794189"/>
                  <a:gd name="connsiteX16" fmla="*/ 384632 w 434417"/>
                  <a:gd name="connsiteY16" fmla="*/ 234534 h 794189"/>
                  <a:gd name="connsiteX17" fmla="*/ 381457 w 434417"/>
                  <a:gd name="connsiteY17" fmla="*/ 336134 h 794189"/>
                  <a:gd name="connsiteX18" fmla="*/ 346532 w 434417"/>
                  <a:gd name="connsiteY18" fmla="*/ 355184 h 794189"/>
                  <a:gd name="connsiteX19" fmla="*/ 352882 w 434417"/>
                  <a:gd name="connsiteY19" fmla="*/ 415509 h 794189"/>
                  <a:gd name="connsiteX20" fmla="*/ 283032 w 434417"/>
                  <a:gd name="connsiteY20" fmla="*/ 466309 h 794189"/>
                  <a:gd name="connsiteX21" fmla="*/ 276682 w 434417"/>
                  <a:gd name="connsiteY21" fmla="*/ 494884 h 794189"/>
                  <a:gd name="connsiteX22" fmla="*/ 365582 w 434417"/>
                  <a:gd name="connsiteY22" fmla="*/ 567909 h 794189"/>
                  <a:gd name="connsiteX23" fmla="*/ 413207 w 434417"/>
                  <a:gd name="connsiteY23" fmla="*/ 771109 h 794189"/>
                  <a:gd name="connsiteX24" fmla="*/ 25857 w 434417"/>
                  <a:gd name="connsiteY24" fmla="*/ 771109 h 794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4417" h="794189">
                    <a:moveTo>
                      <a:pt x="25857" y="771109"/>
                    </a:moveTo>
                    <a:cubicBezTo>
                      <a:pt x="-30764" y="743592"/>
                      <a:pt x="53903" y="643051"/>
                      <a:pt x="73482" y="606009"/>
                    </a:cubicBezTo>
                    <a:cubicBezTo>
                      <a:pt x="93061" y="568967"/>
                      <a:pt x="130103" y="567380"/>
                      <a:pt x="143332" y="548859"/>
                    </a:cubicBezTo>
                    <a:cubicBezTo>
                      <a:pt x="156561" y="530338"/>
                      <a:pt x="163440" y="515521"/>
                      <a:pt x="152857" y="494884"/>
                    </a:cubicBezTo>
                    <a:cubicBezTo>
                      <a:pt x="142274" y="474246"/>
                      <a:pt x="95178" y="448846"/>
                      <a:pt x="79832" y="425034"/>
                    </a:cubicBezTo>
                    <a:cubicBezTo>
                      <a:pt x="64486" y="401222"/>
                      <a:pt x="68720" y="375292"/>
                      <a:pt x="60782" y="352009"/>
                    </a:cubicBezTo>
                    <a:cubicBezTo>
                      <a:pt x="52845" y="328726"/>
                      <a:pt x="36440" y="306501"/>
                      <a:pt x="32207" y="285334"/>
                    </a:cubicBezTo>
                    <a:cubicBezTo>
                      <a:pt x="27974" y="264167"/>
                      <a:pt x="34853" y="241413"/>
                      <a:pt x="35382" y="225009"/>
                    </a:cubicBezTo>
                    <a:cubicBezTo>
                      <a:pt x="35911" y="208605"/>
                      <a:pt x="41203" y="209663"/>
                      <a:pt x="35382" y="186909"/>
                    </a:cubicBezTo>
                    <a:cubicBezTo>
                      <a:pt x="29561" y="164155"/>
                      <a:pt x="-4305" y="117059"/>
                      <a:pt x="457" y="88484"/>
                    </a:cubicBezTo>
                    <a:cubicBezTo>
                      <a:pt x="5219" y="59909"/>
                      <a:pt x="35382" y="29746"/>
                      <a:pt x="63957" y="15459"/>
                    </a:cubicBezTo>
                    <a:cubicBezTo>
                      <a:pt x="92532" y="1172"/>
                      <a:pt x="129045" y="-3591"/>
                      <a:pt x="171907" y="2759"/>
                    </a:cubicBezTo>
                    <a:cubicBezTo>
                      <a:pt x="214769" y="9109"/>
                      <a:pt x="279857" y="26572"/>
                      <a:pt x="321132" y="53559"/>
                    </a:cubicBezTo>
                    <a:cubicBezTo>
                      <a:pt x="362407" y="80546"/>
                      <a:pt x="413736" y="139284"/>
                      <a:pt x="419557" y="164684"/>
                    </a:cubicBezTo>
                    <a:cubicBezTo>
                      <a:pt x="425378" y="190084"/>
                      <a:pt x="365582" y="195376"/>
                      <a:pt x="356057" y="205959"/>
                    </a:cubicBezTo>
                    <a:cubicBezTo>
                      <a:pt x="346532" y="216542"/>
                      <a:pt x="357645" y="223422"/>
                      <a:pt x="362407" y="228184"/>
                    </a:cubicBezTo>
                    <a:cubicBezTo>
                      <a:pt x="367169" y="232946"/>
                      <a:pt x="381457" y="216542"/>
                      <a:pt x="384632" y="234534"/>
                    </a:cubicBezTo>
                    <a:cubicBezTo>
                      <a:pt x="387807" y="252526"/>
                      <a:pt x="387807" y="316026"/>
                      <a:pt x="381457" y="336134"/>
                    </a:cubicBezTo>
                    <a:cubicBezTo>
                      <a:pt x="375107" y="356242"/>
                      <a:pt x="351294" y="341955"/>
                      <a:pt x="346532" y="355184"/>
                    </a:cubicBezTo>
                    <a:cubicBezTo>
                      <a:pt x="341770" y="368413"/>
                      <a:pt x="363465" y="396988"/>
                      <a:pt x="352882" y="415509"/>
                    </a:cubicBezTo>
                    <a:cubicBezTo>
                      <a:pt x="342299" y="434030"/>
                      <a:pt x="295732" y="453080"/>
                      <a:pt x="283032" y="466309"/>
                    </a:cubicBezTo>
                    <a:cubicBezTo>
                      <a:pt x="270332" y="479538"/>
                      <a:pt x="262924" y="477951"/>
                      <a:pt x="276682" y="494884"/>
                    </a:cubicBezTo>
                    <a:cubicBezTo>
                      <a:pt x="290440" y="511817"/>
                      <a:pt x="342828" y="521872"/>
                      <a:pt x="365582" y="567909"/>
                    </a:cubicBezTo>
                    <a:cubicBezTo>
                      <a:pt x="388336" y="613946"/>
                      <a:pt x="473532" y="737242"/>
                      <a:pt x="413207" y="771109"/>
                    </a:cubicBezTo>
                    <a:cubicBezTo>
                      <a:pt x="352882" y="804976"/>
                      <a:pt x="82478" y="798626"/>
                      <a:pt x="25857" y="771109"/>
                    </a:cubicBezTo>
                    <a:close/>
                  </a:path>
                </a:pathLst>
              </a:custGeom>
              <a:solidFill>
                <a:srgbClr val="FC8F0C">
                  <a:alpha val="50196"/>
                </a:srgbClr>
              </a:solidFill>
              <a:ln>
                <a:solidFill>
                  <a:srgbClr val="FC8F0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079" name="ZoneTexte 2078">
              <a:extLst>
                <a:ext uri="{FF2B5EF4-FFF2-40B4-BE49-F238E27FC236}">
                  <a16:creationId xmlns:a16="http://schemas.microsoft.com/office/drawing/2014/main" id="{A80FB481-0768-FE19-DBF7-339C02090EBC}"/>
                </a:ext>
              </a:extLst>
            </p:cNvPr>
            <p:cNvSpPr txBox="1"/>
            <p:nvPr/>
          </p:nvSpPr>
          <p:spPr>
            <a:xfrm>
              <a:off x="8045173" y="1301875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C8F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</p:grpSp>
      <p:grpSp>
        <p:nvGrpSpPr>
          <p:cNvPr id="2085" name="Groupe 2084">
            <a:extLst>
              <a:ext uri="{FF2B5EF4-FFF2-40B4-BE49-F238E27FC236}">
                <a16:creationId xmlns:a16="http://schemas.microsoft.com/office/drawing/2014/main" id="{14BBA4C8-09FA-4DB7-9882-1D8ACD85C45B}"/>
              </a:ext>
            </a:extLst>
          </p:cNvPr>
          <p:cNvGrpSpPr/>
          <p:nvPr/>
        </p:nvGrpSpPr>
        <p:grpSpPr>
          <a:xfrm>
            <a:off x="354309" y="5756549"/>
            <a:ext cx="307664" cy="494120"/>
            <a:chOff x="8715520" y="1301961"/>
            <a:chExt cx="522448" cy="839073"/>
          </a:xfrm>
        </p:grpSpPr>
        <p:grpSp>
          <p:nvGrpSpPr>
            <p:cNvPr id="2072" name="Groupe 2071">
              <a:extLst>
                <a:ext uri="{FF2B5EF4-FFF2-40B4-BE49-F238E27FC236}">
                  <a16:creationId xmlns:a16="http://schemas.microsoft.com/office/drawing/2014/main" id="{CC99EFC1-A63C-15F4-91CB-D3D37CA5978C}"/>
                </a:ext>
              </a:extLst>
            </p:cNvPr>
            <p:cNvGrpSpPr/>
            <p:nvPr/>
          </p:nvGrpSpPr>
          <p:grpSpPr>
            <a:xfrm>
              <a:off x="8715520" y="1302671"/>
              <a:ext cx="522448" cy="838363"/>
              <a:chOff x="8184757" y="1322432"/>
              <a:chExt cx="522448" cy="838363"/>
            </a:xfrm>
          </p:grpSpPr>
          <p:pic>
            <p:nvPicPr>
              <p:cNvPr id="2049" name="Picture 10" descr="Jeune, caucasien, femelle, autobus scolaire | Vecteur Premium">
                <a:extLst>
                  <a:ext uri="{FF2B5EF4-FFF2-40B4-BE49-F238E27FC236}">
                    <a16:creationId xmlns:a16="http://schemas.microsoft.com/office/drawing/2014/main" id="{57077D71-3C21-7316-7331-AFBB2D4E3A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10000" b="90000" l="10000" r="90000">
                            <a14:backgroundMark x1="53355" y1="16773" x2="50160" y2="81949"/>
                            <a14:backgroundMark x1="50160" y1="81949" x2="50639" y2="82588"/>
                            <a14:backgroundMark x1="57348" y1="29553" x2="57348" y2="30032"/>
                            <a14:backgroundMark x1="57029" y1="37859" x2="57029" y2="38339"/>
                            <a14:backgroundMark x1="42013" y1="5112" x2="40256" y2="79073"/>
                            <a14:backgroundMark x1="54473" y1="34665" x2="61821" y2="66134"/>
                            <a14:backgroundMark x1="55591" y1="70447" x2="52875" y2="86581"/>
                            <a14:backgroundMark x1="56390" y1="60224" x2="63099" y2="77316"/>
                            <a14:backgroundMark x1="59744" y1="69968" x2="83387" y2="71246"/>
                            <a14:backgroundMark x1="52396" y1="51597" x2="52396" y2="51597"/>
                            <a14:backgroundMark x1="42173" y1="14377" x2="33067" y2="73642"/>
                            <a14:backgroundMark x1="57188" y1="25080" x2="57827" y2="30831"/>
                            <a14:backgroundMark x1="58626" y1="37540" x2="60383" y2="41693"/>
                            <a14:backgroundMark x1="33866" y1="19968" x2="29872" y2="59585"/>
                            <a14:backgroundMark x1="78594" y1="44409" x2="78594" y2="44409"/>
                            <a14:backgroundMark x1="79553" y1="44569" x2="79553" y2="44569"/>
                            <a14:backgroundMark x1="76198" y1="44888" x2="76198" y2="44888"/>
                            <a14:backgroundMark x1="75879" y1="44888" x2="75879" y2="44888"/>
                            <a14:backgroundMark x1="75879" y1="44888" x2="78754" y2="46805"/>
                            <a14:backgroundMark x1="80032" y1="49042" x2="78754" y2="47444"/>
                            <a14:backgroundMark x1="78115" y1="43930" x2="79872" y2="40575"/>
                            <a14:backgroundMark x1="75719" y1="44728" x2="75719" y2="44728"/>
                            <a14:backgroundMark x1="75559" y1="44728" x2="75559" y2="44728"/>
                            <a14:backgroundMark x1="58147" y1="31949" x2="58147" y2="31949"/>
                            <a14:backgroundMark x1="61022" y1="51597" x2="61022" y2="51597"/>
                            <a14:backgroundMark x1="62780" y1="51917" x2="62780" y2="51917"/>
                            <a14:backgroundMark x1="62780" y1="51118" x2="62780" y2="5111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056" t="10201" r="9962" b="33583"/>
              <a:stretch/>
            </p:blipFill>
            <p:spPr bwMode="auto">
              <a:xfrm>
                <a:off x="8184757" y="1322432"/>
                <a:ext cx="522448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71" name="Forme libre : forme 2070">
                <a:extLst>
                  <a:ext uri="{FF2B5EF4-FFF2-40B4-BE49-F238E27FC236}">
                    <a16:creationId xmlns:a16="http://schemas.microsoft.com/office/drawing/2014/main" id="{94923E68-7B46-BD22-D2E8-FA300E333887}"/>
                  </a:ext>
                </a:extLst>
              </p:cNvPr>
              <p:cNvSpPr/>
              <p:nvPr/>
            </p:nvSpPr>
            <p:spPr>
              <a:xfrm>
                <a:off x="8246047" y="1349635"/>
                <a:ext cx="421861" cy="811160"/>
              </a:xfrm>
              <a:custGeom>
                <a:avLst/>
                <a:gdLst>
                  <a:gd name="connsiteX0" fmla="*/ 54991 w 421861"/>
                  <a:gd name="connsiteY0" fmla="*/ 788728 h 811160"/>
                  <a:gd name="connsiteX1" fmla="*/ 71659 w 421861"/>
                  <a:gd name="connsiteY1" fmla="*/ 562509 h 811160"/>
                  <a:gd name="connsiteX2" fmla="*/ 121666 w 421861"/>
                  <a:gd name="connsiteY2" fmla="*/ 538696 h 811160"/>
                  <a:gd name="connsiteX3" fmla="*/ 131191 w 421861"/>
                  <a:gd name="connsiteY3" fmla="*/ 479165 h 811160"/>
                  <a:gd name="connsiteX4" fmla="*/ 71659 w 421861"/>
                  <a:gd name="connsiteY4" fmla="*/ 410109 h 811160"/>
                  <a:gd name="connsiteX5" fmla="*/ 62134 w 421861"/>
                  <a:gd name="connsiteY5" fmla="*/ 341053 h 811160"/>
                  <a:gd name="connsiteX6" fmla="*/ 12128 w 421861"/>
                  <a:gd name="connsiteY6" fmla="*/ 279140 h 811160"/>
                  <a:gd name="connsiteX7" fmla="*/ 12128 w 421861"/>
                  <a:gd name="connsiteY7" fmla="*/ 171984 h 811160"/>
                  <a:gd name="connsiteX8" fmla="*/ 222 w 421861"/>
                  <a:gd name="connsiteY8" fmla="*/ 86259 h 811160"/>
                  <a:gd name="connsiteX9" fmla="*/ 24034 w 421861"/>
                  <a:gd name="connsiteY9" fmla="*/ 33871 h 811160"/>
                  <a:gd name="connsiteX10" fmla="*/ 83566 w 421861"/>
                  <a:gd name="connsiteY10" fmla="*/ 534 h 811160"/>
                  <a:gd name="connsiteX11" fmla="*/ 338359 w 421861"/>
                  <a:gd name="connsiteY11" fmla="*/ 60065 h 811160"/>
                  <a:gd name="connsiteX12" fmla="*/ 421703 w 421861"/>
                  <a:gd name="connsiteY12" fmla="*/ 176746 h 811160"/>
                  <a:gd name="connsiteX13" fmla="*/ 359791 w 421861"/>
                  <a:gd name="connsiteY13" fmla="*/ 205321 h 811160"/>
                  <a:gd name="connsiteX14" fmla="*/ 376459 w 421861"/>
                  <a:gd name="connsiteY14" fmla="*/ 210084 h 811160"/>
                  <a:gd name="connsiteX15" fmla="*/ 369316 w 421861"/>
                  <a:gd name="connsiteY15" fmla="*/ 271996 h 811160"/>
                  <a:gd name="connsiteX16" fmla="*/ 364553 w 421861"/>
                  <a:gd name="connsiteY16" fmla="*/ 379153 h 811160"/>
                  <a:gd name="connsiteX17" fmla="*/ 316928 w 421861"/>
                  <a:gd name="connsiteY17" fmla="*/ 362484 h 811160"/>
                  <a:gd name="connsiteX18" fmla="*/ 305022 w 421861"/>
                  <a:gd name="connsiteY18" fmla="*/ 414871 h 811160"/>
                  <a:gd name="connsiteX19" fmla="*/ 250253 w 421861"/>
                  <a:gd name="connsiteY19" fmla="*/ 467259 h 811160"/>
                  <a:gd name="connsiteX20" fmla="*/ 269303 w 421861"/>
                  <a:gd name="connsiteY20" fmla="*/ 495834 h 811160"/>
                  <a:gd name="connsiteX21" fmla="*/ 359791 w 421861"/>
                  <a:gd name="connsiteY21" fmla="*/ 593465 h 811160"/>
                  <a:gd name="connsiteX22" fmla="*/ 405034 w 421861"/>
                  <a:gd name="connsiteY22" fmla="*/ 679190 h 811160"/>
                  <a:gd name="connsiteX23" fmla="*/ 343122 w 421861"/>
                  <a:gd name="connsiteY23" fmla="*/ 791109 h 811160"/>
                  <a:gd name="connsiteX24" fmla="*/ 54991 w 421861"/>
                  <a:gd name="connsiteY24" fmla="*/ 788728 h 81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21861" h="811160">
                    <a:moveTo>
                      <a:pt x="54991" y="788728"/>
                    </a:moveTo>
                    <a:cubicBezTo>
                      <a:pt x="9747" y="750628"/>
                      <a:pt x="60547" y="604181"/>
                      <a:pt x="71659" y="562509"/>
                    </a:cubicBezTo>
                    <a:cubicBezTo>
                      <a:pt x="82771" y="520837"/>
                      <a:pt x="111744" y="552587"/>
                      <a:pt x="121666" y="538696"/>
                    </a:cubicBezTo>
                    <a:cubicBezTo>
                      <a:pt x="131588" y="524805"/>
                      <a:pt x="139526" y="500596"/>
                      <a:pt x="131191" y="479165"/>
                    </a:cubicBezTo>
                    <a:cubicBezTo>
                      <a:pt x="122856" y="457734"/>
                      <a:pt x="83169" y="433128"/>
                      <a:pt x="71659" y="410109"/>
                    </a:cubicBezTo>
                    <a:cubicBezTo>
                      <a:pt x="60150" y="387090"/>
                      <a:pt x="72056" y="362881"/>
                      <a:pt x="62134" y="341053"/>
                    </a:cubicBezTo>
                    <a:cubicBezTo>
                      <a:pt x="52212" y="319225"/>
                      <a:pt x="20462" y="307318"/>
                      <a:pt x="12128" y="279140"/>
                    </a:cubicBezTo>
                    <a:cubicBezTo>
                      <a:pt x="3794" y="250962"/>
                      <a:pt x="14112" y="204131"/>
                      <a:pt x="12128" y="171984"/>
                    </a:cubicBezTo>
                    <a:cubicBezTo>
                      <a:pt x="10144" y="139837"/>
                      <a:pt x="-1762" y="109278"/>
                      <a:pt x="222" y="86259"/>
                    </a:cubicBezTo>
                    <a:cubicBezTo>
                      <a:pt x="2206" y="63240"/>
                      <a:pt x="10143" y="48158"/>
                      <a:pt x="24034" y="33871"/>
                    </a:cubicBezTo>
                    <a:cubicBezTo>
                      <a:pt x="37925" y="19583"/>
                      <a:pt x="31179" y="-3832"/>
                      <a:pt x="83566" y="534"/>
                    </a:cubicBezTo>
                    <a:cubicBezTo>
                      <a:pt x="135953" y="4900"/>
                      <a:pt x="282003" y="30696"/>
                      <a:pt x="338359" y="60065"/>
                    </a:cubicBezTo>
                    <a:cubicBezTo>
                      <a:pt x="394715" y="89434"/>
                      <a:pt x="418131" y="152537"/>
                      <a:pt x="421703" y="176746"/>
                    </a:cubicBezTo>
                    <a:cubicBezTo>
                      <a:pt x="425275" y="200955"/>
                      <a:pt x="367332" y="199765"/>
                      <a:pt x="359791" y="205321"/>
                    </a:cubicBezTo>
                    <a:cubicBezTo>
                      <a:pt x="352250" y="210877"/>
                      <a:pt x="374872" y="198972"/>
                      <a:pt x="376459" y="210084"/>
                    </a:cubicBezTo>
                    <a:cubicBezTo>
                      <a:pt x="378046" y="221196"/>
                      <a:pt x="371300" y="243818"/>
                      <a:pt x="369316" y="271996"/>
                    </a:cubicBezTo>
                    <a:cubicBezTo>
                      <a:pt x="367332" y="300174"/>
                      <a:pt x="373284" y="364072"/>
                      <a:pt x="364553" y="379153"/>
                    </a:cubicBezTo>
                    <a:cubicBezTo>
                      <a:pt x="355822" y="394234"/>
                      <a:pt x="326850" y="356531"/>
                      <a:pt x="316928" y="362484"/>
                    </a:cubicBezTo>
                    <a:cubicBezTo>
                      <a:pt x="307006" y="368437"/>
                      <a:pt x="316134" y="397409"/>
                      <a:pt x="305022" y="414871"/>
                    </a:cubicBezTo>
                    <a:cubicBezTo>
                      <a:pt x="293910" y="432333"/>
                      <a:pt x="256206" y="453765"/>
                      <a:pt x="250253" y="467259"/>
                    </a:cubicBezTo>
                    <a:cubicBezTo>
                      <a:pt x="244300" y="480753"/>
                      <a:pt x="251047" y="474800"/>
                      <a:pt x="269303" y="495834"/>
                    </a:cubicBezTo>
                    <a:cubicBezTo>
                      <a:pt x="287559" y="516868"/>
                      <a:pt x="337169" y="562906"/>
                      <a:pt x="359791" y="593465"/>
                    </a:cubicBezTo>
                    <a:cubicBezTo>
                      <a:pt x="382413" y="624024"/>
                      <a:pt x="407812" y="646250"/>
                      <a:pt x="405034" y="679190"/>
                    </a:cubicBezTo>
                    <a:cubicBezTo>
                      <a:pt x="402256" y="712130"/>
                      <a:pt x="397891" y="773647"/>
                      <a:pt x="343122" y="791109"/>
                    </a:cubicBezTo>
                    <a:cubicBezTo>
                      <a:pt x="288353" y="808571"/>
                      <a:pt x="100235" y="826828"/>
                      <a:pt x="54991" y="788728"/>
                    </a:cubicBezTo>
                    <a:close/>
                  </a:path>
                </a:pathLst>
              </a:custGeom>
              <a:solidFill>
                <a:srgbClr val="7030A0">
                  <a:alpha val="50196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080" name="ZoneTexte 2079">
              <a:extLst>
                <a:ext uri="{FF2B5EF4-FFF2-40B4-BE49-F238E27FC236}">
                  <a16:creationId xmlns:a16="http://schemas.microsoft.com/office/drawing/2014/main" id="{723118CD-4EE3-1289-9CC6-8BDF42A71C57}"/>
                </a:ext>
              </a:extLst>
            </p:cNvPr>
            <p:cNvSpPr txBox="1"/>
            <p:nvPr/>
          </p:nvSpPr>
          <p:spPr>
            <a:xfrm>
              <a:off x="8780104" y="1301961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1371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2CFC5-B621-4147-AC16-7934B076C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A404A9-8787-EEEA-CD8A-C643B166690D}"/>
              </a:ext>
            </a:extLst>
          </p:cNvPr>
          <p:cNvSpPr/>
          <p:nvPr/>
        </p:nvSpPr>
        <p:spPr>
          <a:xfrm>
            <a:off x="1038224" y="0"/>
            <a:ext cx="13335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818E0C-D7C5-DE91-3CFF-B7B8850A9BC6}"/>
              </a:ext>
            </a:extLst>
          </p:cNvPr>
          <p:cNvSpPr/>
          <p:nvPr/>
        </p:nvSpPr>
        <p:spPr>
          <a:xfrm>
            <a:off x="2371724" y="0"/>
            <a:ext cx="9823769" cy="3524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0C5A7B-DBBE-88F6-5F48-0CAC2B7AB28C}"/>
              </a:ext>
            </a:extLst>
          </p:cNvPr>
          <p:cNvSpPr/>
          <p:nvPr/>
        </p:nvSpPr>
        <p:spPr>
          <a:xfrm>
            <a:off x="3232625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Paris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FAD645-1B4F-A245-DF4B-12FBBA21FF8B}"/>
              </a:ext>
            </a:extLst>
          </p:cNvPr>
          <p:cNvSpPr/>
          <p:nvPr/>
        </p:nvSpPr>
        <p:spPr>
          <a:xfrm>
            <a:off x="7008019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Lyon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57CAF3-6D5F-4C0C-5082-260FC16C7445}"/>
              </a:ext>
            </a:extLst>
          </p:cNvPr>
          <p:cNvSpPr/>
          <p:nvPr/>
        </p:nvSpPr>
        <p:spPr>
          <a:xfrm>
            <a:off x="10783413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Marseille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5C119E-BC25-0281-2126-FA0A0CFA9CA6}"/>
              </a:ext>
            </a:extLst>
          </p:cNvPr>
          <p:cNvSpPr/>
          <p:nvPr/>
        </p:nvSpPr>
        <p:spPr>
          <a:xfrm>
            <a:off x="2364803" y="1244484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2B57AC-884D-FFB7-ACC9-BE4E9C28F2D2}"/>
              </a:ext>
            </a:extLst>
          </p:cNvPr>
          <p:cNvSpPr/>
          <p:nvPr/>
        </p:nvSpPr>
        <p:spPr>
          <a:xfrm>
            <a:off x="2364802" y="213654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E42D18-E53A-C226-1710-C7EC9489E008}"/>
              </a:ext>
            </a:extLst>
          </p:cNvPr>
          <p:cNvSpPr/>
          <p:nvPr/>
        </p:nvSpPr>
        <p:spPr>
          <a:xfrm>
            <a:off x="2365437" y="302435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19301A-13E3-D71A-BDE1-8CEFE7F0E365}"/>
              </a:ext>
            </a:extLst>
          </p:cNvPr>
          <p:cNvSpPr/>
          <p:nvPr/>
        </p:nvSpPr>
        <p:spPr>
          <a:xfrm>
            <a:off x="2365437" y="3916647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958080-D48D-2EA7-7A59-5004D5DBE112}"/>
              </a:ext>
            </a:extLst>
          </p:cNvPr>
          <p:cNvSpPr/>
          <p:nvPr/>
        </p:nvSpPr>
        <p:spPr>
          <a:xfrm>
            <a:off x="2365437" y="4810271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76EB89-008C-A208-3C90-191FA00E066F}"/>
              </a:ext>
            </a:extLst>
          </p:cNvPr>
          <p:cNvSpPr/>
          <p:nvPr/>
        </p:nvSpPr>
        <p:spPr>
          <a:xfrm>
            <a:off x="2365437" y="5702331"/>
            <a:ext cx="9823769" cy="1155670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082" name="Groupe 2081">
            <a:extLst>
              <a:ext uri="{FF2B5EF4-FFF2-40B4-BE49-F238E27FC236}">
                <a16:creationId xmlns:a16="http://schemas.microsoft.com/office/drawing/2014/main" id="{21120B30-C2E8-F531-C68B-911D0A7BAC47}"/>
              </a:ext>
            </a:extLst>
          </p:cNvPr>
          <p:cNvGrpSpPr/>
          <p:nvPr/>
        </p:nvGrpSpPr>
        <p:grpSpPr>
          <a:xfrm>
            <a:off x="325916" y="4001382"/>
            <a:ext cx="364450" cy="532250"/>
            <a:chOff x="6389138" y="1222598"/>
            <a:chExt cx="618881" cy="903824"/>
          </a:xfrm>
        </p:grpSpPr>
        <p:grpSp>
          <p:nvGrpSpPr>
            <p:cNvPr id="2073" name="Groupe 2072">
              <a:extLst>
                <a:ext uri="{FF2B5EF4-FFF2-40B4-BE49-F238E27FC236}">
                  <a16:creationId xmlns:a16="http://schemas.microsoft.com/office/drawing/2014/main" id="{D0262376-4EB1-3F3D-1CAB-728048E77474}"/>
                </a:ext>
              </a:extLst>
            </p:cNvPr>
            <p:cNvGrpSpPr/>
            <p:nvPr/>
          </p:nvGrpSpPr>
          <p:grpSpPr>
            <a:xfrm>
              <a:off x="6389138" y="1222598"/>
              <a:ext cx="618881" cy="903824"/>
              <a:chOff x="6389138" y="1222598"/>
              <a:chExt cx="618881" cy="903824"/>
            </a:xfrm>
          </p:grpSpPr>
          <p:pic>
            <p:nvPicPr>
              <p:cNvPr id="61" name="Picture 6" descr="Illustration de chauffeur d'autobus scolaire. | Vecteur Premium">
                <a:extLst>
                  <a:ext uri="{FF2B5EF4-FFF2-40B4-BE49-F238E27FC236}">
                    <a16:creationId xmlns:a16="http://schemas.microsoft.com/office/drawing/2014/main" id="{11926205-0976-BA22-948E-4EB5F0EBF2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69169" y1="10064" x2="69169" y2="10064"/>
                            <a14:backgroundMark x1="50799" y1="13419" x2="42492" y2="96645"/>
                            <a14:backgroundMark x1="42492" y1="96645" x2="42492" y2="96645"/>
                            <a14:backgroundMark x1="55112" y1="11022" x2="54792" y2="77636"/>
                            <a14:backgroundMark x1="57188" y1="72684" x2="57188" y2="72684"/>
                            <a14:backgroundMark x1="57508" y1="72364" x2="59105" y2="81310"/>
                            <a14:backgroundMark x1="65176" y1="73003" x2="65815" y2="78275"/>
                            <a14:backgroundMark x1="65495" y1="68371" x2="66134" y2="69649"/>
                            <a14:backgroundMark x1="77476" y1="66613" x2="80831" y2="79073"/>
                            <a14:backgroundMark x1="77796" y1="70607" x2="77796" y2="84345"/>
                            <a14:backgroundMark x1="75879" y1="80671" x2="75879" y2="80671"/>
                            <a14:backgroundMark x1="74760" y1="76358" x2="75399" y2="81949"/>
                            <a14:backgroundMark x1="75080" y1="82268" x2="74441" y2="84026"/>
                            <a14:backgroundMark x1="74121" y1="83067" x2="74121" y2="77955"/>
                            <a14:backgroundMark x1="78115" y1="66933" x2="79553" y2="62620"/>
                            <a14:backgroundMark x1="79073" y1="59744" x2="79073" y2="59744"/>
                            <a14:backgroundMark x1="76837" y1="64058" x2="75559" y2="64058"/>
                            <a14:backgroundMark x1="75399" y1="49042" x2="75559" y2="53355"/>
                            <a14:backgroundMark x1="77476" y1="40735" x2="77476" y2="40735"/>
                            <a14:backgroundMark x1="83546" y1="35304" x2="82109" y2="43610"/>
                            <a14:backgroundMark x1="56550" y1="31949" x2="56550" y2="31949"/>
                            <a14:backgroundMark x1="58147" y1="32748" x2="58147" y2="32748"/>
                            <a14:backgroundMark x1="56869" y1="30351" x2="57508" y2="36741"/>
                            <a14:backgroundMark x1="57508" y1="30351" x2="58147" y2="31310"/>
                            <a14:backgroundMark x1="58147" y1="31310" x2="58147" y2="32588"/>
                            <a14:backgroundMark x1="58147" y1="32588" x2="58147" y2="32588"/>
                            <a14:backgroundMark x1="57827" y1="47604" x2="56070" y2="56390"/>
                            <a14:backgroundMark x1="58786" y1="48722" x2="60064" y2="54313"/>
                            <a14:backgroundMark x1="60064" y1="53994" x2="60064" y2="53994"/>
                            <a14:backgroundMark x1="60064" y1="50958" x2="61182" y2="50958"/>
                            <a14:backgroundMark x1="61182" y1="50958" x2="61182" y2="509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91" r="10388" b="44795"/>
              <a:stretch/>
            </p:blipFill>
            <p:spPr bwMode="auto">
              <a:xfrm>
                <a:off x="6389138" y="1222598"/>
                <a:ext cx="618881" cy="900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63" name="Forme libre : forme 2062">
                <a:extLst>
                  <a:ext uri="{FF2B5EF4-FFF2-40B4-BE49-F238E27FC236}">
                    <a16:creationId xmlns:a16="http://schemas.microsoft.com/office/drawing/2014/main" id="{E214E788-5B15-191F-4211-C9B529A9F60A}"/>
                  </a:ext>
                </a:extLst>
              </p:cNvPr>
              <p:cNvSpPr/>
              <p:nvPr/>
            </p:nvSpPr>
            <p:spPr>
              <a:xfrm>
                <a:off x="6459846" y="1340173"/>
                <a:ext cx="469806" cy="786249"/>
              </a:xfrm>
              <a:custGeom>
                <a:avLst/>
                <a:gdLst>
                  <a:gd name="connsiteX0" fmla="*/ 62142 w 469806"/>
                  <a:gd name="connsiteY0" fmla="*/ 780016 h 786249"/>
                  <a:gd name="connsiteX1" fmla="*/ 103417 w 469806"/>
                  <a:gd name="connsiteY1" fmla="*/ 694291 h 786249"/>
                  <a:gd name="connsiteX2" fmla="*/ 87542 w 469806"/>
                  <a:gd name="connsiteY2" fmla="*/ 624441 h 786249"/>
                  <a:gd name="connsiteX3" fmla="*/ 122467 w 469806"/>
                  <a:gd name="connsiteY3" fmla="*/ 513316 h 786249"/>
                  <a:gd name="connsiteX4" fmla="*/ 39917 w 469806"/>
                  <a:gd name="connsiteY4" fmla="*/ 487916 h 786249"/>
                  <a:gd name="connsiteX5" fmla="*/ 65317 w 469806"/>
                  <a:gd name="connsiteY5" fmla="*/ 237091 h 786249"/>
                  <a:gd name="connsiteX6" fmla="*/ 27217 w 469806"/>
                  <a:gd name="connsiteY6" fmla="*/ 198991 h 786249"/>
                  <a:gd name="connsiteX7" fmla="*/ 1817 w 469806"/>
                  <a:gd name="connsiteY7" fmla="*/ 62466 h 786249"/>
                  <a:gd name="connsiteX8" fmla="*/ 78017 w 469806"/>
                  <a:gd name="connsiteY8" fmla="*/ 2141 h 786249"/>
                  <a:gd name="connsiteX9" fmla="*/ 246292 w 469806"/>
                  <a:gd name="connsiteY9" fmla="*/ 21191 h 786249"/>
                  <a:gd name="connsiteX10" fmla="*/ 395517 w 469806"/>
                  <a:gd name="connsiteY10" fmla="*/ 94216 h 786249"/>
                  <a:gd name="connsiteX11" fmla="*/ 443142 w 469806"/>
                  <a:gd name="connsiteY11" fmla="*/ 173591 h 786249"/>
                  <a:gd name="connsiteX12" fmla="*/ 395517 w 469806"/>
                  <a:gd name="connsiteY12" fmla="*/ 214866 h 786249"/>
                  <a:gd name="connsiteX13" fmla="*/ 420917 w 469806"/>
                  <a:gd name="connsiteY13" fmla="*/ 303766 h 786249"/>
                  <a:gd name="connsiteX14" fmla="*/ 411392 w 469806"/>
                  <a:gd name="connsiteY14" fmla="*/ 484741 h 786249"/>
                  <a:gd name="connsiteX15" fmla="*/ 306617 w 469806"/>
                  <a:gd name="connsiteY15" fmla="*/ 526016 h 786249"/>
                  <a:gd name="connsiteX16" fmla="*/ 401867 w 469806"/>
                  <a:gd name="connsiteY16" fmla="*/ 605391 h 786249"/>
                  <a:gd name="connsiteX17" fmla="*/ 468542 w 469806"/>
                  <a:gd name="connsiteY17" fmla="*/ 716516 h 786249"/>
                  <a:gd name="connsiteX18" fmla="*/ 411392 w 469806"/>
                  <a:gd name="connsiteY18" fmla="*/ 773666 h 786249"/>
                  <a:gd name="connsiteX19" fmla="*/ 62142 w 469806"/>
                  <a:gd name="connsiteY19" fmla="*/ 780016 h 78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69806" h="786249">
                    <a:moveTo>
                      <a:pt x="62142" y="780016"/>
                    </a:moveTo>
                    <a:cubicBezTo>
                      <a:pt x="10813" y="766787"/>
                      <a:pt x="99184" y="720220"/>
                      <a:pt x="103417" y="694291"/>
                    </a:cubicBezTo>
                    <a:cubicBezTo>
                      <a:pt x="107650" y="668362"/>
                      <a:pt x="84367" y="654604"/>
                      <a:pt x="87542" y="624441"/>
                    </a:cubicBezTo>
                    <a:cubicBezTo>
                      <a:pt x="90717" y="594278"/>
                      <a:pt x="130405" y="536070"/>
                      <a:pt x="122467" y="513316"/>
                    </a:cubicBezTo>
                    <a:cubicBezTo>
                      <a:pt x="114530" y="490562"/>
                      <a:pt x="49442" y="533953"/>
                      <a:pt x="39917" y="487916"/>
                    </a:cubicBezTo>
                    <a:cubicBezTo>
                      <a:pt x="30392" y="441878"/>
                      <a:pt x="67434" y="285245"/>
                      <a:pt x="65317" y="237091"/>
                    </a:cubicBezTo>
                    <a:cubicBezTo>
                      <a:pt x="63200" y="188937"/>
                      <a:pt x="37800" y="228095"/>
                      <a:pt x="27217" y="198991"/>
                    </a:cubicBezTo>
                    <a:cubicBezTo>
                      <a:pt x="16634" y="169887"/>
                      <a:pt x="-6650" y="95274"/>
                      <a:pt x="1817" y="62466"/>
                    </a:cubicBezTo>
                    <a:cubicBezTo>
                      <a:pt x="10284" y="29658"/>
                      <a:pt x="37271" y="9020"/>
                      <a:pt x="78017" y="2141"/>
                    </a:cubicBezTo>
                    <a:cubicBezTo>
                      <a:pt x="118763" y="-4738"/>
                      <a:pt x="193375" y="5845"/>
                      <a:pt x="246292" y="21191"/>
                    </a:cubicBezTo>
                    <a:cubicBezTo>
                      <a:pt x="299209" y="36537"/>
                      <a:pt x="362709" y="68816"/>
                      <a:pt x="395517" y="94216"/>
                    </a:cubicBezTo>
                    <a:cubicBezTo>
                      <a:pt x="428325" y="119616"/>
                      <a:pt x="443142" y="153483"/>
                      <a:pt x="443142" y="173591"/>
                    </a:cubicBezTo>
                    <a:cubicBezTo>
                      <a:pt x="443142" y="193699"/>
                      <a:pt x="399221" y="193170"/>
                      <a:pt x="395517" y="214866"/>
                    </a:cubicBezTo>
                    <a:cubicBezTo>
                      <a:pt x="391813" y="236562"/>
                      <a:pt x="418271" y="258787"/>
                      <a:pt x="420917" y="303766"/>
                    </a:cubicBezTo>
                    <a:cubicBezTo>
                      <a:pt x="423563" y="348745"/>
                      <a:pt x="430442" y="447699"/>
                      <a:pt x="411392" y="484741"/>
                    </a:cubicBezTo>
                    <a:cubicBezTo>
                      <a:pt x="392342" y="521783"/>
                      <a:pt x="308205" y="505908"/>
                      <a:pt x="306617" y="526016"/>
                    </a:cubicBezTo>
                    <a:cubicBezTo>
                      <a:pt x="305030" y="546124"/>
                      <a:pt x="374880" y="573641"/>
                      <a:pt x="401867" y="605391"/>
                    </a:cubicBezTo>
                    <a:cubicBezTo>
                      <a:pt x="428854" y="637141"/>
                      <a:pt x="466955" y="688470"/>
                      <a:pt x="468542" y="716516"/>
                    </a:cubicBezTo>
                    <a:cubicBezTo>
                      <a:pt x="470129" y="744562"/>
                      <a:pt x="479125" y="764670"/>
                      <a:pt x="411392" y="773666"/>
                    </a:cubicBezTo>
                    <a:cubicBezTo>
                      <a:pt x="343659" y="782662"/>
                      <a:pt x="113471" y="793245"/>
                      <a:pt x="62142" y="780016"/>
                    </a:cubicBezTo>
                    <a:close/>
                  </a:path>
                </a:pathLst>
              </a:custGeom>
              <a:solidFill>
                <a:srgbClr val="00B050">
                  <a:alpha val="50196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077" name="ZoneTexte 2076">
              <a:extLst>
                <a:ext uri="{FF2B5EF4-FFF2-40B4-BE49-F238E27FC236}">
                  <a16:creationId xmlns:a16="http://schemas.microsoft.com/office/drawing/2014/main" id="{A44AB775-FC90-1075-9664-9C323E94F781}"/>
                </a:ext>
              </a:extLst>
            </p:cNvPr>
            <p:cNvSpPr txBox="1"/>
            <p:nvPr/>
          </p:nvSpPr>
          <p:spPr>
            <a:xfrm>
              <a:off x="6463786" y="1281363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grpSp>
        <p:nvGrpSpPr>
          <p:cNvPr id="2083" name="Groupe 2082">
            <a:extLst>
              <a:ext uri="{FF2B5EF4-FFF2-40B4-BE49-F238E27FC236}">
                <a16:creationId xmlns:a16="http://schemas.microsoft.com/office/drawing/2014/main" id="{69A6C5DB-E213-622B-EF69-DAD352A61CA7}"/>
              </a:ext>
            </a:extLst>
          </p:cNvPr>
          <p:cNvGrpSpPr/>
          <p:nvPr/>
        </p:nvGrpSpPr>
        <p:grpSpPr>
          <a:xfrm>
            <a:off x="303009" y="4609411"/>
            <a:ext cx="410264" cy="501848"/>
            <a:chOff x="7205187" y="1274964"/>
            <a:chExt cx="696677" cy="852197"/>
          </a:xfrm>
        </p:grpSpPr>
        <p:grpSp>
          <p:nvGrpSpPr>
            <p:cNvPr id="2066" name="Groupe 2065">
              <a:extLst>
                <a:ext uri="{FF2B5EF4-FFF2-40B4-BE49-F238E27FC236}">
                  <a16:creationId xmlns:a16="http://schemas.microsoft.com/office/drawing/2014/main" id="{6AB89135-8252-DE86-02AB-C2FFA8B4FCAA}"/>
                </a:ext>
              </a:extLst>
            </p:cNvPr>
            <p:cNvGrpSpPr/>
            <p:nvPr/>
          </p:nvGrpSpPr>
          <p:grpSpPr>
            <a:xfrm>
              <a:off x="7205187" y="1310923"/>
              <a:ext cx="696677" cy="816238"/>
              <a:chOff x="6683949" y="1330684"/>
              <a:chExt cx="696677" cy="816238"/>
            </a:xfrm>
          </p:grpSpPr>
          <p:pic>
            <p:nvPicPr>
              <p:cNvPr id="2048" name="Picture 2" descr="Illustration De Vecteur De Chauffeur D'autobus Scolaire Illustration de  Vecteur - Illustration of ville, homme: 87254230">
                <a:extLst>
                  <a:ext uri="{FF2B5EF4-FFF2-40B4-BE49-F238E27FC236}">
                    <a16:creationId xmlns:a16="http://schemas.microsoft.com/office/drawing/2014/main" id="{9D808B8A-62AF-B5BB-9012-5C9BF90AD2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5444" b="90000" l="9763" r="89974">
                            <a14:foregroundMark x1="67150" y1="8889" x2="67150" y2="8889"/>
                            <a14:foregroundMark x1="68470" y1="5444" x2="68470" y2="5444"/>
                            <a14:foregroundMark x1="73747" y1="44444" x2="73747" y2="44444"/>
                            <a14:foregroundMark x1="70053" y1="43333" x2="70053" y2="43333"/>
                            <a14:backgroundMark x1="50396" y1="26222" x2="46042" y2="65556"/>
                            <a14:backgroundMark x1="46042" y1="65556" x2="46306" y2="66000"/>
                            <a14:backgroundMark x1="45910" y1="15222" x2="47493" y2="78667"/>
                            <a14:backgroundMark x1="50792" y1="19444" x2="50792" y2="19444"/>
                            <a14:backgroundMark x1="54222" y1="15333" x2="55805" y2="40556"/>
                            <a14:backgroundMark x1="33773" y1="16556" x2="25462" y2="66000"/>
                            <a14:backgroundMark x1="18865" y1="26222" x2="22296" y2="72111"/>
                            <a14:backgroundMark x1="20580" y1="30556" x2="30079" y2="85444"/>
                            <a14:backgroundMark x1="41161" y1="52000" x2="41293" y2="84444"/>
                            <a14:backgroundMark x1="62137" y1="57444" x2="62269" y2="65333"/>
                            <a14:backgroundMark x1="58971" y1="36111" x2="57124" y2="55889"/>
                            <a14:backgroundMark x1="60554" y1="41778" x2="60686" y2="44667"/>
                            <a14:backgroundMark x1="75726" y1="39889" x2="75726" y2="39889"/>
                            <a14:backgroundMark x1="76121" y1="40444" x2="76121" y2="40444"/>
                            <a14:backgroundMark x1="75989" y1="40778" x2="75989" y2="40778"/>
                            <a14:backgroundMark x1="77704" y1="39889" x2="82850" y2="42889"/>
                            <a14:backgroundMark x1="82982" y1="53778" x2="82982" y2="70889"/>
                            <a14:backgroundMark x1="60686" y1="34778" x2="61741" y2="4133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4133" b="47067"/>
              <a:stretch/>
            </p:blipFill>
            <p:spPr bwMode="auto">
              <a:xfrm>
                <a:off x="6683949" y="1330684"/>
                <a:ext cx="696677" cy="807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64" name="Forme libre : forme 2063">
                <a:extLst>
                  <a:ext uri="{FF2B5EF4-FFF2-40B4-BE49-F238E27FC236}">
                    <a16:creationId xmlns:a16="http://schemas.microsoft.com/office/drawing/2014/main" id="{CB32A77B-92C3-FC2D-470B-43B72417C505}"/>
                  </a:ext>
                </a:extLst>
              </p:cNvPr>
              <p:cNvSpPr/>
              <p:nvPr/>
            </p:nvSpPr>
            <p:spPr>
              <a:xfrm>
                <a:off x="6773301" y="1349096"/>
                <a:ext cx="468960" cy="797826"/>
              </a:xfrm>
              <a:custGeom>
                <a:avLst/>
                <a:gdLst>
                  <a:gd name="connsiteX0" fmla="*/ 18024 w 468960"/>
                  <a:gd name="connsiteY0" fmla="*/ 778154 h 797826"/>
                  <a:gd name="connsiteX1" fmla="*/ 87874 w 468960"/>
                  <a:gd name="connsiteY1" fmla="*/ 654329 h 797826"/>
                  <a:gd name="connsiteX2" fmla="*/ 170424 w 468960"/>
                  <a:gd name="connsiteY2" fmla="*/ 613054 h 797826"/>
                  <a:gd name="connsiteX3" fmla="*/ 183124 w 468960"/>
                  <a:gd name="connsiteY3" fmla="*/ 587654 h 797826"/>
                  <a:gd name="connsiteX4" fmla="*/ 183124 w 468960"/>
                  <a:gd name="connsiteY4" fmla="*/ 555904 h 797826"/>
                  <a:gd name="connsiteX5" fmla="*/ 116449 w 468960"/>
                  <a:gd name="connsiteY5" fmla="*/ 527329 h 797826"/>
                  <a:gd name="connsiteX6" fmla="*/ 91049 w 468960"/>
                  <a:gd name="connsiteY6" fmla="*/ 235229 h 797826"/>
                  <a:gd name="connsiteX7" fmla="*/ 65649 w 468960"/>
                  <a:gd name="connsiteY7" fmla="*/ 228879 h 797826"/>
                  <a:gd name="connsiteX8" fmla="*/ 33899 w 468960"/>
                  <a:gd name="connsiteY8" fmla="*/ 197129 h 797826"/>
                  <a:gd name="connsiteX9" fmla="*/ 49774 w 468960"/>
                  <a:gd name="connsiteY9" fmla="*/ 181254 h 797826"/>
                  <a:gd name="connsiteX10" fmla="*/ 30724 w 468960"/>
                  <a:gd name="connsiteY10" fmla="*/ 60604 h 797826"/>
                  <a:gd name="connsiteX11" fmla="*/ 173599 w 468960"/>
                  <a:gd name="connsiteY11" fmla="*/ 279 h 797826"/>
                  <a:gd name="connsiteX12" fmla="*/ 411724 w 468960"/>
                  <a:gd name="connsiteY12" fmla="*/ 82829 h 797826"/>
                  <a:gd name="connsiteX13" fmla="*/ 468874 w 468960"/>
                  <a:gd name="connsiteY13" fmla="*/ 190779 h 797826"/>
                  <a:gd name="connsiteX14" fmla="*/ 424424 w 468960"/>
                  <a:gd name="connsiteY14" fmla="*/ 219354 h 797826"/>
                  <a:gd name="connsiteX15" fmla="*/ 414899 w 468960"/>
                  <a:gd name="connsiteY15" fmla="*/ 349529 h 797826"/>
                  <a:gd name="connsiteX16" fmla="*/ 437124 w 468960"/>
                  <a:gd name="connsiteY16" fmla="*/ 365404 h 797826"/>
                  <a:gd name="connsiteX17" fmla="*/ 440299 w 468960"/>
                  <a:gd name="connsiteY17" fmla="*/ 432079 h 797826"/>
                  <a:gd name="connsiteX18" fmla="*/ 392674 w 468960"/>
                  <a:gd name="connsiteY18" fmla="*/ 451129 h 797826"/>
                  <a:gd name="connsiteX19" fmla="*/ 373624 w 468960"/>
                  <a:gd name="connsiteY19" fmla="*/ 451129 h 797826"/>
                  <a:gd name="connsiteX20" fmla="*/ 341874 w 468960"/>
                  <a:gd name="connsiteY20" fmla="*/ 498754 h 797826"/>
                  <a:gd name="connsiteX21" fmla="*/ 303774 w 468960"/>
                  <a:gd name="connsiteY21" fmla="*/ 543204 h 797826"/>
                  <a:gd name="connsiteX22" fmla="*/ 268849 w 468960"/>
                  <a:gd name="connsiteY22" fmla="*/ 546379 h 797826"/>
                  <a:gd name="connsiteX23" fmla="*/ 275199 w 468960"/>
                  <a:gd name="connsiteY23" fmla="*/ 603529 h 797826"/>
                  <a:gd name="connsiteX24" fmla="*/ 335524 w 468960"/>
                  <a:gd name="connsiteY24" fmla="*/ 628929 h 797826"/>
                  <a:gd name="connsiteX25" fmla="*/ 376799 w 468960"/>
                  <a:gd name="connsiteY25" fmla="*/ 686079 h 797826"/>
                  <a:gd name="connsiteX26" fmla="*/ 443474 w 468960"/>
                  <a:gd name="connsiteY26" fmla="*/ 787679 h 797826"/>
                  <a:gd name="connsiteX27" fmla="*/ 18024 w 468960"/>
                  <a:gd name="connsiteY27" fmla="*/ 778154 h 79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8960" h="797826">
                    <a:moveTo>
                      <a:pt x="18024" y="778154"/>
                    </a:moveTo>
                    <a:cubicBezTo>
                      <a:pt x="-41243" y="755929"/>
                      <a:pt x="62474" y="681846"/>
                      <a:pt x="87874" y="654329"/>
                    </a:cubicBezTo>
                    <a:cubicBezTo>
                      <a:pt x="113274" y="626812"/>
                      <a:pt x="154549" y="624166"/>
                      <a:pt x="170424" y="613054"/>
                    </a:cubicBezTo>
                    <a:cubicBezTo>
                      <a:pt x="186299" y="601941"/>
                      <a:pt x="181007" y="597179"/>
                      <a:pt x="183124" y="587654"/>
                    </a:cubicBezTo>
                    <a:cubicBezTo>
                      <a:pt x="185241" y="578129"/>
                      <a:pt x="194236" y="565958"/>
                      <a:pt x="183124" y="555904"/>
                    </a:cubicBezTo>
                    <a:cubicBezTo>
                      <a:pt x="172012" y="545850"/>
                      <a:pt x="131795" y="580775"/>
                      <a:pt x="116449" y="527329"/>
                    </a:cubicBezTo>
                    <a:cubicBezTo>
                      <a:pt x="101103" y="473883"/>
                      <a:pt x="99516" y="284971"/>
                      <a:pt x="91049" y="235229"/>
                    </a:cubicBezTo>
                    <a:cubicBezTo>
                      <a:pt x="82582" y="185487"/>
                      <a:pt x="75174" y="235229"/>
                      <a:pt x="65649" y="228879"/>
                    </a:cubicBezTo>
                    <a:cubicBezTo>
                      <a:pt x="56124" y="222529"/>
                      <a:pt x="36545" y="205066"/>
                      <a:pt x="33899" y="197129"/>
                    </a:cubicBezTo>
                    <a:cubicBezTo>
                      <a:pt x="31253" y="189192"/>
                      <a:pt x="50303" y="204008"/>
                      <a:pt x="49774" y="181254"/>
                    </a:cubicBezTo>
                    <a:cubicBezTo>
                      <a:pt x="49245" y="158500"/>
                      <a:pt x="10087" y="90766"/>
                      <a:pt x="30724" y="60604"/>
                    </a:cubicBezTo>
                    <a:cubicBezTo>
                      <a:pt x="51361" y="30442"/>
                      <a:pt x="110099" y="-3425"/>
                      <a:pt x="173599" y="279"/>
                    </a:cubicBezTo>
                    <a:cubicBezTo>
                      <a:pt x="237099" y="3983"/>
                      <a:pt x="362512" y="51079"/>
                      <a:pt x="411724" y="82829"/>
                    </a:cubicBezTo>
                    <a:cubicBezTo>
                      <a:pt x="460937" y="114579"/>
                      <a:pt x="466757" y="168025"/>
                      <a:pt x="468874" y="190779"/>
                    </a:cubicBezTo>
                    <a:cubicBezTo>
                      <a:pt x="470991" y="213533"/>
                      <a:pt x="433420" y="192896"/>
                      <a:pt x="424424" y="219354"/>
                    </a:cubicBezTo>
                    <a:cubicBezTo>
                      <a:pt x="415428" y="245812"/>
                      <a:pt x="412782" y="325187"/>
                      <a:pt x="414899" y="349529"/>
                    </a:cubicBezTo>
                    <a:cubicBezTo>
                      <a:pt x="417016" y="373871"/>
                      <a:pt x="432891" y="351646"/>
                      <a:pt x="437124" y="365404"/>
                    </a:cubicBezTo>
                    <a:cubicBezTo>
                      <a:pt x="441357" y="379162"/>
                      <a:pt x="447707" y="417792"/>
                      <a:pt x="440299" y="432079"/>
                    </a:cubicBezTo>
                    <a:cubicBezTo>
                      <a:pt x="432891" y="446366"/>
                      <a:pt x="403787" y="447954"/>
                      <a:pt x="392674" y="451129"/>
                    </a:cubicBezTo>
                    <a:cubicBezTo>
                      <a:pt x="381561" y="454304"/>
                      <a:pt x="382091" y="443191"/>
                      <a:pt x="373624" y="451129"/>
                    </a:cubicBezTo>
                    <a:cubicBezTo>
                      <a:pt x="365157" y="459066"/>
                      <a:pt x="353516" y="483408"/>
                      <a:pt x="341874" y="498754"/>
                    </a:cubicBezTo>
                    <a:cubicBezTo>
                      <a:pt x="330232" y="514100"/>
                      <a:pt x="315945" y="535267"/>
                      <a:pt x="303774" y="543204"/>
                    </a:cubicBezTo>
                    <a:cubicBezTo>
                      <a:pt x="291603" y="551141"/>
                      <a:pt x="273612" y="536325"/>
                      <a:pt x="268849" y="546379"/>
                    </a:cubicBezTo>
                    <a:cubicBezTo>
                      <a:pt x="264087" y="556433"/>
                      <a:pt x="264086" y="589771"/>
                      <a:pt x="275199" y="603529"/>
                    </a:cubicBezTo>
                    <a:cubicBezTo>
                      <a:pt x="286312" y="617287"/>
                      <a:pt x="318591" y="615171"/>
                      <a:pt x="335524" y="628929"/>
                    </a:cubicBezTo>
                    <a:cubicBezTo>
                      <a:pt x="352457" y="642687"/>
                      <a:pt x="358807" y="659621"/>
                      <a:pt x="376799" y="686079"/>
                    </a:cubicBezTo>
                    <a:cubicBezTo>
                      <a:pt x="394791" y="712537"/>
                      <a:pt x="498507" y="771275"/>
                      <a:pt x="443474" y="787679"/>
                    </a:cubicBezTo>
                    <a:cubicBezTo>
                      <a:pt x="388441" y="804083"/>
                      <a:pt x="77291" y="800379"/>
                      <a:pt x="18024" y="778154"/>
                    </a:cubicBezTo>
                    <a:close/>
                  </a:path>
                </a:pathLst>
              </a:custGeom>
              <a:solidFill>
                <a:srgbClr val="00B0F0">
                  <a:alpha val="50196"/>
                </a:srgbClr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078" name="ZoneTexte 2077">
              <a:extLst>
                <a:ext uri="{FF2B5EF4-FFF2-40B4-BE49-F238E27FC236}">
                  <a16:creationId xmlns:a16="http://schemas.microsoft.com/office/drawing/2014/main" id="{6DA59334-2BB8-B561-6BFA-2312F881291A}"/>
                </a:ext>
              </a:extLst>
            </p:cNvPr>
            <p:cNvSpPr txBox="1"/>
            <p:nvPr/>
          </p:nvSpPr>
          <p:spPr>
            <a:xfrm>
              <a:off x="7322033" y="1274964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2084" name="Groupe 2083">
            <a:extLst>
              <a:ext uri="{FF2B5EF4-FFF2-40B4-BE49-F238E27FC236}">
                <a16:creationId xmlns:a16="http://schemas.microsoft.com/office/drawing/2014/main" id="{A4779E6C-A4CC-E1A8-BB25-14878E96D79E}"/>
              </a:ext>
            </a:extLst>
          </p:cNvPr>
          <p:cNvGrpSpPr/>
          <p:nvPr/>
        </p:nvGrpSpPr>
        <p:grpSpPr>
          <a:xfrm>
            <a:off x="346197" y="5187038"/>
            <a:ext cx="323888" cy="493730"/>
            <a:chOff x="7966342" y="1283428"/>
            <a:chExt cx="550000" cy="838412"/>
          </a:xfrm>
        </p:grpSpPr>
        <p:grpSp>
          <p:nvGrpSpPr>
            <p:cNvPr id="2070" name="Groupe 2069">
              <a:extLst>
                <a:ext uri="{FF2B5EF4-FFF2-40B4-BE49-F238E27FC236}">
                  <a16:creationId xmlns:a16="http://schemas.microsoft.com/office/drawing/2014/main" id="{2704D893-690E-B7F8-48BC-6841B0327154}"/>
                </a:ext>
              </a:extLst>
            </p:cNvPr>
            <p:cNvGrpSpPr/>
            <p:nvPr/>
          </p:nvGrpSpPr>
          <p:grpSpPr>
            <a:xfrm>
              <a:off x="7966342" y="1283428"/>
              <a:ext cx="550000" cy="838412"/>
              <a:chOff x="7435579" y="1324618"/>
              <a:chExt cx="550000" cy="838412"/>
            </a:xfrm>
          </p:grpSpPr>
          <p:pic>
            <p:nvPicPr>
              <p:cNvPr id="63" name="Picture 12" descr="Premium Vector | School bus driver vector illustration.">
                <a:extLst>
                  <a:ext uri="{FF2B5EF4-FFF2-40B4-BE49-F238E27FC236}">
                    <a16:creationId xmlns:a16="http://schemas.microsoft.com/office/drawing/2014/main" id="{9A0DE081-72C5-259F-35CB-8533CC553F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>
                            <a14:backgroundMark x1="51917" y1="19169" x2="53035" y2="47764"/>
                            <a14:backgroundMark x1="53035" y1="47764" x2="49840" y2="59744"/>
                            <a14:backgroundMark x1="49840" y1="59744" x2="49840" y2="60224"/>
                            <a14:backgroundMark x1="80351" y1="41534" x2="79872" y2="42971"/>
                            <a14:backgroundMark x1="78435" y1="42492" x2="78435" y2="42492"/>
                            <a14:backgroundMark x1="76997" y1="42013" x2="80831" y2="44249"/>
                            <a14:backgroundMark x1="56869" y1="19329" x2="58307" y2="34345"/>
                            <a14:backgroundMark x1="58786" y1="34505" x2="57029" y2="53674"/>
                            <a14:backgroundMark x1="39457" y1="14377" x2="32588" y2="76677"/>
                            <a14:backgroundMark x1="42812" y1="53514" x2="43930" y2="82268"/>
                            <a14:backgroundMark x1="48722" y1="68211" x2="53355" y2="85463"/>
                            <a14:backgroundMark x1="54473" y1="67252" x2="56390" y2="79393"/>
                            <a14:backgroundMark x1="59585" y1="51438" x2="59585" y2="51438"/>
                            <a14:backgroundMark x1="62460" y1="51118" x2="62460" y2="51118"/>
                            <a14:backgroundMark x1="63578" y1="50160" x2="63578" y2="50160"/>
                            <a14:backgroundMark x1="63259" y1="51278" x2="63259" y2="51278"/>
                            <a14:backgroundMark x1="63099" y1="51597" x2="63099" y2="51597"/>
                            <a14:backgroundMark x1="57827" y1="54153" x2="56390" y2="72843"/>
                            <a14:backgroundMark x1="76677" y1="42173" x2="76677" y2="4217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239" t="10107" r="12289" b="40217"/>
              <a:stretch/>
            </p:blipFill>
            <p:spPr bwMode="auto">
              <a:xfrm>
                <a:off x="7435579" y="1324618"/>
                <a:ext cx="550000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69" name="Forme libre : forme 2068">
                <a:extLst>
                  <a:ext uri="{FF2B5EF4-FFF2-40B4-BE49-F238E27FC236}">
                    <a16:creationId xmlns:a16="http://schemas.microsoft.com/office/drawing/2014/main" id="{1B744C18-A7D0-FD6F-3C04-03D6B5A20CB7}"/>
                  </a:ext>
                </a:extLst>
              </p:cNvPr>
              <p:cNvSpPr/>
              <p:nvPr/>
            </p:nvSpPr>
            <p:spPr>
              <a:xfrm>
                <a:off x="7511884" y="1368841"/>
                <a:ext cx="436727" cy="794189"/>
              </a:xfrm>
              <a:custGeom>
                <a:avLst/>
                <a:gdLst>
                  <a:gd name="connsiteX0" fmla="*/ 25857 w 434417"/>
                  <a:gd name="connsiteY0" fmla="*/ 771109 h 794189"/>
                  <a:gd name="connsiteX1" fmla="*/ 73482 w 434417"/>
                  <a:gd name="connsiteY1" fmla="*/ 606009 h 794189"/>
                  <a:gd name="connsiteX2" fmla="*/ 143332 w 434417"/>
                  <a:gd name="connsiteY2" fmla="*/ 548859 h 794189"/>
                  <a:gd name="connsiteX3" fmla="*/ 152857 w 434417"/>
                  <a:gd name="connsiteY3" fmla="*/ 494884 h 794189"/>
                  <a:gd name="connsiteX4" fmla="*/ 79832 w 434417"/>
                  <a:gd name="connsiteY4" fmla="*/ 425034 h 794189"/>
                  <a:gd name="connsiteX5" fmla="*/ 60782 w 434417"/>
                  <a:gd name="connsiteY5" fmla="*/ 352009 h 794189"/>
                  <a:gd name="connsiteX6" fmla="*/ 32207 w 434417"/>
                  <a:gd name="connsiteY6" fmla="*/ 285334 h 794189"/>
                  <a:gd name="connsiteX7" fmla="*/ 35382 w 434417"/>
                  <a:gd name="connsiteY7" fmla="*/ 225009 h 794189"/>
                  <a:gd name="connsiteX8" fmla="*/ 35382 w 434417"/>
                  <a:gd name="connsiteY8" fmla="*/ 186909 h 794189"/>
                  <a:gd name="connsiteX9" fmla="*/ 457 w 434417"/>
                  <a:gd name="connsiteY9" fmla="*/ 88484 h 794189"/>
                  <a:gd name="connsiteX10" fmla="*/ 63957 w 434417"/>
                  <a:gd name="connsiteY10" fmla="*/ 15459 h 794189"/>
                  <a:gd name="connsiteX11" fmla="*/ 171907 w 434417"/>
                  <a:gd name="connsiteY11" fmla="*/ 2759 h 794189"/>
                  <a:gd name="connsiteX12" fmla="*/ 321132 w 434417"/>
                  <a:gd name="connsiteY12" fmla="*/ 53559 h 794189"/>
                  <a:gd name="connsiteX13" fmla="*/ 419557 w 434417"/>
                  <a:gd name="connsiteY13" fmla="*/ 164684 h 794189"/>
                  <a:gd name="connsiteX14" fmla="*/ 356057 w 434417"/>
                  <a:gd name="connsiteY14" fmla="*/ 205959 h 794189"/>
                  <a:gd name="connsiteX15" fmla="*/ 362407 w 434417"/>
                  <a:gd name="connsiteY15" fmla="*/ 228184 h 794189"/>
                  <a:gd name="connsiteX16" fmla="*/ 384632 w 434417"/>
                  <a:gd name="connsiteY16" fmla="*/ 234534 h 794189"/>
                  <a:gd name="connsiteX17" fmla="*/ 381457 w 434417"/>
                  <a:gd name="connsiteY17" fmla="*/ 336134 h 794189"/>
                  <a:gd name="connsiteX18" fmla="*/ 346532 w 434417"/>
                  <a:gd name="connsiteY18" fmla="*/ 355184 h 794189"/>
                  <a:gd name="connsiteX19" fmla="*/ 352882 w 434417"/>
                  <a:gd name="connsiteY19" fmla="*/ 415509 h 794189"/>
                  <a:gd name="connsiteX20" fmla="*/ 283032 w 434417"/>
                  <a:gd name="connsiteY20" fmla="*/ 466309 h 794189"/>
                  <a:gd name="connsiteX21" fmla="*/ 276682 w 434417"/>
                  <a:gd name="connsiteY21" fmla="*/ 494884 h 794189"/>
                  <a:gd name="connsiteX22" fmla="*/ 365582 w 434417"/>
                  <a:gd name="connsiteY22" fmla="*/ 567909 h 794189"/>
                  <a:gd name="connsiteX23" fmla="*/ 413207 w 434417"/>
                  <a:gd name="connsiteY23" fmla="*/ 771109 h 794189"/>
                  <a:gd name="connsiteX24" fmla="*/ 25857 w 434417"/>
                  <a:gd name="connsiteY24" fmla="*/ 771109 h 794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4417" h="794189">
                    <a:moveTo>
                      <a:pt x="25857" y="771109"/>
                    </a:moveTo>
                    <a:cubicBezTo>
                      <a:pt x="-30764" y="743592"/>
                      <a:pt x="53903" y="643051"/>
                      <a:pt x="73482" y="606009"/>
                    </a:cubicBezTo>
                    <a:cubicBezTo>
                      <a:pt x="93061" y="568967"/>
                      <a:pt x="130103" y="567380"/>
                      <a:pt x="143332" y="548859"/>
                    </a:cubicBezTo>
                    <a:cubicBezTo>
                      <a:pt x="156561" y="530338"/>
                      <a:pt x="163440" y="515521"/>
                      <a:pt x="152857" y="494884"/>
                    </a:cubicBezTo>
                    <a:cubicBezTo>
                      <a:pt x="142274" y="474246"/>
                      <a:pt x="95178" y="448846"/>
                      <a:pt x="79832" y="425034"/>
                    </a:cubicBezTo>
                    <a:cubicBezTo>
                      <a:pt x="64486" y="401222"/>
                      <a:pt x="68720" y="375292"/>
                      <a:pt x="60782" y="352009"/>
                    </a:cubicBezTo>
                    <a:cubicBezTo>
                      <a:pt x="52845" y="328726"/>
                      <a:pt x="36440" y="306501"/>
                      <a:pt x="32207" y="285334"/>
                    </a:cubicBezTo>
                    <a:cubicBezTo>
                      <a:pt x="27974" y="264167"/>
                      <a:pt x="34853" y="241413"/>
                      <a:pt x="35382" y="225009"/>
                    </a:cubicBezTo>
                    <a:cubicBezTo>
                      <a:pt x="35911" y="208605"/>
                      <a:pt x="41203" y="209663"/>
                      <a:pt x="35382" y="186909"/>
                    </a:cubicBezTo>
                    <a:cubicBezTo>
                      <a:pt x="29561" y="164155"/>
                      <a:pt x="-4305" y="117059"/>
                      <a:pt x="457" y="88484"/>
                    </a:cubicBezTo>
                    <a:cubicBezTo>
                      <a:pt x="5219" y="59909"/>
                      <a:pt x="35382" y="29746"/>
                      <a:pt x="63957" y="15459"/>
                    </a:cubicBezTo>
                    <a:cubicBezTo>
                      <a:pt x="92532" y="1172"/>
                      <a:pt x="129045" y="-3591"/>
                      <a:pt x="171907" y="2759"/>
                    </a:cubicBezTo>
                    <a:cubicBezTo>
                      <a:pt x="214769" y="9109"/>
                      <a:pt x="279857" y="26572"/>
                      <a:pt x="321132" y="53559"/>
                    </a:cubicBezTo>
                    <a:cubicBezTo>
                      <a:pt x="362407" y="80546"/>
                      <a:pt x="413736" y="139284"/>
                      <a:pt x="419557" y="164684"/>
                    </a:cubicBezTo>
                    <a:cubicBezTo>
                      <a:pt x="425378" y="190084"/>
                      <a:pt x="365582" y="195376"/>
                      <a:pt x="356057" y="205959"/>
                    </a:cubicBezTo>
                    <a:cubicBezTo>
                      <a:pt x="346532" y="216542"/>
                      <a:pt x="357645" y="223422"/>
                      <a:pt x="362407" y="228184"/>
                    </a:cubicBezTo>
                    <a:cubicBezTo>
                      <a:pt x="367169" y="232946"/>
                      <a:pt x="381457" y="216542"/>
                      <a:pt x="384632" y="234534"/>
                    </a:cubicBezTo>
                    <a:cubicBezTo>
                      <a:pt x="387807" y="252526"/>
                      <a:pt x="387807" y="316026"/>
                      <a:pt x="381457" y="336134"/>
                    </a:cubicBezTo>
                    <a:cubicBezTo>
                      <a:pt x="375107" y="356242"/>
                      <a:pt x="351294" y="341955"/>
                      <a:pt x="346532" y="355184"/>
                    </a:cubicBezTo>
                    <a:cubicBezTo>
                      <a:pt x="341770" y="368413"/>
                      <a:pt x="363465" y="396988"/>
                      <a:pt x="352882" y="415509"/>
                    </a:cubicBezTo>
                    <a:cubicBezTo>
                      <a:pt x="342299" y="434030"/>
                      <a:pt x="295732" y="453080"/>
                      <a:pt x="283032" y="466309"/>
                    </a:cubicBezTo>
                    <a:cubicBezTo>
                      <a:pt x="270332" y="479538"/>
                      <a:pt x="262924" y="477951"/>
                      <a:pt x="276682" y="494884"/>
                    </a:cubicBezTo>
                    <a:cubicBezTo>
                      <a:pt x="290440" y="511817"/>
                      <a:pt x="342828" y="521872"/>
                      <a:pt x="365582" y="567909"/>
                    </a:cubicBezTo>
                    <a:cubicBezTo>
                      <a:pt x="388336" y="613946"/>
                      <a:pt x="473532" y="737242"/>
                      <a:pt x="413207" y="771109"/>
                    </a:cubicBezTo>
                    <a:cubicBezTo>
                      <a:pt x="352882" y="804976"/>
                      <a:pt x="82478" y="798626"/>
                      <a:pt x="25857" y="771109"/>
                    </a:cubicBezTo>
                    <a:close/>
                  </a:path>
                </a:pathLst>
              </a:custGeom>
              <a:solidFill>
                <a:srgbClr val="FC8F0C">
                  <a:alpha val="50196"/>
                </a:srgbClr>
              </a:solidFill>
              <a:ln>
                <a:solidFill>
                  <a:srgbClr val="FC8F0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079" name="ZoneTexte 2078">
              <a:extLst>
                <a:ext uri="{FF2B5EF4-FFF2-40B4-BE49-F238E27FC236}">
                  <a16:creationId xmlns:a16="http://schemas.microsoft.com/office/drawing/2014/main" id="{4AB90235-7130-B5B3-F0D8-CD254C7A63C0}"/>
                </a:ext>
              </a:extLst>
            </p:cNvPr>
            <p:cNvSpPr txBox="1"/>
            <p:nvPr/>
          </p:nvSpPr>
          <p:spPr>
            <a:xfrm>
              <a:off x="8045173" y="1301875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C8F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</p:grpSp>
      <p:grpSp>
        <p:nvGrpSpPr>
          <p:cNvPr id="2085" name="Groupe 2084">
            <a:extLst>
              <a:ext uri="{FF2B5EF4-FFF2-40B4-BE49-F238E27FC236}">
                <a16:creationId xmlns:a16="http://schemas.microsoft.com/office/drawing/2014/main" id="{AB769530-725B-5321-A3B0-551C6A614525}"/>
              </a:ext>
            </a:extLst>
          </p:cNvPr>
          <p:cNvGrpSpPr/>
          <p:nvPr/>
        </p:nvGrpSpPr>
        <p:grpSpPr>
          <a:xfrm>
            <a:off x="354309" y="5756549"/>
            <a:ext cx="307664" cy="494120"/>
            <a:chOff x="8715520" y="1301961"/>
            <a:chExt cx="522448" cy="839073"/>
          </a:xfrm>
        </p:grpSpPr>
        <p:grpSp>
          <p:nvGrpSpPr>
            <p:cNvPr id="2072" name="Groupe 2071">
              <a:extLst>
                <a:ext uri="{FF2B5EF4-FFF2-40B4-BE49-F238E27FC236}">
                  <a16:creationId xmlns:a16="http://schemas.microsoft.com/office/drawing/2014/main" id="{CB29EA8B-F084-08A4-A7B8-25FA22EE9475}"/>
                </a:ext>
              </a:extLst>
            </p:cNvPr>
            <p:cNvGrpSpPr/>
            <p:nvPr/>
          </p:nvGrpSpPr>
          <p:grpSpPr>
            <a:xfrm>
              <a:off x="8715520" y="1302671"/>
              <a:ext cx="522448" cy="838363"/>
              <a:chOff x="8184757" y="1322432"/>
              <a:chExt cx="522448" cy="838363"/>
            </a:xfrm>
          </p:grpSpPr>
          <p:pic>
            <p:nvPicPr>
              <p:cNvPr id="2049" name="Picture 10" descr="Jeune, caucasien, femelle, autobus scolaire | Vecteur Premium">
                <a:extLst>
                  <a:ext uri="{FF2B5EF4-FFF2-40B4-BE49-F238E27FC236}">
                    <a16:creationId xmlns:a16="http://schemas.microsoft.com/office/drawing/2014/main" id="{BBC72F54-7466-49A8-DFE4-84D567D2F3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10000" b="90000" l="10000" r="90000">
                            <a14:backgroundMark x1="53355" y1="16773" x2="50160" y2="81949"/>
                            <a14:backgroundMark x1="50160" y1="81949" x2="50639" y2="82588"/>
                            <a14:backgroundMark x1="57348" y1="29553" x2="57348" y2="30032"/>
                            <a14:backgroundMark x1="57029" y1="37859" x2="57029" y2="38339"/>
                            <a14:backgroundMark x1="42013" y1="5112" x2="40256" y2="79073"/>
                            <a14:backgroundMark x1="54473" y1="34665" x2="61821" y2="66134"/>
                            <a14:backgroundMark x1="55591" y1="70447" x2="52875" y2="86581"/>
                            <a14:backgroundMark x1="56390" y1="60224" x2="63099" y2="77316"/>
                            <a14:backgroundMark x1="59744" y1="69968" x2="83387" y2="71246"/>
                            <a14:backgroundMark x1="52396" y1="51597" x2="52396" y2="51597"/>
                            <a14:backgroundMark x1="42173" y1="14377" x2="33067" y2="73642"/>
                            <a14:backgroundMark x1="57188" y1="25080" x2="57827" y2="30831"/>
                            <a14:backgroundMark x1="58626" y1="37540" x2="60383" y2="41693"/>
                            <a14:backgroundMark x1="33866" y1="19968" x2="29872" y2="59585"/>
                            <a14:backgroundMark x1="78594" y1="44409" x2="78594" y2="44409"/>
                            <a14:backgroundMark x1="79553" y1="44569" x2="79553" y2="44569"/>
                            <a14:backgroundMark x1="76198" y1="44888" x2="76198" y2="44888"/>
                            <a14:backgroundMark x1="75879" y1="44888" x2="75879" y2="44888"/>
                            <a14:backgroundMark x1="75879" y1="44888" x2="78754" y2="46805"/>
                            <a14:backgroundMark x1="80032" y1="49042" x2="78754" y2="47444"/>
                            <a14:backgroundMark x1="78115" y1="43930" x2="79872" y2="40575"/>
                            <a14:backgroundMark x1="75719" y1="44728" x2="75719" y2="44728"/>
                            <a14:backgroundMark x1="75559" y1="44728" x2="75559" y2="44728"/>
                            <a14:backgroundMark x1="58147" y1="31949" x2="58147" y2="31949"/>
                            <a14:backgroundMark x1="61022" y1="51597" x2="61022" y2="51597"/>
                            <a14:backgroundMark x1="62780" y1="51917" x2="62780" y2="51917"/>
                            <a14:backgroundMark x1="62780" y1="51118" x2="62780" y2="5111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056" t="10201" r="9962" b="33583"/>
              <a:stretch/>
            </p:blipFill>
            <p:spPr bwMode="auto">
              <a:xfrm>
                <a:off x="8184757" y="1322432"/>
                <a:ext cx="522448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71" name="Forme libre : forme 2070">
                <a:extLst>
                  <a:ext uri="{FF2B5EF4-FFF2-40B4-BE49-F238E27FC236}">
                    <a16:creationId xmlns:a16="http://schemas.microsoft.com/office/drawing/2014/main" id="{FB8B1BF7-46DC-0E67-6030-06EE378C4BA3}"/>
                  </a:ext>
                </a:extLst>
              </p:cNvPr>
              <p:cNvSpPr/>
              <p:nvPr/>
            </p:nvSpPr>
            <p:spPr>
              <a:xfrm>
                <a:off x="8246047" y="1349635"/>
                <a:ext cx="421861" cy="811160"/>
              </a:xfrm>
              <a:custGeom>
                <a:avLst/>
                <a:gdLst>
                  <a:gd name="connsiteX0" fmla="*/ 54991 w 421861"/>
                  <a:gd name="connsiteY0" fmla="*/ 788728 h 811160"/>
                  <a:gd name="connsiteX1" fmla="*/ 71659 w 421861"/>
                  <a:gd name="connsiteY1" fmla="*/ 562509 h 811160"/>
                  <a:gd name="connsiteX2" fmla="*/ 121666 w 421861"/>
                  <a:gd name="connsiteY2" fmla="*/ 538696 h 811160"/>
                  <a:gd name="connsiteX3" fmla="*/ 131191 w 421861"/>
                  <a:gd name="connsiteY3" fmla="*/ 479165 h 811160"/>
                  <a:gd name="connsiteX4" fmla="*/ 71659 w 421861"/>
                  <a:gd name="connsiteY4" fmla="*/ 410109 h 811160"/>
                  <a:gd name="connsiteX5" fmla="*/ 62134 w 421861"/>
                  <a:gd name="connsiteY5" fmla="*/ 341053 h 811160"/>
                  <a:gd name="connsiteX6" fmla="*/ 12128 w 421861"/>
                  <a:gd name="connsiteY6" fmla="*/ 279140 h 811160"/>
                  <a:gd name="connsiteX7" fmla="*/ 12128 w 421861"/>
                  <a:gd name="connsiteY7" fmla="*/ 171984 h 811160"/>
                  <a:gd name="connsiteX8" fmla="*/ 222 w 421861"/>
                  <a:gd name="connsiteY8" fmla="*/ 86259 h 811160"/>
                  <a:gd name="connsiteX9" fmla="*/ 24034 w 421861"/>
                  <a:gd name="connsiteY9" fmla="*/ 33871 h 811160"/>
                  <a:gd name="connsiteX10" fmla="*/ 83566 w 421861"/>
                  <a:gd name="connsiteY10" fmla="*/ 534 h 811160"/>
                  <a:gd name="connsiteX11" fmla="*/ 338359 w 421861"/>
                  <a:gd name="connsiteY11" fmla="*/ 60065 h 811160"/>
                  <a:gd name="connsiteX12" fmla="*/ 421703 w 421861"/>
                  <a:gd name="connsiteY12" fmla="*/ 176746 h 811160"/>
                  <a:gd name="connsiteX13" fmla="*/ 359791 w 421861"/>
                  <a:gd name="connsiteY13" fmla="*/ 205321 h 811160"/>
                  <a:gd name="connsiteX14" fmla="*/ 376459 w 421861"/>
                  <a:gd name="connsiteY14" fmla="*/ 210084 h 811160"/>
                  <a:gd name="connsiteX15" fmla="*/ 369316 w 421861"/>
                  <a:gd name="connsiteY15" fmla="*/ 271996 h 811160"/>
                  <a:gd name="connsiteX16" fmla="*/ 364553 w 421861"/>
                  <a:gd name="connsiteY16" fmla="*/ 379153 h 811160"/>
                  <a:gd name="connsiteX17" fmla="*/ 316928 w 421861"/>
                  <a:gd name="connsiteY17" fmla="*/ 362484 h 811160"/>
                  <a:gd name="connsiteX18" fmla="*/ 305022 w 421861"/>
                  <a:gd name="connsiteY18" fmla="*/ 414871 h 811160"/>
                  <a:gd name="connsiteX19" fmla="*/ 250253 w 421861"/>
                  <a:gd name="connsiteY19" fmla="*/ 467259 h 811160"/>
                  <a:gd name="connsiteX20" fmla="*/ 269303 w 421861"/>
                  <a:gd name="connsiteY20" fmla="*/ 495834 h 811160"/>
                  <a:gd name="connsiteX21" fmla="*/ 359791 w 421861"/>
                  <a:gd name="connsiteY21" fmla="*/ 593465 h 811160"/>
                  <a:gd name="connsiteX22" fmla="*/ 405034 w 421861"/>
                  <a:gd name="connsiteY22" fmla="*/ 679190 h 811160"/>
                  <a:gd name="connsiteX23" fmla="*/ 343122 w 421861"/>
                  <a:gd name="connsiteY23" fmla="*/ 791109 h 811160"/>
                  <a:gd name="connsiteX24" fmla="*/ 54991 w 421861"/>
                  <a:gd name="connsiteY24" fmla="*/ 788728 h 81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21861" h="811160">
                    <a:moveTo>
                      <a:pt x="54991" y="788728"/>
                    </a:moveTo>
                    <a:cubicBezTo>
                      <a:pt x="9747" y="750628"/>
                      <a:pt x="60547" y="604181"/>
                      <a:pt x="71659" y="562509"/>
                    </a:cubicBezTo>
                    <a:cubicBezTo>
                      <a:pt x="82771" y="520837"/>
                      <a:pt x="111744" y="552587"/>
                      <a:pt x="121666" y="538696"/>
                    </a:cubicBezTo>
                    <a:cubicBezTo>
                      <a:pt x="131588" y="524805"/>
                      <a:pt x="139526" y="500596"/>
                      <a:pt x="131191" y="479165"/>
                    </a:cubicBezTo>
                    <a:cubicBezTo>
                      <a:pt x="122856" y="457734"/>
                      <a:pt x="83169" y="433128"/>
                      <a:pt x="71659" y="410109"/>
                    </a:cubicBezTo>
                    <a:cubicBezTo>
                      <a:pt x="60150" y="387090"/>
                      <a:pt x="72056" y="362881"/>
                      <a:pt x="62134" y="341053"/>
                    </a:cubicBezTo>
                    <a:cubicBezTo>
                      <a:pt x="52212" y="319225"/>
                      <a:pt x="20462" y="307318"/>
                      <a:pt x="12128" y="279140"/>
                    </a:cubicBezTo>
                    <a:cubicBezTo>
                      <a:pt x="3794" y="250962"/>
                      <a:pt x="14112" y="204131"/>
                      <a:pt x="12128" y="171984"/>
                    </a:cubicBezTo>
                    <a:cubicBezTo>
                      <a:pt x="10144" y="139837"/>
                      <a:pt x="-1762" y="109278"/>
                      <a:pt x="222" y="86259"/>
                    </a:cubicBezTo>
                    <a:cubicBezTo>
                      <a:pt x="2206" y="63240"/>
                      <a:pt x="10143" y="48158"/>
                      <a:pt x="24034" y="33871"/>
                    </a:cubicBezTo>
                    <a:cubicBezTo>
                      <a:pt x="37925" y="19583"/>
                      <a:pt x="31179" y="-3832"/>
                      <a:pt x="83566" y="534"/>
                    </a:cubicBezTo>
                    <a:cubicBezTo>
                      <a:pt x="135953" y="4900"/>
                      <a:pt x="282003" y="30696"/>
                      <a:pt x="338359" y="60065"/>
                    </a:cubicBezTo>
                    <a:cubicBezTo>
                      <a:pt x="394715" y="89434"/>
                      <a:pt x="418131" y="152537"/>
                      <a:pt x="421703" y="176746"/>
                    </a:cubicBezTo>
                    <a:cubicBezTo>
                      <a:pt x="425275" y="200955"/>
                      <a:pt x="367332" y="199765"/>
                      <a:pt x="359791" y="205321"/>
                    </a:cubicBezTo>
                    <a:cubicBezTo>
                      <a:pt x="352250" y="210877"/>
                      <a:pt x="374872" y="198972"/>
                      <a:pt x="376459" y="210084"/>
                    </a:cubicBezTo>
                    <a:cubicBezTo>
                      <a:pt x="378046" y="221196"/>
                      <a:pt x="371300" y="243818"/>
                      <a:pt x="369316" y="271996"/>
                    </a:cubicBezTo>
                    <a:cubicBezTo>
                      <a:pt x="367332" y="300174"/>
                      <a:pt x="373284" y="364072"/>
                      <a:pt x="364553" y="379153"/>
                    </a:cubicBezTo>
                    <a:cubicBezTo>
                      <a:pt x="355822" y="394234"/>
                      <a:pt x="326850" y="356531"/>
                      <a:pt x="316928" y="362484"/>
                    </a:cubicBezTo>
                    <a:cubicBezTo>
                      <a:pt x="307006" y="368437"/>
                      <a:pt x="316134" y="397409"/>
                      <a:pt x="305022" y="414871"/>
                    </a:cubicBezTo>
                    <a:cubicBezTo>
                      <a:pt x="293910" y="432333"/>
                      <a:pt x="256206" y="453765"/>
                      <a:pt x="250253" y="467259"/>
                    </a:cubicBezTo>
                    <a:cubicBezTo>
                      <a:pt x="244300" y="480753"/>
                      <a:pt x="251047" y="474800"/>
                      <a:pt x="269303" y="495834"/>
                    </a:cubicBezTo>
                    <a:cubicBezTo>
                      <a:pt x="287559" y="516868"/>
                      <a:pt x="337169" y="562906"/>
                      <a:pt x="359791" y="593465"/>
                    </a:cubicBezTo>
                    <a:cubicBezTo>
                      <a:pt x="382413" y="624024"/>
                      <a:pt x="407812" y="646250"/>
                      <a:pt x="405034" y="679190"/>
                    </a:cubicBezTo>
                    <a:cubicBezTo>
                      <a:pt x="402256" y="712130"/>
                      <a:pt x="397891" y="773647"/>
                      <a:pt x="343122" y="791109"/>
                    </a:cubicBezTo>
                    <a:cubicBezTo>
                      <a:pt x="288353" y="808571"/>
                      <a:pt x="100235" y="826828"/>
                      <a:pt x="54991" y="788728"/>
                    </a:cubicBezTo>
                    <a:close/>
                  </a:path>
                </a:pathLst>
              </a:custGeom>
              <a:solidFill>
                <a:srgbClr val="7030A0">
                  <a:alpha val="50196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080" name="ZoneTexte 2079">
              <a:extLst>
                <a:ext uri="{FF2B5EF4-FFF2-40B4-BE49-F238E27FC236}">
                  <a16:creationId xmlns:a16="http://schemas.microsoft.com/office/drawing/2014/main" id="{840EB229-8AF3-8CE8-7F23-FFECD00463B9}"/>
                </a:ext>
              </a:extLst>
            </p:cNvPr>
            <p:cNvSpPr txBox="1"/>
            <p:nvPr/>
          </p:nvSpPr>
          <p:spPr>
            <a:xfrm>
              <a:off x="8780104" y="1301961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4D8C645B-8E98-D299-FA57-8DB85F3ACA22}"/>
              </a:ext>
            </a:extLst>
          </p:cNvPr>
          <p:cNvSpPr/>
          <p:nvPr/>
        </p:nvSpPr>
        <p:spPr>
          <a:xfrm>
            <a:off x="2368231" y="352425"/>
            <a:ext cx="9820275" cy="26777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1C01E3-1C81-AB2A-F135-9DB83B579FC1}"/>
              </a:ext>
            </a:extLst>
          </p:cNvPr>
          <p:cNvSpPr/>
          <p:nvPr/>
        </p:nvSpPr>
        <p:spPr>
          <a:xfrm>
            <a:off x="2405996" y="415768"/>
            <a:ext cx="1224000" cy="288000"/>
          </a:xfrm>
          <a:prstGeom prst="rect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Lundi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D967BC9-6E3E-7FBF-12A2-C6641A421A8F}"/>
              </a:ext>
            </a:extLst>
          </p:cNvPr>
          <p:cNvSpPr txBox="1"/>
          <p:nvPr/>
        </p:nvSpPr>
        <p:spPr>
          <a:xfrm>
            <a:off x="2334307" y="1061124"/>
            <a:ext cx="8096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D7A623A-4B28-9C8D-FE70-585CAF145225}"/>
              </a:ext>
            </a:extLst>
          </p:cNvPr>
          <p:cNvSpPr txBox="1"/>
          <p:nvPr/>
        </p:nvSpPr>
        <p:spPr>
          <a:xfrm>
            <a:off x="2330004" y="2003015"/>
            <a:ext cx="8096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73E2F30-896E-DF75-FC34-405916ECB25B}"/>
              </a:ext>
            </a:extLst>
          </p:cNvPr>
          <p:cNvSpPr txBox="1"/>
          <p:nvPr/>
        </p:nvSpPr>
        <p:spPr>
          <a:xfrm>
            <a:off x="6760624" y="1044950"/>
            <a:ext cx="1651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chemeClr val="accent2"/>
                </a:solidFill>
              </a:rPr>
              <a:t>12h15 | 10h40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A18EE89-0309-15CD-ECDF-41E19B5E9CAF}"/>
              </a:ext>
            </a:extLst>
          </p:cNvPr>
          <p:cNvSpPr txBox="1"/>
          <p:nvPr/>
        </p:nvSpPr>
        <p:spPr>
          <a:xfrm>
            <a:off x="6793829" y="2002982"/>
            <a:ext cx="1647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chemeClr val="accent2"/>
                </a:solidFill>
              </a:rPr>
              <a:t>13h15 | 12h30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573585E-F411-4C0F-E7A9-21D12BEDC9E9}"/>
              </a:ext>
            </a:extLst>
          </p:cNvPr>
          <p:cNvSpPr txBox="1"/>
          <p:nvPr/>
        </p:nvSpPr>
        <p:spPr>
          <a:xfrm>
            <a:off x="11348345" y="1029484"/>
            <a:ext cx="8096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0CF38ED-2711-3C93-9425-EE0E02E1BFFE}"/>
              </a:ext>
            </a:extLst>
          </p:cNvPr>
          <p:cNvSpPr txBox="1"/>
          <p:nvPr/>
        </p:nvSpPr>
        <p:spPr>
          <a:xfrm>
            <a:off x="11399038" y="2003011"/>
            <a:ext cx="8096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15h10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24B98DC4-0EB1-49BD-14C1-63D9F5B8EAAE}"/>
              </a:ext>
            </a:extLst>
          </p:cNvPr>
          <p:cNvGrpSpPr/>
          <p:nvPr/>
        </p:nvGrpSpPr>
        <p:grpSpPr>
          <a:xfrm>
            <a:off x="10255051" y="815177"/>
            <a:ext cx="1288800" cy="656478"/>
            <a:chOff x="10255051" y="815177"/>
            <a:chExt cx="1288800" cy="656478"/>
          </a:xfrm>
        </p:grpSpPr>
        <p:pic>
          <p:nvPicPr>
            <p:cNvPr id="30" name="Google Shape;88;p1">
              <a:extLst>
                <a:ext uri="{FF2B5EF4-FFF2-40B4-BE49-F238E27FC236}">
                  <a16:creationId xmlns:a16="http://schemas.microsoft.com/office/drawing/2014/main" id="{321A0FB4-8A09-9DD4-FE4B-2588A020D173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9799" b="90437" l="8974" r="86643">
                          <a14:foregroundMark x1="86694" y1="66234" x2="86694" y2="66234"/>
                          <a14:foregroundMark x1="40743" y1="90437" x2="40743" y2="90437"/>
                          <a14:foregroundMark x1="62352" y1="84652" x2="62352" y2="84652"/>
                          <a14:foregroundMark x1="62867" y1="84652" x2="62867" y2="84652"/>
                          <a14:foregroundMark x1="62867" y1="86305" x2="62867" y2="86305"/>
                          <a14:foregroundMark x1="62713" y1="85124" x2="62713" y2="85124"/>
                          <a14:foregroundMark x1="63899" y1="85832" x2="63899" y2="85832"/>
                          <a14:foregroundMark x1="61320" y1="85832" x2="62197" y2="85832"/>
                          <a14:foregroundMark x1="64260" y1="84298" x2="64260" y2="84298"/>
                          <a14:foregroundMark x1="65446" y1="81582" x2="65446" y2="81582"/>
                        </a14:backgroundRemoval>
                      </a14:imgEffect>
                      <a14:imgEffect>
                        <a14:brightnessContrast bright="20000" contrast="20000"/>
                      </a14:imgEffect>
                    </a14:imgLayer>
                  </a14:imgProps>
                </a:ext>
              </a:extLst>
            </a:blip>
            <a:srcRect r="9853"/>
            <a:stretch/>
          </p:blipFill>
          <p:spPr>
            <a:xfrm>
              <a:off x="10255051" y="863255"/>
              <a:ext cx="1288800" cy="608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81" name="Groupe 2080">
              <a:extLst>
                <a:ext uri="{FF2B5EF4-FFF2-40B4-BE49-F238E27FC236}">
                  <a16:creationId xmlns:a16="http://schemas.microsoft.com/office/drawing/2014/main" id="{BAC44900-9AE6-098E-C68B-A5D9EA62084B}"/>
                </a:ext>
              </a:extLst>
            </p:cNvPr>
            <p:cNvGrpSpPr/>
            <p:nvPr/>
          </p:nvGrpSpPr>
          <p:grpSpPr>
            <a:xfrm>
              <a:off x="11111856" y="815177"/>
              <a:ext cx="339058" cy="529036"/>
              <a:chOff x="5633373" y="1227577"/>
              <a:chExt cx="575763" cy="898368"/>
            </a:xfrm>
          </p:grpSpPr>
          <p:grpSp>
            <p:nvGrpSpPr>
              <p:cNvPr id="2058" name="Groupe 2057">
                <a:extLst>
                  <a:ext uri="{FF2B5EF4-FFF2-40B4-BE49-F238E27FC236}">
                    <a16:creationId xmlns:a16="http://schemas.microsoft.com/office/drawing/2014/main" id="{03A580FF-33A5-FE68-5038-85D490701AC6}"/>
                  </a:ext>
                </a:extLst>
              </p:cNvPr>
              <p:cNvGrpSpPr/>
              <p:nvPr/>
            </p:nvGrpSpPr>
            <p:grpSpPr>
              <a:xfrm>
                <a:off x="5633373" y="1310923"/>
                <a:ext cx="575763" cy="815022"/>
                <a:chOff x="5102610" y="1330684"/>
                <a:chExt cx="575763" cy="815022"/>
              </a:xfrm>
            </p:grpSpPr>
            <p:pic>
              <p:nvPicPr>
                <p:cNvPr id="21" name="Image 20">
                  <a:extLst>
                    <a:ext uri="{FF2B5EF4-FFF2-40B4-BE49-F238E27FC236}">
                      <a16:creationId xmlns:a16="http://schemas.microsoft.com/office/drawing/2014/main" id="{88F284D0-90A9-E2B9-CAC6-E6EF60DA1F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BEBA8EAE-BF5A-486C-A8C5-ECC9F3942E4B}">
                      <a14:imgProps xmlns:a14="http://schemas.microsoft.com/office/drawing/2010/main">
                        <a14:imgLayer r:embed="rId14">
                          <a14:imgEffect>
                            <a14:backgroundRemoval t="4530" b="99652" l="9309" r="90426">
                              <a14:foregroundMark x1="66489" y1="7666" x2="86436" y2="24390"/>
                              <a14:foregroundMark x1="86968" y1="20906" x2="87234" y2="23693"/>
                              <a14:foregroundMark x1="84145" y1="44599" x2="84123" y2="44769"/>
                              <a14:foregroundMark x1="87500" y1="19164" x2="84145" y2="44599"/>
                              <a14:foregroundMark x1="86702" y1="18467" x2="73936" y2="9756"/>
                              <a14:foregroundMark x1="82713" y1="14634" x2="81383" y2="48432"/>
                              <a14:foregroundMark x1="90691" y1="22997" x2="72872" y2="13937"/>
                              <a14:foregroundMark x1="72872" y1="13937" x2="70479" y2="14286"/>
                              <a14:foregroundMark x1="75798" y1="6272" x2="63989" y2="5458"/>
                              <a14:foregroundMark x1="65426" y1="9408" x2="64628" y2="17073"/>
                              <a14:foregroundMark x1="63298" y1="18118" x2="63298" y2="22648"/>
                              <a14:foregroundMark x1="64096" y1="23345" x2="64894" y2="26132"/>
                              <a14:foregroundMark x1="63830" y1="25784" x2="63830" y2="25784"/>
                              <a14:foregroundMark x1="63032" y1="25436" x2="63032" y2="25436"/>
                              <a14:foregroundMark x1="62766" y1="24390" x2="62766" y2="24390"/>
                              <a14:foregroundMark x1="62500" y1="16028" x2="63830" y2="24739"/>
                              <a14:foregroundMark x1="63830" y1="17770" x2="64628" y2="24390"/>
                              <a14:foregroundMark x1="76862" y1="33449" x2="76862" y2="33449"/>
                              <a14:foregroundMark x1="77128" y1="33449" x2="77128" y2="33449"/>
                              <a14:foregroundMark x1="75798" y1="32753" x2="81117" y2="32404"/>
                              <a14:foregroundMark x1="79255" y1="29965" x2="79255" y2="29965"/>
                              <a14:foregroundMark x1="72606" y1="67944" x2="73670" y2="90941"/>
                              <a14:foregroundMark x1="75798" y1="66202" x2="77660" y2="99652"/>
                              <a14:foregroundMark x1="76596" y1="68293" x2="67819" y2="64111"/>
                              <a14:foregroundMark x1="71277" y1="60627" x2="72340" y2="61324"/>
                              <a14:foregroundMark x1="83511" y1="65854" x2="84309" y2="65854"/>
                              <a14:foregroundMark x1="84574" y1="65854" x2="84574" y2="65854"/>
                              <a14:foregroundMark x1="85106" y1="66202" x2="85106" y2="66202"/>
                              <a14:foregroundMark x1="84574" y1="65505" x2="84574" y2="65505"/>
                              <a14:foregroundMark x1="82979" y1="65505" x2="88032" y2="70732"/>
                              <a14:foregroundMark x1="65160" y1="66551" x2="59840" y2="75958"/>
                              <a14:foregroundMark x1="89806" y1="90390" x2="90426" y2="99652"/>
                              <a14:foregroundMark x1="90426" y1="99652" x2="90426" y2="99652"/>
                              <a14:foregroundMark x1="75000" y1="61324" x2="75000" y2="61324"/>
                              <a14:backgroundMark x1="55319" y1="17073" x2="40957" y2="78049"/>
                              <a14:backgroundMark x1="63032" y1="78624" x2="63032" y2="85017"/>
                              <a14:backgroundMark x1="63032" y1="27008" x2="63032" y2="64774"/>
                              <a14:backgroundMark x1="81117" y1="57143" x2="81117" y2="57143"/>
                              <a14:backgroundMark x1="82713" y1="51220" x2="84233" y2="64023"/>
                              <a14:backgroundMark x1="84840" y1="49826" x2="84840" y2="49826"/>
                              <a14:backgroundMark x1="47872" y1="19861" x2="11436" y2="85017"/>
                              <a14:backgroundMark x1="28723" y1="45296" x2="26862" y2="98606"/>
                              <a14:backgroundMark x1="56649" y1="24042" x2="57979" y2="48084"/>
                              <a14:backgroundMark x1="57447" y1="3136" x2="55319" y2="6620"/>
                              <a14:backgroundMark x1="62234" y1="6272" x2="62234" y2="6272"/>
                              <a14:backgroundMark x1="62500" y1="3833" x2="59574" y2="7317"/>
                              <a14:backgroundMark x1="48670" y1="74216" x2="48936" y2="98606"/>
                              <a14:backgroundMark x1="62766" y1="84669" x2="63298" y2="96864"/>
                              <a14:backgroundMark x1="46543" y1="78397" x2="45213" y2="97561"/>
                              <a14:backgroundMark x1="50798" y1="73171" x2="53457" y2="91986"/>
                              <a14:backgroundMark x1="53723" y1="82230" x2="53989" y2="84669"/>
                              <a14:backgroundMark x1="84840" y1="78049" x2="85904" y2="90941"/>
                              <a14:backgroundMark x1="78989" y1="56098" x2="78989" y2="56098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54101" t="4747" b="10414"/>
                <a:stretch/>
              </p:blipFill>
              <p:spPr>
                <a:xfrm>
                  <a:off x="5102610" y="1330684"/>
                  <a:ext cx="575763" cy="812330"/>
                </a:xfrm>
                <a:prstGeom prst="rect">
                  <a:avLst/>
                </a:prstGeom>
              </p:spPr>
            </p:pic>
            <p:sp>
              <p:nvSpPr>
                <p:cNvPr id="2057" name="Forme libre : forme 2056">
                  <a:extLst>
                    <a:ext uri="{FF2B5EF4-FFF2-40B4-BE49-F238E27FC236}">
                      <a16:creationId xmlns:a16="http://schemas.microsoft.com/office/drawing/2014/main" id="{64F9374B-C72A-301E-B703-2722F7D78C06}"/>
                    </a:ext>
                  </a:extLst>
                </p:cNvPr>
                <p:cNvSpPr/>
                <p:nvPr/>
              </p:nvSpPr>
              <p:spPr>
                <a:xfrm>
                  <a:off x="5110159" y="1333376"/>
                  <a:ext cx="480123" cy="812330"/>
                </a:xfrm>
                <a:custGeom>
                  <a:avLst/>
                  <a:gdLst>
                    <a:gd name="connsiteX0" fmla="*/ 23273 w 500391"/>
                    <a:gd name="connsiteY0" fmla="*/ 804987 h 828510"/>
                    <a:gd name="connsiteX1" fmla="*/ 80423 w 500391"/>
                    <a:gd name="connsiteY1" fmla="*/ 624012 h 828510"/>
                    <a:gd name="connsiteX2" fmla="*/ 197105 w 500391"/>
                    <a:gd name="connsiteY2" fmla="*/ 528762 h 828510"/>
                    <a:gd name="connsiteX3" fmla="*/ 213773 w 500391"/>
                    <a:gd name="connsiteY3" fmla="*/ 481137 h 828510"/>
                    <a:gd name="connsiteX4" fmla="*/ 128048 w 500391"/>
                    <a:gd name="connsiteY4" fmla="*/ 435893 h 828510"/>
                    <a:gd name="connsiteX5" fmla="*/ 132811 w 500391"/>
                    <a:gd name="connsiteY5" fmla="*/ 223962 h 828510"/>
                    <a:gd name="connsiteX6" fmla="*/ 78042 w 500391"/>
                    <a:gd name="connsiteY6" fmla="*/ 200149 h 828510"/>
                    <a:gd name="connsiteX7" fmla="*/ 94711 w 500391"/>
                    <a:gd name="connsiteY7" fmla="*/ 171574 h 828510"/>
                    <a:gd name="connsiteX8" fmla="*/ 70898 w 500391"/>
                    <a:gd name="connsiteY8" fmla="*/ 69180 h 828510"/>
                    <a:gd name="connsiteX9" fmla="*/ 113761 w 500391"/>
                    <a:gd name="connsiteY9" fmla="*/ 4887 h 828510"/>
                    <a:gd name="connsiteX10" fmla="*/ 337598 w 500391"/>
                    <a:gd name="connsiteY10" fmla="*/ 16793 h 828510"/>
                    <a:gd name="connsiteX11" fmla="*/ 489998 w 500391"/>
                    <a:gd name="connsiteY11" fmla="*/ 114424 h 828510"/>
                    <a:gd name="connsiteX12" fmla="*/ 454280 w 500391"/>
                    <a:gd name="connsiteY12" fmla="*/ 209674 h 828510"/>
                    <a:gd name="connsiteX13" fmla="*/ 430467 w 500391"/>
                    <a:gd name="connsiteY13" fmla="*/ 285874 h 828510"/>
                    <a:gd name="connsiteX14" fmla="*/ 444755 w 500391"/>
                    <a:gd name="connsiteY14" fmla="*/ 304924 h 828510"/>
                    <a:gd name="connsiteX15" fmla="*/ 439992 w 500391"/>
                    <a:gd name="connsiteY15" fmla="*/ 350168 h 828510"/>
                    <a:gd name="connsiteX16" fmla="*/ 389986 w 500391"/>
                    <a:gd name="connsiteY16" fmla="*/ 373980 h 828510"/>
                    <a:gd name="connsiteX17" fmla="*/ 289973 w 500391"/>
                    <a:gd name="connsiteY17" fmla="*/ 478755 h 828510"/>
                    <a:gd name="connsiteX18" fmla="*/ 306642 w 500391"/>
                    <a:gd name="connsiteY18" fmla="*/ 523999 h 828510"/>
                    <a:gd name="connsiteX19" fmla="*/ 411417 w 500391"/>
                    <a:gd name="connsiteY19" fmla="*/ 607343 h 828510"/>
                    <a:gd name="connsiteX20" fmla="*/ 480473 w 500391"/>
                    <a:gd name="connsiteY20" fmla="*/ 804987 h 828510"/>
                    <a:gd name="connsiteX21" fmla="*/ 23273 w 500391"/>
                    <a:gd name="connsiteY21" fmla="*/ 804987 h 8285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00391" h="828510">
                      <a:moveTo>
                        <a:pt x="23273" y="804987"/>
                      </a:moveTo>
                      <a:cubicBezTo>
                        <a:pt x="-43402" y="774825"/>
                        <a:pt x="51451" y="670049"/>
                        <a:pt x="80423" y="624012"/>
                      </a:cubicBezTo>
                      <a:cubicBezTo>
                        <a:pt x="109395" y="577975"/>
                        <a:pt x="174880" y="552574"/>
                        <a:pt x="197105" y="528762"/>
                      </a:cubicBezTo>
                      <a:cubicBezTo>
                        <a:pt x="219330" y="504950"/>
                        <a:pt x="225282" y="496615"/>
                        <a:pt x="213773" y="481137"/>
                      </a:cubicBezTo>
                      <a:cubicBezTo>
                        <a:pt x="202264" y="465659"/>
                        <a:pt x="141542" y="478756"/>
                        <a:pt x="128048" y="435893"/>
                      </a:cubicBezTo>
                      <a:cubicBezTo>
                        <a:pt x="114554" y="393030"/>
                        <a:pt x="141145" y="263253"/>
                        <a:pt x="132811" y="223962"/>
                      </a:cubicBezTo>
                      <a:cubicBezTo>
                        <a:pt x="124477" y="184671"/>
                        <a:pt x="84392" y="208880"/>
                        <a:pt x="78042" y="200149"/>
                      </a:cubicBezTo>
                      <a:cubicBezTo>
                        <a:pt x="71692" y="191418"/>
                        <a:pt x="95902" y="193402"/>
                        <a:pt x="94711" y="171574"/>
                      </a:cubicBezTo>
                      <a:cubicBezTo>
                        <a:pt x="93520" y="149746"/>
                        <a:pt x="67723" y="96961"/>
                        <a:pt x="70898" y="69180"/>
                      </a:cubicBezTo>
                      <a:cubicBezTo>
                        <a:pt x="74073" y="41399"/>
                        <a:pt x="69311" y="13618"/>
                        <a:pt x="113761" y="4887"/>
                      </a:cubicBezTo>
                      <a:cubicBezTo>
                        <a:pt x="158211" y="-3844"/>
                        <a:pt x="274892" y="-1463"/>
                        <a:pt x="337598" y="16793"/>
                      </a:cubicBezTo>
                      <a:cubicBezTo>
                        <a:pt x="400304" y="35049"/>
                        <a:pt x="470551" y="82277"/>
                        <a:pt x="489998" y="114424"/>
                      </a:cubicBezTo>
                      <a:cubicBezTo>
                        <a:pt x="509445" y="146571"/>
                        <a:pt x="464202" y="181099"/>
                        <a:pt x="454280" y="209674"/>
                      </a:cubicBezTo>
                      <a:cubicBezTo>
                        <a:pt x="444358" y="238249"/>
                        <a:pt x="432055" y="269999"/>
                        <a:pt x="430467" y="285874"/>
                      </a:cubicBezTo>
                      <a:cubicBezTo>
                        <a:pt x="428880" y="301749"/>
                        <a:pt x="443168" y="294208"/>
                        <a:pt x="444755" y="304924"/>
                      </a:cubicBezTo>
                      <a:cubicBezTo>
                        <a:pt x="446342" y="315640"/>
                        <a:pt x="449120" y="338659"/>
                        <a:pt x="439992" y="350168"/>
                      </a:cubicBezTo>
                      <a:cubicBezTo>
                        <a:pt x="430864" y="361677"/>
                        <a:pt x="414989" y="352549"/>
                        <a:pt x="389986" y="373980"/>
                      </a:cubicBezTo>
                      <a:cubicBezTo>
                        <a:pt x="364983" y="395411"/>
                        <a:pt x="303864" y="453752"/>
                        <a:pt x="289973" y="478755"/>
                      </a:cubicBezTo>
                      <a:cubicBezTo>
                        <a:pt x="276082" y="503758"/>
                        <a:pt x="286401" y="502568"/>
                        <a:pt x="306642" y="523999"/>
                      </a:cubicBezTo>
                      <a:cubicBezTo>
                        <a:pt x="326883" y="545430"/>
                        <a:pt x="382445" y="560512"/>
                        <a:pt x="411417" y="607343"/>
                      </a:cubicBezTo>
                      <a:cubicBezTo>
                        <a:pt x="440389" y="654174"/>
                        <a:pt x="543179" y="772443"/>
                        <a:pt x="480473" y="804987"/>
                      </a:cubicBezTo>
                      <a:cubicBezTo>
                        <a:pt x="417767" y="837531"/>
                        <a:pt x="89948" y="835149"/>
                        <a:pt x="23273" y="804987"/>
                      </a:cubicBezTo>
                      <a:close/>
                    </a:path>
                  </a:pathLst>
                </a:custGeom>
                <a:solidFill>
                  <a:srgbClr val="E6007E">
                    <a:alpha val="50196"/>
                  </a:srgbClr>
                </a:solidFill>
                <a:ln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076" name="ZoneTexte 2075">
                <a:extLst>
                  <a:ext uri="{FF2B5EF4-FFF2-40B4-BE49-F238E27FC236}">
                    <a16:creationId xmlns:a16="http://schemas.microsoft.com/office/drawing/2014/main" id="{9B88B53E-4C92-EC20-A68E-4E348308BE6A}"/>
                  </a:ext>
                </a:extLst>
              </p:cNvPr>
              <p:cNvSpPr txBox="1"/>
              <p:nvPr/>
            </p:nvSpPr>
            <p:spPr>
              <a:xfrm>
                <a:off x="5684343" y="1227577"/>
                <a:ext cx="393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>
                    <a:solidFill>
                      <a:schemeClr val="accent4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</a:p>
            </p:txBody>
          </p:sp>
        </p:grp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07DA71DE-7013-E3BB-CE62-4F63CC900E7D}"/>
              </a:ext>
            </a:extLst>
          </p:cNvPr>
          <p:cNvGrpSpPr/>
          <p:nvPr/>
        </p:nvGrpSpPr>
        <p:grpSpPr>
          <a:xfrm>
            <a:off x="3049174" y="846457"/>
            <a:ext cx="1287060" cy="623428"/>
            <a:chOff x="3049174" y="846457"/>
            <a:chExt cx="1287060" cy="623428"/>
          </a:xfrm>
        </p:grpSpPr>
        <p:pic>
          <p:nvPicPr>
            <p:cNvPr id="29" name="Google Shape;88;p1">
              <a:extLst>
                <a:ext uri="{FF2B5EF4-FFF2-40B4-BE49-F238E27FC236}">
                  <a16:creationId xmlns:a16="http://schemas.microsoft.com/office/drawing/2014/main" id="{CA5A5D95-F0E7-4945-ED43-C7BCCBDC6D47}"/>
                </a:ext>
              </a:extLst>
            </p:cNvPr>
            <p:cNvPicPr preferRelativeResize="0"/>
            <p:nvPr/>
          </p:nvPicPr>
          <p:blipFill rotWithShape="1">
            <a:blip r:embed="rId15">
              <a:alphaModFix/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9799" b="90437" l="8974" r="86643">
                          <a14:foregroundMark x1="86694" y1="66234" x2="86694" y2="66234"/>
                          <a14:foregroundMark x1="40743" y1="90437" x2="40743" y2="90437"/>
                          <a14:foregroundMark x1="62352" y1="84652" x2="62352" y2="84652"/>
                          <a14:foregroundMark x1="62867" y1="84652" x2="62867" y2="84652"/>
                          <a14:foregroundMark x1="62867" y1="86305" x2="62867" y2="86305"/>
                          <a14:foregroundMark x1="62713" y1="85124" x2="62713" y2="85124"/>
                          <a14:foregroundMark x1="63899" y1="85832" x2="63899" y2="85832"/>
                          <a14:foregroundMark x1="61320" y1="85832" x2="62197" y2="85832"/>
                          <a14:foregroundMark x1="64260" y1="84298" x2="64260" y2="84298"/>
                          <a14:foregroundMark x1="65446" y1="81582" x2="65446" y2="81582"/>
                        </a14:backgroundRemoval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rcRect r="9853"/>
            <a:stretch/>
          </p:blipFill>
          <p:spPr>
            <a:xfrm flipH="1">
              <a:off x="3049174" y="862741"/>
              <a:ext cx="1287060" cy="60714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75" name="Groupe 2074">
              <a:extLst>
                <a:ext uri="{FF2B5EF4-FFF2-40B4-BE49-F238E27FC236}">
                  <a16:creationId xmlns:a16="http://schemas.microsoft.com/office/drawing/2014/main" id="{9F602D6A-DDC8-DBD4-65AB-532096D16CB9}"/>
                </a:ext>
              </a:extLst>
            </p:cNvPr>
            <p:cNvGrpSpPr/>
            <p:nvPr/>
          </p:nvGrpSpPr>
          <p:grpSpPr>
            <a:xfrm>
              <a:off x="3162032" y="846457"/>
              <a:ext cx="369858" cy="534152"/>
              <a:chOff x="4693615" y="1216747"/>
              <a:chExt cx="628062" cy="907054"/>
            </a:xfrm>
          </p:grpSpPr>
          <p:grpSp>
            <p:nvGrpSpPr>
              <p:cNvPr id="2054" name="Groupe 2053">
                <a:extLst>
                  <a:ext uri="{FF2B5EF4-FFF2-40B4-BE49-F238E27FC236}">
                    <a16:creationId xmlns:a16="http://schemas.microsoft.com/office/drawing/2014/main" id="{2EC0ADBD-E10D-D843-EC4B-E427959393B6}"/>
                  </a:ext>
                </a:extLst>
              </p:cNvPr>
              <p:cNvGrpSpPr/>
              <p:nvPr/>
            </p:nvGrpSpPr>
            <p:grpSpPr>
              <a:xfrm>
                <a:off x="4693615" y="1281875"/>
                <a:ext cx="628062" cy="841926"/>
                <a:chOff x="4162852" y="1301636"/>
                <a:chExt cx="628062" cy="841926"/>
              </a:xfrm>
            </p:grpSpPr>
            <p:pic>
              <p:nvPicPr>
                <p:cNvPr id="54" name="Picture 14" descr="Illustration De Vecteur De Chauffeur D'autobus Scolaire Illustration de  Vecteur - Illustration du humain, enfant: 87254658">
                  <a:extLst>
                    <a:ext uri="{FF2B5EF4-FFF2-40B4-BE49-F238E27FC236}">
                      <a16:creationId xmlns:a16="http://schemas.microsoft.com/office/drawing/2014/main" id="{C075EF9D-8D21-FEB7-E7E2-0998B7425B1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6">
                  <a:extLst>
                    <a:ext uri="{BEBA8EAE-BF5A-486C-A8C5-ECC9F3942E4B}">
                      <a14:imgProps xmlns:a14="http://schemas.microsoft.com/office/drawing/2010/main">
                        <a14:imgLayer r:embed="rId17">
                          <a14:imgEffect>
                            <a14:backgroundRemoval t="5556" b="55333" l="9932" r="92245">
                              <a14:foregroundMark x1="89660" y1="13889" x2="72381" y2="10000"/>
                              <a14:foregroundMark x1="73333" y1="10667" x2="67483" y2="11111"/>
                              <a14:foregroundMark x1="66259" y1="9556" x2="64898" y2="13444"/>
                              <a14:foregroundMark x1="63401" y1="8889" x2="63537" y2="15556"/>
                              <a14:foregroundMark x1="69252" y1="5556" x2="69252" y2="5556"/>
                              <a14:foregroundMark x1="71156" y1="12667" x2="71565" y2="19556"/>
                              <a14:foregroundMark x1="70612" y1="39556" x2="70068" y2="41556"/>
                              <a14:foregroundMark x1="69524" y1="44444" x2="70748" y2="48778"/>
                              <a14:foregroundMark x1="70204" y1="51444" x2="70340" y2="52778"/>
                              <a14:foregroundMark x1="70068" y1="52889" x2="70068" y2="53556"/>
                              <a14:foregroundMark x1="68980" y1="54111" x2="67075" y2="54222"/>
                              <a14:foregroundMark x1="64082" y1="54778" x2="64082" y2="54778"/>
                              <a14:foregroundMark x1="66531" y1="54778" x2="69252" y2="54889"/>
                              <a14:foregroundMark x1="71837" y1="54778" x2="74014" y2="54778"/>
                              <a14:foregroundMark x1="89700" y1="46333" x2="89937" y2="46534"/>
                              <a14:foregroundMark x1="83673" y1="41222" x2="89700" y2="46333"/>
                              <a14:foregroundMark x1="92245" y1="51444" x2="87347" y2="55333"/>
                              <a14:foregroundMark x1="74014" y1="38000" x2="74422" y2="40556"/>
                              <a14:foregroundMark x1="73333" y1="39111" x2="73061" y2="43222"/>
                              <a14:backgroundMark x1="40544" y1="11778" x2="43129" y2="38889"/>
                              <a14:backgroundMark x1="52381" y1="19444" x2="54286" y2="38000"/>
                              <a14:backgroundMark x1="55238" y1="12556" x2="59320" y2="58111"/>
                              <a14:backgroundMark x1="60816" y1="36444" x2="62177" y2="38778"/>
                              <a14:backgroundMark x1="65442" y1="36444" x2="66122" y2="36556"/>
                              <a14:backgroundMark x1="68571" y1="36556" x2="64354" y2="35333"/>
                              <a14:backgroundMark x1="84898" y1="47111" x2="84490" y2="51556"/>
                              <a14:backgroundMark x1="86122" y1="40667" x2="86122" y2="40667"/>
                              <a14:backgroundMark x1="85850" y1="40222" x2="85850" y2="40222"/>
                              <a14:backgroundMark x1="92109" y1="46333" x2="92109" y2="46333"/>
                              <a14:backgroundMark x1="91156" y1="45556" x2="92789" y2="46444"/>
                              <a14:backgroundMark x1="92517" y1="46667" x2="94422" y2="48222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3567" t="4222" r="-300" b="44617"/>
                <a:stretch/>
              </p:blipFill>
              <p:spPr bwMode="auto">
                <a:xfrm>
                  <a:off x="4162852" y="1301636"/>
                  <a:ext cx="628062" cy="84192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053" name="Forme libre : forme 2052">
                  <a:extLst>
                    <a:ext uri="{FF2B5EF4-FFF2-40B4-BE49-F238E27FC236}">
                      <a16:creationId xmlns:a16="http://schemas.microsoft.com/office/drawing/2014/main" id="{45E2A709-8C97-4DC6-8539-010712D2E841}"/>
                    </a:ext>
                  </a:extLst>
                </p:cNvPr>
                <p:cNvSpPr/>
                <p:nvPr/>
              </p:nvSpPr>
              <p:spPr>
                <a:xfrm>
                  <a:off x="4219457" y="1304268"/>
                  <a:ext cx="502152" cy="835993"/>
                </a:xfrm>
                <a:custGeom>
                  <a:avLst/>
                  <a:gdLst>
                    <a:gd name="connsiteX0" fmla="*/ 66782 w 502152"/>
                    <a:gd name="connsiteY0" fmla="*/ 819457 h 835993"/>
                    <a:gd name="connsiteX1" fmla="*/ 108057 w 502152"/>
                    <a:gd name="connsiteY1" fmla="*/ 765482 h 835993"/>
                    <a:gd name="connsiteX2" fmla="*/ 98532 w 502152"/>
                    <a:gd name="connsiteY2" fmla="*/ 632132 h 835993"/>
                    <a:gd name="connsiteX3" fmla="*/ 146157 w 502152"/>
                    <a:gd name="connsiteY3" fmla="*/ 540057 h 835993"/>
                    <a:gd name="connsiteX4" fmla="*/ 174732 w 502152"/>
                    <a:gd name="connsiteY4" fmla="*/ 540057 h 835993"/>
                    <a:gd name="connsiteX5" fmla="*/ 139807 w 502152"/>
                    <a:gd name="connsiteY5" fmla="*/ 505132 h 835993"/>
                    <a:gd name="connsiteX6" fmla="*/ 66782 w 502152"/>
                    <a:gd name="connsiteY6" fmla="*/ 454332 h 835993"/>
                    <a:gd name="connsiteX7" fmla="*/ 63607 w 502152"/>
                    <a:gd name="connsiteY7" fmla="*/ 314632 h 835993"/>
                    <a:gd name="connsiteX8" fmla="*/ 25507 w 502152"/>
                    <a:gd name="connsiteY8" fmla="*/ 209857 h 835993"/>
                    <a:gd name="connsiteX9" fmla="*/ 107 w 502152"/>
                    <a:gd name="connsiteY9" fmla="*/ 105082 h 835993"/>
                    <a:gd name="connsiteX10" fmla="*/ 35032 w 502152"/>
                    <a:gd name="connsiteY10" fmla="*/ 44757 h 835993"/>
                    <a:gd name="connsiteX11" fmla="*/ 168382 w 502152"/>
                    <a:gd name="connsiteY11" fmla="*/ 307 h 835993"/>
                    <a:gd name="connsiteX12" fmla="*/ 352532 w 502152"/>
                    <a:gd name="connsiteY12" fmla="*/ 66982 h 835993"/>
                    <a:gd name="connsiteX13" fmla="*/ 470007 w 502152"/>
                    <a:gd name="connsiteY13" fmla="*/ 168582 h 835993"/>
                    <a:gd name="connsiteX14" fmla="*/ 425557 w 502152"/>
                    <a:gd name="connsiteY14" fmla="*/ 244782 h 835993"/>
                    <a:gd name="connsiteX15" fmla="*/ 444607 w 502152"/>
                    <a:gd name="connsiteY15" fmla="*/ 343207 h 835993"/>
                    <a:gd name="connsiteX16" fmla="*/ 444607 w 502152"/>
                    <a:gd name="connsiteY16" fmla="*/ 413057 h 835993"/>
                    <a:gd name="connsiteX17" fmla="*/ 409682 w 502152"/>
                    <a:gd name="connsiteY17" fmla="*/ 543232 h 835993"/>
                    <a:gd name="connsiteX18" fmla="*/ 365232 w 502152"/>
                    <a:gd name="connsiteY18" fmla="*/ 584507 h 835993"/>
                    <a:gd name="connsiteX19" fmla="*/ 498582 w 502152"/>
                    <a:gd name="connsiteY19" fmla="*/ 759132 h 835993"/>
                    <a:gd name="connsiteX20" fmla="*/ 428732 w 502152"/>
                    <a:gd name="connsiteY20" fmla="*/ 832157 h 835993"/>
                    <a:gd name="connsiteX21" fmla="*/ 66782 w 502152"/>
                    <a:gd name="connsiteY21" fmla="*/ 819457 h 835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02152" h="835993">
                      <a:moveTo>
                        <a:pt x="66782" y="819457"/>
                      </a:moveTo>
                      <a:cubicBezTo>
                        <a:pt x="13336" y="808344"/>
                        <a:pt x="102765" y="796703"/>
                        <a:pt x="108057" y="765482"/>
                      </a:cubicBezTo>
                      <a:cubicBezTo>
                        <a:pt x="113349" y="734261"/>
                        <a:pt x="92182" y="669703"/>
                        <a:pt x="98532" y="632132"/>
                      </a:cubicBezTo>
                      <a:cubicBezTo>
                        <a:pt x="104882" y="594561"/>
                        <a:pt x="133457" y="555403"/>
                        <a:pt x="146157" y="540057"/>
                      </a:cubicBezTo>
                      <a:cubicBezTo>
                        <a:pt x="158857" y="524711"/>
                        <a:pt x="175790" y="545878"/>
                        <a:pt x="174732" y="540057"/>
                      </a:cubicBezTo>
                      <a:cubicBezTo>
                        <a:pt x="173674" y="534236"/>
                        <a:pt x="157799" y="519420"/>
                        <a:pt x="139807" y="505132"/>
                      </a:cubicBezTo>
                      <a:cubicBezTo>
                        <a:pt x="121815" y="490844"/>
                        <a:pt x="79482" y="486082"/>
                        <a:pt x="66782" y="454332"/>
                      </a:cubicBezTo>
                      <a:cubicBezTo>
                        <a:pt x="54082" y="422582"/>
                        <a:pt x="70486" y="355378"/>
                        <a:pt x="63607" y="314632"/>
                      </a:cubicBezTo>
                      <a:cubicBezTo>
                        <a:pt x="56728" y="273886"/>
                        <a:pt x="36090" y="244782"/>
                        <a:pt x="25507" y="209857"/>
                      </a:cubicBezTo>
                      <a:cubicBezTo>
                        <a:pt x="14924" y="174932"/>
                        <a:pt x="-1480" y="132599"/>
                        <a:pt x="107" y="105082"/>
                      </a:cubicBezTo>
                      <a:cubicBezTo>
                        <a:pt x="1694" y="77565"/>
                        <a:pt x="6986" y="62219"/>
                        <a:pt x="35032" y="44757"/>
                      </a:cubicBezTo>
                      <a:cubicBezTo>
                        <a:pt x="63078" y="27294"/>
                        <a:pt x="115465" y="-3397"/>
                        <a:pt x="168382" y="307"/>
                      </a:cubicBezTo>
                      <a:cubicBezTo>
                        <a:pt x="221299" y="4011"/>
                        <a:pt x="302261" y="38936"/>
                        <a:pt x="352532" y="66982"/>
                      </a:cubicBezTo>
                      <a:cubicBezTo>
                        <a:pt x="402803" y="95028"/>
                        <a:pt x="457836" y="138949"/>
                        <a:pt x="470007" y="168582"/>
                      </a:cubicBezTo>
                      <a:cubicBezTo>
                        <a:pt x="482178" y="198215"/>
                        <a:pt x="429790" y="215678"/>
                        <a:pt x="425557" y="244782"/>
                      </a:cubicBezTo>
                      <a:cubicBezTo>
                        <a:pt x="421324" y="273886"/>
                        <a:pt x="441432" y="315161"/>
                        <a:pt x="444607" y="343207"/>
                      </a:cubicBezTo>
                      <a:cubicBezTo>
                        <a:pt x="447782" y="371253"/>
                        <a:pt x="450428" y="379720"/>
                        <a:pt x="444607" y="413057"/>
                      </a:cubicBezTo>
                      <a:cubicBezTo>
                        <a:pt x="438786" y="446394"/>
                        <a:pt x="422911" y="514657"/>
                        <a:pt x="409682" y="543232"/>
                      </a:cubicBezTo>
                      <a:cubicBezTo>
                        <a:pt x="396453" y="571807"/>
                        <a:pt x="350415" y="548524"/>
                        <a:pt x="365232" y="584507"/>
                      </a:cubicBezTo>
                      <a:cubicBezTo>
                        <a:pt x="380049" y="620490"/>
                        <a:pt x="487999" y="717857"/>
                        <a:pt x="498582" y="759132"/>
                      </a:cubicBezTo>
                      <a:cubicBezTo>
                        <a:pt x="509165" y="800407"/>
                        <a:pt x="499111" y="822103"/>
                        <a:pt x="428732" y="832157"/>
                      </a:cubicBezTo>
                      <a:cubicBezTo>
                        <a:pt x="358353" y="842211"/>
                        <a:pt x="120228" y="830570"/>
                        <a:pt x="66782" y="819457"/>
                      </a:cubicBezTo>
                      <a:close/>
                    </a:path>
                  </a:pathLst>
                </a:custGeom>
                <a:solidFill>
                  <a:srgbClr val="FFFF00">
                    <a:alpha val="50196"/>
                  </a:srgbClr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2074" name="ZoneTexte 2073">
                <a:extLst>
                  <a:ext uri="{FF2B5EF4-FFF2-40B4-BE49-F238E27FC236}">
                    <a16:creationId xmlns:a16="http://schemas.microsoft.com/office/drawing/2014/main" id="{A86594B0-A515-28A2-3806-65D136C0FF73}"/>
                  </a:ext>
                </a:extLst>
              </p:cNvPr>
              <p:cNvSpPr txBox="1"/>
              <p:nvPr/>
            </p:nvSpPr>
            <p:spPr>
              <a:xfrm>
                <a:off x="4768481" y="1216747"/>
                <a:ext cx="393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</a:p>
            </p:txBody>
          </p:sp>
        </p:grp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42179E93-A473-4D22-A315-EC799E7F6247}"/>
              </a:ext>
            </a:extLst>
          </p:cNvPr>
          <p:cNvGrpSpPr/>
          <p:nvPr/>
        </p:nvGrpSpPr>
        <p:grpSpPr>
          <a:xfrm>
            <a:off x="5733477" y="1777096"/>
            <a:ext cx="1287060" cy="665858"/>
            <a:chOff x="5733477" y="1777096"/>
            <a:chExt cx="1287060" cy="665858"/>
          </a:xfrm>
        </p:grpSpPr>
        <p:pic>
          <p:nvPicPr>
            <p:cNvPr id="31" name="Google Shape;88;p1">
              <a:extLst>
                <a:ext uri="{FF2B5EF4-FFF2-40B4-BE49-F238E27FC236}">
                  <a16:creationId xmlns:a16="http://schemas.microsoft.com/office/drawing/2014/main" id="{233ABCEC-B275-46A0-50EF-88256428BBA5}"/>
                </a:ext>
              </a:extLst>
            </p:cNvPr>
            <p:cNvPicPr preferRelativeResize="0"/>
            <p:nvPr/>
          </p:nvPicPr>
          <p:blipFill rotWithShape="1">
            <a:blip r:embed="rId15">
              <a:alphaModFix/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9799" b="90437" l="8974" r="86643">
                          <a14:foregroundMark x1="86694" y1="66234" x2="86694" y2="66234"/>
                          <a14:foregroundMark x1="40743" y1="90437" x2="40743" y2="90437"/>
                          <a14:foregroundMark x1="62352" y1="84652" x2="62352" y2="84652"/>
                          <a14:foregroundMark x1="62867" y1="84652" x2="62867" y2="84652"/>
                          <a14:foregroundMark x1="62867" y1="86305" x2="62867" y2="86305"/>
                          <a14:foregroundMark x1="62713" y1="85124" x2="62713" y2="85124"/>
                          <a14:foregroundMark x1="63899" y1="85832" x2="63899" y2="85832"/>
                          <a14:foregroundMark x1="61320" y1="85832" x2="62197" y2="85832"/>
                          <a14:foregroundMark x1="64260" y1="84298" x2="64260" y2="84298"/>
                          <a14:foregroundMark x1="65446" y1="81582" x2="65446" y2="81582"/>
                        </a14:backgroundRemoval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rcRect r="9853"/>
            <a:stretch/>
          </p:blipFill>
          <p:spPr>
            <a:xfrm>
              <a:off x="5733477" y="1835810"/>
              <a:ext cx="1287060" cy="60714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7A30D34A-9876-2419-5651-7FA04B1F2B4A}"/>
                </a:ext>
              </a:extLst>
            </p:cNvPr>
            <p:cNvGrpSpPr/>
            <p:nvPr/>
          </p:nvGrpSpPr>
          <p:grpSpPr>
            <a:xfrm flipH="1">
              <a:off x="6564704" y="1777096"/>
              <a:ext cx="369858" cy="534152"/>
              <a:chOff x="4693615" y="1216747"/>
              <a:chExt cx="628062" cy="907054"/>
            </a:xfrm>
          </p:grpSpPr>
          <p:grpSp>
            <p:nvGrpSpPr>
              <p:cNvPr id="33" name="Groupe 32">
                <a:extLst>
                  <a:ext uri="{FF2B5EF4-FFF2-40B4-BE49-F238E27FC236}">
                    <a16:creationId xmlns:a16="http://schemas.microsoft.com/office/drawing/2014/main" id="{6B0F2317-7F91-133C-9706-1EDFB42F4DF7}"/>
                  </a:ext>
                </a:extLst>
              </p:cNvPr>
              <p:cNvGrpSpPr/>
              <p:nvPr/>
            </p:nvGrpSpPr>
            <p:grpSpPr>
              <a:xfrm>
                <a:off x="4693615" y="1281875"/>
                <a:ext cx="628062" cy="841926"/>
                <a:chOff x="4162852" y="1301636"/>
                <a:chExt cx="628062" cy="841926"/>
              </a:xfrm>
            </p:grpSpPr>
            <p:pic>
              <p:nvPicPr>
                <p:cNvPr id="35" name="Picture 14" descr="Illustration De Vecteur De Chauffeur D'autobus Scolaire Illustration de  Vecteur - Illustration du humain, enfant: 87254658">
                  <a:extLst>
                    <a:ext uri="{FF2B5EF4-FFF2-40B4-BE49-F238E27FC236}">
                      <a16:creationId xmlns:a16="http://schemas.microsoft.com/office/drawing/2014/main" id="{5E058B4D-77DA-F234-0689-9FA88B935C0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6">
                  <a:extLst>
                    <a:ext uri="{BEBA8EAE-BF5A-486C-A8C5-ECC9F3942E4B}">
                      <a14:imgProps xmlns:a14="http://schemas.microsoft.com/office/drawing/2010/main">
                        <a14:imgLayer r:embed="rId17">
                          <a14:imgEffect>
                            <a14:backgroundRemoval t="5556" b="55333" l="9932" r="92245">
                              <a14:foregroundMark x1="89660" y1="13889" x2="72381" y2="10000"/>
                              <a14:foregroundMark x1="73333" y1="10667" x2="67483" y2="11111"/>
                              <a14:foregroundMark x1="66259" y1="9556" x2="64898" y2="13444"/>
                              <a14:foregroundMark x1="63401" y1="8889" x2="63537" y2="15556"/>
                              <a14:foregroundMark x1="69252" y1="5556" x2="69252" y2="5556"/>
                              <a14:foregroundMark x1="71156" y1="12667" x2="71565" y2="19556"/>
                              <a14:foregroundMark x1="70612" y1="39556" x2="70068" y2="41556"/>
                              <a14:foregroundMark x1="69524" y1="44444" x2="70748" y2="48778"/>
                              <a14:foregroundMark x1="70204" y1="51444" x2="70340" y2="52778"/>
                              <a14:foregroundMark x1="70068" y1="52889" x2="70068" y2="53556"/>
                              <a14:foregroundMark x1="68980" y1="54111" x2="67075" y2="54222"/>
                              <a14:foregroundMark x1="64082" y1="54778" x2="64082" y2="54778"/>
                              <a14:foregroundMark x1="66531" y1="54778" x2="69252" y2="54889"/>
                              <a14:foregroundMark x1="71837" y1="54778" x2="74014" y2="54778"/>
                              <a14:foregroundMark x1="89700" y1="46333" x2="89937" y2="46534"/>
                              <a14:foregroundMark x1="83673" y1="41222" x2="89700" y2="46333"/>
                              <a14:foregroundMark x1="92245" y1="51444" x2="87347" y2="55333"/>
                              <a14:foregroundMark x1="74014" y1="38000" x2="74422" y2="40556"/>
                              <a14:foregroundMark x1="73333" y1="39111" x2="73061" y2="43222"/>
                              <a14:backgroundMark x1="40544" y1="11778" x2="43129" y2="38889"/>
                              <a14:backgroundMark x1="52381" y1="19444" x2="54286" y2="38000"/>
                              <a14:backgroundMark x1="55238" y1="12556" x2="59320" y2="58111"/>
                              <a14:backgroundMark x1="60816" y1="36444" x2="62177" y2="38778"/>
                              <a14:backgroundMark x1="65442" y1="36444" x2="66122" y2="36556"/>
                              <a14:backgroundMark x1="68571" y1="36556" x2="64354" y2="35333"/>
                              <a14:backgroundMark x1="84898" y1="47111" x2="84490" y2="51556"/>
                              <a14:backgroundMark x1="86122" y1="40667" x2="86122" y2="40667"/>
                              <a14:backgroundMark x1="85850" y1="40222" x2="85850" y2="40222"/>
                              <a14:backgroundMark x1="92109" y1="46333" x2="92109" y2="46333"/>
                              <a14:backgroundMark x1="91156" y1="45556" x2="92789" y2="46444"/>
                              <a14:backgroundMark x1="92517" y1="46667" x2="94422" y2="48222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3567" t="4222" r="-300" b="44617"/>
                <a:stretch/>
              </p:blipFill>
              <p:spPr bwMode="auto">
                <a:xfrm>
                  <a:off x="4162852" y="1301636"/>
                  <a:ext cx="628062" cy="84192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6" name="Forme libre : forme 35">
                  <a:extLst>
                    <a:ext uri="{FF2B5EF4-FFF2-40B4-BE49-F238E27FC236}">
                      <a16:creationId xmlns:a16="http://schemas.microsoft.com/office/drawing/2014/main" id="{C1221FB6-BBD1-4B5C-DE7A-B625CF577942}"/>
                    </a:ext>
                  </a:extLst>
                </p:cNvPr>
                <p:cNvSpPr/>
                <p:nvPr/>
              </p:nvSpPr>
              <p:spPr>
                <a:xfrm>
                  <a:off x="4219457" y="1304268"/>
                  <a:ext cx="502152" cy="835993"/>
                </a:xfrm>
                <a:custGeom>
                  <a:avLst/>
                  <a:gdLst>
                    <a:gd name="connsiteX0" fmla="*/ 66782 w 502152"/>
                    <a:gd name="connsiteY0" fmla="*/ 819457 h 835993"/>
                    <a:gd name="connsiteX1" fmla="*/ 108057 w 502152"/>
                    <a:gd name="connsiteY1" fmla="*/ 765482 h 835993"/>
                    <a:gd name="connsiteX2" fmla="*/ 98532 w 502152"/>
                    <a:gd name="connsiteY2" fmla="*/ 632132 h 835993"/>
                    <a:gd name="connsiteX3" fmla="*/ 146157 w 502152"/>
                    <a:gd name="connsiteY3" fmla="*/ 540057 h 835993"/>
                    <a:gd name="connsiteX4" fmla="*/ 174732 w 502152"/>
                    <a:gd name="connsiteY4" fmla="*/ 540057 h 835993"/>
                    <a:gd name="connsiteX5" fmla="*/ 139807 w 502152"/>
                    <a:gd name="connsiteY5" fmla="*/ 505132 h 835993"/>
                    <a:gd name="connsiteX6" fmla="*/ 66782 w 502152"/>
                    <a:gd name="connsiteY6" fmla="*/ 454332 h 835993"/>
                    <a:gd name="connsiteX7" fmla="*/ 63607 w 502152"/>
                    <a:gd name="connsiteY7" fmla="*/ 314632 h 835993"/>
                    <a:gd name="connsiteX8" fmla="*/ 25507 w 502152"/>
                    <a:gd name="connsiteY8" fmla="*/ 209857 h 835993"/>
                    <a:gd name="connsiteX9" fmla="*/ 107 w 502152"/>
                    <a:gd name="connsiteY9" fmla="*/ 105082 h 835993"/>
                    <a:gd name="connsiteX10" fmla="*/ 35032 w 502152"/>
                    <a:gd name="connsiteY10" fmla="*/ 44757 h 835993"/>
                    <a:gd name="connsiteX11" fmla="*/ 168382 w 502152"/>
                    <a:gd name="connsiteY11" fmla="*/ 307 h 835993"/>
                    <a:gd name="connsiteX12" fmla="*/ 352532 w 502152"/>
                    <a:gd name="connsiteY12" fmla="*/ 66982 h 835993"/>
                    <a:gd name="connsiteX13" fmla="*/ 470007 w 502152"/>
                    <a:gd name="connsiteY13" fmla="*/ 168582 h 835993"/>
                    <a:gd name="connsiteX14" fmla="*/ 425557 w 502152"/>
                    <a:gd name="connsiteY14" fmla="*/ 244782 h 835993"/>
                    <a:gd name="connsiteX15" fmla="*/ 444607 w 502152"/>
                    <a:gd name="connsiteY15" fmla="*/ 343207 h 835993"/>
                    <a:gd name="connsiteX16" fmla="*/ 444607 w 502152"/>
                    <a:gd name="connsiteY16" fmla="*/ 413057 h 835993"/>
                    <a:gd name="connsiteX17" fmla="*/ 409682 w 502152"/>
                    <a:gd name="connsiteY17" fmla="*/ 543232 h 835993"/>
                    <a:gd name="connsiteX18" fmla="*/ 365232 w 502152"/>
                    <a:gd name="connsiteY18" fmla="*/ 584507 h 835993"/>
                    <a:gd name="connsiteX19" fmla="*/ 498582 w 502152"/>
                    <a:gd name="connsiteY19" fmla="*/ 759132 h 835993"/>
                    <a:gd name="connsiteX20" fmla="*/ 428732 w 502152"/>
                    <a:gd name="connsiteY20" fmla="*/ 832157 h 835993"/>
                    <a:gd name="connsiteX21" fmla="*/ 66782 w 502152"/>
                    <a:gd name="connsiteY21" fmla="*/ 819457 h 835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02152" h="835993">
                      <a:moveTo>
                        <a:pt x="66782" y="819457"/>
                      </a:moveTo>
                      <a:cubicBezTo>
                        <a:pt x="13336" y="808344"/>
                        <a:pt x="102765" y="796703"/>
                        <a:pt x="108057" y="765482"/>
                      </a:cubicBezTo>
                      <a:cubicBezTo>
                        <a:pt x="113349" y="734261"/>
                        <a:pt x="92182" y="669703"/>
                        <a:pt x="98532" y="632132"/>
                      </a:cubicBezTo>
                      <a:cubicBezTo>
                        <a:pt x="104882" y="594561"/>
                        <a:pt x="133457" y="555403"/>
                        <a:pt x="146157" y="540057"/>
                      </a:cubicBezTo>
                      <a:cubicBezTo>
                        <a:pt x="158857" y="524711"/>
                        <a:pt x="175790" y="545878"/>
                        <a:pt x="174732" y="540057"/>
                      </a:cubicBezTo>
                      <a:cubicBezTo>
                        <a:pt x="173674" y="534236"/>
                        <a:pt x="157799" y="519420"/>
                        <a:pt x="139807" y="505132"/>
                      </a:cubicBezTo>
                      <a:cubicBezTo>
                        <a:pt x="121815" y="490844"/>
                        <a:pt x="79482" y="486082"/>
                        <a:pt x="66782" y="454332"/>
                      </a:cubicBezTo>
                      <a:cubicBezTo>
                        <a:pt x="54082" y="422582"/>
                        <a:pt x="70486" y="355378"/>
                        <a:pt x="63607" y="314632"/>
                      </a:cubicBezTo>
                      <a:cubicBezTo>
                        <a:pt x="56728" y="273886"/>
                        <a:pt x="36090" y="244782"/>
                        <a:pt x="25507" y="209857"/>
                      </a:cubicBezTo>
                      <a:cubicBezTo>
                        <a:pt x="14924" y="174932"/>
                        <a:pt x="-1480" y="132599"/>
                        <a:pt x="107" y="105082"/>
                      </a:cubicBezTo>
                      <a:cubicBezTo>
                        <a:pt x="1694" y="77565"/>
                        <a:pt x="6986" y="62219"/>
                        <a:pt x="35032" y="44757"/>
                      </a:cubicBezTo>
                      <a:cubicBezTo>
                        <a:pt x="63078" y="27294"/>
                        <a:pt x="115465" y="-3397"/>
                        <a:pt x="168382" y="307"/>
                      </a:cubicBezTo>
                      <a:cubicBezTo>
                        <a:pt x="221299" y="4011"/>
                        <a:pt x="302261" y="38936"/>
                        <a:pt x="352532" y="66982"/>
                      </a:cubicBezTo>
                      <a:cubicBezTo>
                        <a:pt x="402803" y="95028"/>
                        <a:pt x="457836" y="138949"/>
                        <a:pt x="470007" y="168582"/>
                      </a:cubicBezTo>
                      <a:cubicBezTo>
                        <a:pt x="482178" y="198215"/>
                        <a:pt x="429790" y="215678"/>
                        <a:pt x="425557" y="244782"/>
                      </a:cubicBezTo>
                      <a:cubicBezTo>
                        <a:pt x="421324" y="273886"/>
                        <a:pt x="441432" y="315161"/>
                        <a:pt x="444607" y="343207"/>
                      </a:cubicBezTo>
                      <a:cubicBezTo>
                        <a:pt x="447782" y="371253"/>
                        <a:pt x="450428" y="379720"/>
                        <a:pt x="444607" y="413057"/>
                      </a:cubicBezTo>
                      <a:cubicBezTo>
                        <a:pt x="438786" y="446394"/>
                        <a:pt x="422911" y="514657"/>
                        <a:pt x="409682" y="543232"/>
                      </a:cubicBezTo>
                      <a:cubicBezTo>
                        <a:pt x="396453" y="571807"/>
                        <a:pt x="350415" y="548524"/>
                        <a:pt x="365232" y="584507"/>
                      </a:cubicBezTo>
                      <a:cubicBezTo>
                        <a:pt x="380049" y="620490"/>
                        <a:pt x="487999" y="717857"/>
                        <a:pt x="498582" y="759132"/>
                      </a:cubicBezTo>
                      <a:cubicBezTo>
                        <a:pt x="509165" y="800407"/>
                        <a:pt x="499111" y="822103"/>
                        <a:pt x="428732" y="832157"/>
                      </a:cubicBezTo>
                      <a:cubicBezTo>
                        <a:pt x="358353" y="842211"/>
                        <a:pt x="120228" y="830570"/>
                        <a:pt x="66782" y="819457"/>
                      </a:cubicBezTo>
                      <a:close/>
                    </a:path>
                  </a:pathLst>
                </a:custGeom>
                <a:solidFill>
                  <a:srgbClr val="FFFF00">
                    <a:alpha val="50196"/>
                  </a:srgbClr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9606AC16-131C-315C-21A2-40CAAE0C545A}"/>
                  </a:ext>
                </a:extLst>
              </p:cNvPr>
              <p:cNvSpPr txBox="1"/>
              <p:nvPr/>
            </p:nvSpPr>
            <p:spPr>
              <a:xfrm>
                <a:off x="4768481" y="1216747"/>
                <a:ext cx="393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</a:p>
            </p:txBody>
          </p:sp>
        </p:grp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8F021081-4F10-77CB-3419-F200DC1E8A36}"/>
              </a:ext>
            </a:extLst>
          </p:cNvPr>
          <p:cNvGrpSpPr/>
          <p:nvPr/>
        </p:nvGrpSpPr>
        <p:grpSpPr>
          <a:xfrm>
            <a:off x="8163620" y="1765821"/>
            <a:ext cx="1288800" cy="671455"/>
            <a:chOff x="8163620" y="1765821"/>
            <a:chExt cx="1288800" cy="671455"/>
          </a:xfrm>
        </p:grpSpPr>
        <p:pic>
          <p:nvPicPr>
            <p:cNvPr id="37" name="Google Shape;88;p1">
              <a:extLst>
                <a:ext uri="{FF2B5EF4-FFF2-40B4-BE49-F238E27FC236}">
                  <a16:creationId xmlns:a16="http://schemas.microsoft.com/office/drawing/2014/main" id="{FF4B53A7-244B-C1B3-7FD2-120F3791E7A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9799" b="90437" l="8974" r="86643">
                          <a14:foregroundMark x1="86694" y1="66234" x2="86694" y2="66234"/>
                          <a14:foregroundMark x1="40743" y1="90437" x2="40743" y2="90437"/>
                          <a14:foregroundMark x1="62352" y1="84652" x2="62352" y2="84652"/>
                          <a14:foregroundMark x1="62867" y1="84652" x2="62867" y2="84652"/>
                          <a14:foregroundMark x1="62867" y1="86305" x2="62867" y2="86305"/>
                          <a14:foregroundMark x1="62713" y1="85124" x2="62713" y2="85124"/>
                          <a14:foregroundMark x1="63899" y1="85832" x2="63899" y2="85832"/>
                          <a14:foregroundMark x1="61320" y1="85832" x2="62197" y2="85832"/>
                          <a14:foregroundMark x1="64260" y1="84298" x2="64260" y2="84298"/>
                          <a14:foregroundMark x1="65446" y1="81582" x2="65446" y2="81582"/>
                        </a14:backgroundRemoval>
                      </a14:imgEffect>
                      <a14:imgEffect>
                        <a14:brightnessContrast bright="20000" contrast="20000"/>
                      </a14:imgEffect>
                    </a14:imgLayer>
                  </a14:imgProps>
                </a:ext>
              </a:extLst>
            </a:blip>
            <a:srcRect r="9853"/>
            <a:stretch/>
          </p:blipFill>
          <p:spPr>
            <a:xfrm flipH="1">
              <a:off x="8163620" y="1828876"/>
              <a:ext cx="1288800" cy="608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847BFC75-1E95-E3BA-85D8-040181D2D99E}"/>
                </a:ext>
              </a:extLst>
            </p:cNvPr>
            <p:cNvGrpSpPr/>
            <p:nvPr/>
          </p:nvGrpSpPr>
          <p:grpSpPr>
            <a:xfrm flipH="1">
              <a:off x="8315452" y="1765821"/>
              <a:ext cx="339058" cy="529036"/>
              <a:chOff x="5633373" y="1227577"/>
              <a:chExt cx="575763" cy="898368"/>
            </a:xfrm>
          </p:grpSpPr>
          <p:grpSp>
            <p:nvGrpSpPr>
              <p:cNvPr id="39" name="Groupe 38">
                <a:extLst>
                  <a:ext uri="{FF2B5EF4-FFF2-40B4-BE49-F238E27FC236}">
                    <a16:creationId xmlns:a16="http://schemas.microsoft.com/office/drawing/2014/main" id="{DC2515AF-F45F-3C82-0F60-74A200D62B89}"/>
                  </a:ext>
                </a:extLst>
              </p:cNvPr>
              <p:cNvGrpSpPr/>
              <p:nvPr/>
            </p:nvGrpSpPr>
            <p:grpSpPr>
              <a:xfrm>
                <a:off x="5633373" y="1310923"/>
                <a:ext cx="575763" cy="815022"/>
                <a:chOff x="5102610" y="1330684"/>
                <a:chExt cx="575763" cy="815022"/>
              </a:xfrm>
            </p:grpSpPr>
            <p:pic>
              <p:nvPicPr>
                <p:cNvPr id="42" name="Image 41">
                  <a:extLst>
                    <a:ext uri="{FF2B5EF4-FFF2-40B4-BE49-F238E27FC236}">
                      <a16:creationId xmlns:a16="http://schemas.microsoft.com/office/drawing/2014/main" id="{6C23AEB0-7BBE-13C7-F45F-514D42C652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BEBA8EAE-BF5A-486C-A8C5-ECC9F3942E4B}">
                      <a14:imgProps xmlns:a14="http://schemas.microsoft.com/office/drawing/2010/main">
                        <a14:imgLayer r:embed="rId14">
                          <a14:imgEffect>
                            <a14:backgroundRemoval t="4530" b="99652" l="9309" r="90426">
                              <a14:foregroundMark x1="66489" y1="7666" x2="86436" y2="24390"/>
                              <a14:foregroundMark x1="86968" y1="20906" x2="87234" y2="23693"/>
                              <a14:foregroundMark x1="84145" y1="44599" x2="84123" y2="44769"/>
                              <a14:foregroundMark x1="87500" y1="19164" x2="84145" y2="44599"/>
                              <a14:foregroundMark x1="86702" y1="18467" x2="73936" y2="9756"/>
                              <a14:foregroundMark x1="82713" y1="14634" x2="81383" y2="48432"/>
                              <a14:foregroundMark x1="90691" y1="22997" x2="72872" y2="13937"/>
                              <a14:foregroundMark x1="72872" y1="13937" x2="70479" y2="14286"/>
                              <a14:foregroundMark x1="75798" y1="6272" x2="63989" y2="5458"/>
                              <a14:foregroundMark x1="65426" y1="9408" x2="64628" y2="17073"/>
                              <a14:foregroundMark x1="63298" y1="18118" x2="63298" y2="22648"/>
                              <a14:foregroundMark x1="64096" y1="23345" x2="64894" y2="26132"/>
                              <a14:foregroundMark x1="63830" y1="25784" x2="63830" y2="25784"/>
                              <a14:foregroundMark x1="63032" y1="25436" x2="63032" y2="25436"/>
                              <a14:foregroundMark x1="62766" y1="24390" x2="62766" y2="24390"/>
                              <a14:foregroundMark x1="62500" y1="16028" x2="63830" y2="24739"/>
                              <a14:foregroundMark x1="63830" y1="17770" x2="64628" y2="24390"/>
                              <a14:foregroundMark x1="76862" y1="33449" x2="76862" y2="33449"/>
                              <a14:foregroundMark x1="77128" y1="33449" x2="77128" y2="33449"/>
                              <a14:foregroundMark x1="75798" y1="32753" x2="81117" y2="32404"/>
                              <a14:foregroundMark x1="79255" y1="29965" x2="79255" y2="29965"/>
                              <a14:foregroundMark x1="72606" y1="67944" x2="73670" y2="90941"/>
                              <a14:foregroundMark x1="75798" y1="66202" x2="77660" y2="99652"/>
                              <a14:foregroundMark x1="76596" y1="68293" x2="67819" y2="64111"/>
                              <a14:foregroundMark x1="71277" y1="60627" x2="72340" y2="61324"/>
                              <a14:foregroundMark x1="83511" y1="65854" x2="84309" y2="65854"/>
                              <a14:foregroundMark x1="84574" y1="65854" x2="84574" y2="65854"/>
                              <a14:foregroundMark x1="85106" y1="66202" x2="85106" y2="66202"/>
                              <a14:foregroundMark x1="84574" y1="65505" x2="84574" y2="65505"/>
                              <a14:foregroundMark x1="82979" y1="65505" x2="88032" y2="70732"/>
                              <a14:foregroundMark x1="65160" y1="66551" x2="59840" y2="75958"/>
                              <a14:foregroundMark x1="89806" y1="90390" x2="90426" y2="99652"/>
                              <a14:foregroundMark x1="90426" y1="99652" x2="90426" y2="99652"/>
                              <a14:foregroundMark x1="75000" y1="61324" x2="75000" y2="61324"/>
                              <a14:backgroundMark x1="55319" y1="17073" x2="40957" y2="78049"/>
                              <a14:backgroundMark x1="63032" y1="78624" x2="63032" y2="85017"/>
                              <a14:backgroundMark x1="63032" y1="27008" x2="63032" y2="64774"/>
                              <a14:backgroundMark x1="81117" y1="57143" x2="81117" y2="57143"/>
                              <a14:backgroundMark x1="82713" y1="51220" x2="84233" y2="64023"/>
                              <a14:backgroundMark x1="84840" y1="49826" x2="84840" y2="49826"/>
                              <a14:backgroundMark x1="47872" y1="19861" x2="11436" y2="85017"/>
                              <a14:backgroundMark x1="28723" y1="45296" x2="26862" y2="98606"/>
                              <a14:backgroundMark x1="56649" y1="24042" x2="57979" y2="48084"/>
                              <a14:backgroundMark x1="57447" y1="3136" x2="55319" y2="6620"/>
                              <a14:backgroundMark x1="62234" y1="6272" x2="62234" y2="6272"/>
                              <a14:backgroundMark x1="62500" y1="3833" x2="59574" y2="7317"/>
                              <a14:backgroundMark x1="48670" y1="74216" x2="48936" y2="98606"/>
                              <a14:backgroundMark x1="62766" y1="84669" x2="63298" y2="96864"/>
                              <a14:backgroundMark x1="46543" y1="78397" x2="45213" y2="97561"/>
                              <a14:backgroundMark x1="50798" y1="73171" x2="53457" y2="91986"/>
                              <a14:backgroundMark x1="53723" y1="82230" x2="53989" y2="84669"/>
                              <a14:backgroundMark x1="84840" y1="78049" x2="85904" y2="90941"/>
                              <a14:backgroundMark x1="78989" y1="56098" x2="78989" y2="56098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54101" t="4747" b="10414"/>
                <a:stretch/>
              </p:blipFill>
              <p:spPr>
                <a:xfrm>
                  <a:off x="5102610" y="1330684"/>
                  <a:ext cx="575763" cy="812330"/>
                </a:xfrm>
                <a:prstGeom prst="rect">
                  <a:avLst/>
                </a:prstGeom>
              </p:spPr>
            </p:pic>
            <p:sp>
              <p:nvSpPr>
                <p:cNvPr id="43" name="Forme libre : forme 42">
                  <a:extLst>
                    <a:ext uri="{FF2B5EF4-FFF2-40B4-BE49-F238E27FC236}">
                      <a16:creationId xmlns:a16="http://schemas.microsoft.com/office/drawing/2014/main" id="{F5FA8127-118C-E272-6F63-C7F9E5583057}"/>
                    </a:ext>
                  </a:extLst>
                </p:cNvPr>
                <p:cNvSpPr/>
                <p:nvPr/>
              </p:nvSpPr>
              <p:spPr>
                <a:xfrm>
                  <a:off x="5110159" y="1333376"/>
                  <a:ext cx="480123" cy="812330"/>
                </a:xfrm>
                <a:custGeom>
                  <a:avLst/>
                  <a:gdLst>
                    <a:gd name="connsiteX0" fmla="*/ 23273 w 500391"/>
                    <a:gd name="connsiteY0" fmla="*/ 804987 h 828510"/>
                    <a:gd name="connsiteX1" fmla="*/ 80423 w 500391"/>
                    <a:gd name="connsiteY1" fmla="*/ 624012 h 828510"/>
                    <a:gd name="connsiteX2" fmla="*/ 197105 w 500391"/>
                    <a:gd name="connsiteY2" fmla="*/ 528762 h 828510"/>
                    <a:gd name="connsiteX3" fmla="*/ 213773 w 500391"/>
                    <a:gd name="connsiteY3" fmla="*/ 481137 h 828510"/>
                    <a:gd name="connsiteX4" fmla="*/ 128048 w 500391"/>
                    <a:gd name="connsiteY4" fmla="*/ 435893 h 828510"/>
                    <a:gd name="connsiteX5" fmla="*/ 132811 w 500391"/>
                    <a:gd name="connsiteY5" fmla="*/ 223962 h 828510"/>
                    <a:gd name="connsiteX6" fmla="*/ 78042 w 500391"/>
                    <a:gd name="connsiteY6" fmla="*/ 200149 h 828510"/>
                    <a:gd name="connsiteX7" fmla="*/ 94711 w 500391"/>
                    <a:gd name="connsiteY7" fmla="*/ 171574 h 828510"/>
                    <a:gd name="connsiteX8" fmla="*/ 70898 w 500391"/>
                    <a:gd name="connsiteY8" fmla="*/ 69180 h 828510"/>
                    <a:gd name="connsiteX9" fmla="*/ 113761 w 500391"/>
                    <a:gd name="connsiteY9" fmla="*/ 4887 h 828510"/>
                    <a:gd name="connsiteX10" fmla="*/ 337598 w 500391"/>
                    <a:gd name="connsiteY10" fmla="*/ 16793 h 828510"/>
                    <a:gd name="connsiteX11" fmla="*/ 489998 w 500391"/>
                    <a:gd name="connsiteY11" fmla="*/ 114424 h 828510"/>
                    <a:gd name="connsiteX12" fmla="*/ 454280 w 500391"/>
                    <a:gd name="connsiteY12" fmla="*/ 209674 h 828510"/>
                    <a:gd name="connsiteX13" fmla="*/ 430467 w 500391"/>
                    <a:gd name="connsiteY13" fmla="*/ 285874 h 828510"/>
                    <a:gd name="connsiteX14" fmla="*/ 444755 w 500391"/>
                    <a:gd name="connsiteY14" fmla="*/ 304924 h 828510"/>
                    <a:gd name="connsiteX15" fmla="*/ 439992 w 500391"/>
                    <a:gd name="connsiteY15" fmla="*/ 350168 h 828510"/>
                    <a:gd name="connsiteX16" fmla="*/ 389986 w 500391"/>
                    <a:gd name="connsiteY16" fmla="*/ 373980 h 828510"/>
                    <a:gd name="connsiteX17" fmla="*/ 289973 w 500391"/>
                    <a:gd name="connsiteY17" fmla="*/ 478755 h 828510"/>
                    <a:gd name="connsiteX18" fmla="*/ 306642 w 500391"/>
                    <a:gd name="connsiteY18" fmla="*/ 523999 h 828510"/>
                    <a:gd name="connsiteX19" fmla="*/ 411417 w 500391"/>
                    <a:gd name="connsiteY19" fmla="*/ 607343 h 828510"/>
                    <a:gd name="connsiteX20" fmla="*/ 480473 w 500391"/>
                    <a:gd name="connsiteY20" fmla="*/ 804987 h 828510"/>
                    <a:gd name="connsiteX21" fmla="*/ 23273 w 500391"/>
                    <a:gd name="connsiteY21" fmla="*/ 804987 h 8285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00391" h="828510">
                      <a:moveTo>
                        <a:pt x="23273" y="804987"/>
                      </a:moveTo>
                      <a:cubicBezTo>
                        <a:pt x="-43402" y="774825"/>
                        <a:pt x="51451" y="670049"/>
                        <a:pt x="80423" y="624012"/>
                      </a:cubicBezTo>
                      <a:cubicBezTo>
                        <a:pt x="109395" y="577975"/>
                        <a:pt x="174880" y="552574"/>
                        <a:pt x="197105" y="528762"/>
                      </a:cubicBezTo>
                      <a:cubicBezTo>
                        <a:pt x="219330" y="504950"/>
                        <a:pt x="225282" y="496615"/>
                        <a:pt x="213773" y="481137"/>
                      </a:cubicBezTo>
                      <a:cubicBezTo>
                        <a:pt x="202264" y="465659"/>
                        <a:pt x="141542" y="478756"/>
                        <a:pt x="128048" y="435893"/>
                      </a:cubicBezTo>
                      <a:cubicBezTo>
                        <a:pt x="114554" y="393030"/>
                        <a:pt x="141145" y="263253"/>
                        <a:pt x="132811" y="223962"/>
                      </a:cubicBezTo>
                      <a:cubicBezTo>
                        <a:pt x="124477" y="184671"/>
                        <a:pt x="84392" y="208880"/>
                        <a:pt x="78042" y="200149"/>
                      </a:cubicBezTo>
                      <a:cubicBezTo>
                        <a:pt x="71692" y="191418"/>
                        <a:pt x="95902" y="193402"/>
                        <a:pt x="94711" y="171574"/>
                      </a:cubicBezTo>
                      <a:cubicBezTo>
                        <a:pt x="93520" y="149746"/>
                        <a:pt x="67723" y="96961"/>
                        <a:pt x="70898" y="69180"/>
                      </a:cubicBezTo>
                      <a:cubicBezTo>
                        <a:pt x="74073" y="41399"/>
                        <a:pt x="69311" y="13618"/>
                        <a:pt x="113761" y="4887"/>
                      </a:cubicBezTo>
                      <a:cubicBezTo>
                        <a:pt x="158211" y="-3844"/>
                        <a:pt x="274892" y="-1463"/>
                        <a:pt x="337598" y="16793"/>
                      </a:cubicBezTo>
                      <a:cubicBezTo>
                        <a:pt x="400304" y="35049"/>
                        <a:pt x="470551" y="82277"/>
                        <a:pt x="489998" y="114424"/>
                      </a:cubicBezTo>
                      <a:cubicBezTo>
                        <a:pt x="509445" y="146571"/>
                        <a:pt x="464202" y="181099"/>
                        <a:pt x="454280" y="209674"/>
                      </a:cubicBezTo>
                      <a:cubicBezTo>
                        <a:pt x="444358" y="238249"/>
                        <a:pt x="432055" y="269999"/>
                        <a:pt x="430467" y="285874"/>
                      </a:cubicBezTo>
                      <a:cubicBezTo>
                        <a:pt x="428880" y="301749"/>
                        <a:pt x="443168" y="294208"/>
                        <a:pt x="444755" y="304924"/>
                      </a:cubicBezTo>
                      <a:cubicBezTo>
                        <a:pt x="446342" y="315640"/>
                        <a:pt x="449120" y="338659"/>
                        <a:pt x="439992" y="350168"/>
                      </a:cubicBezTo>
                      <a:cubicBezTo>
                        <a:pt x="430864" y="361677"/>
                        <a:pt x="414989" y="352549"/>
                        <a:pt x="389986" y="373980"/>
                      </a:cubicBezTo>
                      <a:cubicBezTo>
                        <a:pt x="364983" y="395411"/>
                        <a:pt x="303864" y="453752"/>
                        <a:pt x="289973" y="478755"/>
                      </a:cubicBezTo>
                      <a:cubicBezTo>
                        <a:pt x="276082" y="503758"/>
                        <a:pt x="286401" y="502568"/>
                        <a:pt x="306642" y="523999"/>
                      </a:cubicBezTo>
                      <a:cubicBezTo>
                        <a:pt x="326883" y="545430"/>
                        <a:pt x="382445" y="560512"/>
                        <a:pt x="411417" y="607343"/>
                      </a:cubicBezTo>
                      <a:cubicBezTo>
                        <a:pt x="440389" y="654174"/>
                        <a:pt x="543179" y="772443"/>
                        <a:pt x="480473" y="804987"/>
                      </a:cubicBezTo>
                      <a:cubicBezTo>
                        <a:pt x="417767" y="837531"/>
                        <a:pt x="89948" y="835149"/>
                        <a:pt x="23273" y="804987"/>
                      </a:cubicBezTo>
                      <a:close/>
                    </a:path>
                  </a:pathLst>
                </a:custGeom>
                <a:solidFill>
                  <a:srgbClr val="E6007E">
                    <a:alpha val="50196"/>
                  </a:srgbClr>
                </a:solidFill>
                <a:ln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A856E4D7-80BC-EF4B-E5D2-03ADF78CC1C6}"/>
                  </a:ext>
                </a:extLst>
              </p:cNvPr>
              <p:cNvSpPr txBox="1"/>
              <p:nvPr/>
            </p:nvSpPr>
            <p:spPr>
              <a:xfrm>
                <a:off x="5684343" y="1227577"/>
                <a:ext cx="393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>
                    <a:solidFill>
                      <a:schemeClr val="accent4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6290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2.77556E-17 L 0.23555 -0.0064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71" y="-32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33333E-6 L -0.18711 -0.0067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62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11111E-6 L -0.23672 0.0018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36" y="93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 L 0.19244 -0.0018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22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34B4D-0D19-483A-30B4-26E1D293F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758A519C-F112-F188-A72C-BF32551E25A0}"/>
              </a:ext>
            </a:extLst>
          </p:cNvPr>
          <p:cNvSpPr/>
          <p:nvPr/>
        </p:nvSpPr>
        <p:spPr>
          <a:xfrm>
            <a:off x="2368231" y="352425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501A0-53E3-EEE0-5B0D-8C35C0DD0784}"/>
              </a:ext>
            </a:extLst>
          </p:cNvPr>
          <p:cNvSpPr/>
          <p:nvPr/>
        </p:nvSpPr>
        <p:spPr>
          <a:xfrm>
            <a:off x="1038224" y="0"/>
            <a:ext cx="13335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6834BF-6451-8DDD-0C92-4699E2214EDD}"/>
              </a:ext>
            </a:extLst>
          </p:cNvPr>
          <p:cNvSpPr/>
          <p:nvPr/>
        </p:nvSpPr>
        <p:spPr>
          <a:xfrm>
            <a:off x="1085849" y="352425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Lundi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45FAD0-1499-BACD-FF40-907FE2895939}"/>
              </a:ext>
            </a:extLst>
          </p:cNvPr>
          <p:cNvSpPr/>
          <p:nvPr/>
        </p:nvSpPr>
        <p:spPr>
          <a:xfrm>
            <a:off x="2371724" y="0"/>
            <a:ext cx="9820275" cy="3524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FB731A-317F-C2E6-5236-15B52D0569FC}"/>
              </a:ext>
            </a:extLst>
          </p:cNvPr>
          <p:cNvSpPr/>
          <p:nvPr/>
        </p:nvSpPr>
        <p:spPr>
          <a:xfrm>
            <a:off x="3232625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Paris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4A1319-B310-6E16-7D11-009EDF9A2A54}"/>
              </a:ext>
            </a:extLst>
          </p:cNvPr>
          <p:cNvSpPr/>
          <p:nvPr/>
        </p:nvSpPr>
        <p:spPr>
          <a:xfrm>
            <a:off x="7008019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Lyon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6AA8E1-58DA-4470-A476-EAC70D93DD57}"/>
              </a:ext>
            </a:extLst>
          </p:cNvPr>
          <p:cNvSpPr/>
          <p:nvPr/>
        </p:nvSpPr>
        <p:spPr>
          <a:xfrm>
            <a:off x="10783413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Marseille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41E1C6-71C7-4959-0FB3-F876FA2BF85E}"/>
              </a:ext>
            </a:extLst>
          </p:cNvPr>
          <p:cNvSpPr/>
          <p:nvPr/>
        </p:nvSpPr>
        <p:spPr>
          <a:xfrm>
            <a:off x="2364802" y="213654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33A2E0-3CE4-ECEC-3D55-6E125D703566}"/>
              </a:ext>
            </a:extLst>
          </p:cNvPr>
          <p:cNvSpPr/>
          <p:nvPr/>
        </p:nvSpPr>
        <p:spPr>
          <a:xfrm>
            <a:off x="2365437" y="302435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AD4E52-9D18-E635-34A1-3DEEFF1EB077}"/>
              </a:ext>
            </a:extLst>
          </p:cNvPr>
          <p:cNvSpPr/>
          <p:nvPr/>
        </p:nvSpPr>
        <p:spPr>
          <a:xfrm>
            <a:off x="2365437" y="3916647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2C952C-9414-F2AA-607B-4401872C8881}"/>
              </a:ext>
            </a:extLst>
          </p:cNvPr>
          <p:cNvSpPr/>
          <p:nvPr/>
        </p:nvSpPr>
        <p:spPr>
          <a:xfrm>
            <a:off x="2365437" y="4810271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486241-2345-FB9D-6DA6-478219E990E5}"/>
              </a:ext>
            </a:extLst>
          </p:cNvPr>
          <p:cNvSpPr/>
          <p:nvPr/>
        </p:nvSpPr>
        <p:spPr>
          <a:xfrm>
            <a:off x="2365437" y="5702331"/>
            <a:ext cx="9823769" cy="1155670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A4CAC81-8E17-A79C-DBA2-C3C5CD74B2C8}"/>
              </a:ext>
            </a:extLst>
          </p:cNvPr>
          <p:cNvSpPr txBox="1"/>
          <p:nvPr/>
        </p:nvSpPr>
        <p:spPr>
          <a:xfrm>
            <a:off x="6815513" y="517493"/>
            <a:ext cx="1651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chemeClr val="accent2"/>
                </a:solidFill>
              </a:rPr>
              <a:t>12h15 | 10h40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0E7D165-A7AE-52B5-3A3C-D4B034267513}"/>
              </a:ext>
            </a:extLst>
          </p:cNvPr>
          <p:cNvSpPr txBox="1"/>
          <p:nvPr/>
        </p:nvSpPr>
        <p:spPr>
          <a:xfrm>
            <a:off x="6835548" y="989900"/>
            <a:ext cx="1647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chemeClr val="accent2"/>
                </a:solidFill>
              </a:rPr>
              <a:t>13h15 | 12h30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76F753C-ED06-2195-7831-CFBFEBE93908}"/>
              </a:ext>
            </a:extLst>
          </p:cNvPr>
          <p:cNvSpPr txBox="1"/>
          <p:nvPr/>
        </p:nvSpPr>
        <p:spPr>
          <a:xfrm>
            <a:off x="11572984" y="502027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3AE6ABA-A2F8-F91E-064C-110745D7EBB6}"/>
              </a:ext>
            </a:extLst>
          </p:cNvPr>
          <p:cNvSpPr txBox="1"/>
          <p:nvPr/>
        </p:nvSpPr>
        <p:spPr>
          <a:xfrm>
            <a:off x="11347601" y="989929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15h10</a:t>
            </a:r>
          </a:p>
        </p:txBody>
      </p:sp>
      <p:cxnSp>
        <p:nvCxnSpPr>
          <p:cNvPr id="45" name="Connecteur : en angle 44">
            <a:extLst>
              <a:ext uri="{FF2B5EF4-FFF2-40B4-BE49-F238E27FC236}">
                <a16:creationId xmlns:a16="http://schemas.microsoft.com/office/drawing/2014/main" id="{58885904-1199-CDEE-9853-4F42B4F9D4C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309940" y="638436"/>
            <a:ext cx="1044808" cy="344462"/>
          </a:xfrm>
          <a:prstGeom prst="bentConnector3">
            <a:avLst>
              <a:gd name="adj1" fmla="val 298740"/>
            </a:avLst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F1F0294-F357-C1F7-762B-EB74447A7F10}"/>
              </a:ext>
            </a:extLst>
          </p:cNvPr>
          <p:cNvSpPr/>
          <p:nvPr/>
        </p:nvSpPr>
        <p:spPr>
          <a:xfrm>
            <a:off x="2364803" y="1244484"/>
            <a:ext cx="9823769" cy="26705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A50D88-A105-B503-4B91-86757085183A}"/>
              </a:ext>
            </a:extLst>
          </p:cNvPr>
          <p:cNvSpPr/>
          <p:nvPr/>
        </p:nvSpPr>
        <p:spPr>
          <a:xfrm>
            <a:off x="2407347" y="1285206"/>
            <a:ext cx="1224000" cy="288000"/>
          </a:xfrm>
          <a:prstGeom prst="rect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Mardi</a:t>
            </a:r>
          </a:p>
        </p:txBody>
      </p: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461B6910-2DD1-B9AD-FD42-A06E29C968DA}"/>
              </a:ext>
            </a:extLst>
          </p:cNvPr>
          <p:cNvGrpSpPr/>
          <p:nvPr/>
        </p:nvGrpSpPr>
        <p:grpSpPr>
          <a:xfrm>
            <a:off x="3866037" y="1900540"/>
            <a:ext cx="369858" cy="534152"/>
            <a:chOff x="4693615" y="1216747"/>
            <a:chExt cx="628062" cy="907054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E7CC4748-31F1-9D49-5739-6124A2AC83F0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59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1A070AC9-E01D-0A91-24C9-63439F0D03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0" name="Forme libre : forme 59">
                <a:extLst>
                  <a:ext uri="{FF2B5EF4-FFF2-40B4-BE49-F238E27FC236}">
                    <a16:creationId xmlns:a16="http://schemas.microsoft.com/office/drawing/2014/main" id="{4A599A1B-D348-B696-75D8-1BA4198FDEFA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rgbClr val="FFFF00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58" name="ZoneTexte 57">
              <a:extLst>
                <a:ext uri="{FF2B5EF4-FFF2-40B4-BE49-F238E27FC236}">
                  <a16:creationId xmlns:a16="http://schemas.microsoft.com/office/drawing/2014/main" id="{DDEA0CF9-BF2E-472F-A260-2CE0CDBF7091}"/>
                </a:ext>
              </a:extLst>
            </p:cNvPr>
            <p:cNvSpPr txBox="1"/>
            <p:nvPr/>
          </p:nvSpPr>
          <p:spPr>
            <a:xfrm>
              <a:off x="4768481" y="1216747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7EF168ED-77CB-4A4A-5866-A64B8672197C}"/>
              </a:ext>
            </a:extLst>
          </p:cNvPr>
          <p:cNvGrpSpPr/>
          <p:nvPr/>
        </p:nvGrpSpPr>
        <p:grpSpPr>
          <a:xfrm>
            <a:off x="3866037" y="2622673"/>
            <a:ext cx="339058" cy="529036"/>
            <a:chOff x="5633373" y="1227577"/>
            <a:chExt cx="575763" cy="898368"/>
          </a:xfrm>
        </p:grpSpPr>
        <p:grpSp>
          <p:nvGrpSpPr>
            <p:cNvPr id="49" name="Groupe 48">
              <a:extLst>
                <a:ext uri="{FF2B5EF4-FFF2-40B4-BE49-F238E27FC236}">
                  <a16:creationId xmlns:a16="http://schemas.microsoft.com/office/drawing/2014/main" id="{90757092-65AA-ED7F-E0CD-D121429A6A92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51" name="Image 50">
                <a:extLst>
                  <a:ext uri="{FF2B5EF4-FFF2-40B4-BE49-F238E27FC236}">
                    <a16:creationId xmlns:a16="http://schemas.microsoft.com/office/drawing/2014/main" id="{97F8C6CA-E8D3-877B-3293-100211B2F8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52" name="Forme libre : forme 51">
                <a:extLst>
                  <a:ext uri="{FF2B5EF4-FFF2-40B4-BE49-F238E27FC236}">
                    <a16:creationId xmlns:a16="http://schemas.microsoft.com/office/drawing/2014/main" id="{EF97EAB5-4B10-11CE-C54D-E51FFC708A59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rgbClr val="E6007E">
                  <a:alpha val="50196"/>
                </a:srgb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242C2A6E-8F53-2CBA-5517-553902FF1112}"/>
                </a:ext>
              </a:extLst>
            </p:cNvPr>
            <p:cNvSpPr txBox="1"/>
            <p:nvPr/>
          </p:nvSpPr>
          <p:spPr>
            <a:xfrm>
              <a:off x="5684343" y="1227577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2082" name="Groupe 2081">
            <a:extLst>
              <a:ext uri="{FF2B5EF4-FFF2-40B4-BE49-F238E27FC236}">
                <a16:creationId xmlns:a16="http://schemas.microsoft.com/office/drawing/2014/main" id="{437BF834-932A-E5A3-301F-61107BDD86F4}"/>
              </a:ext>
            </a:extLst>
          </p:cNvPr>
          <p:cNvGrpSpPr/>
          <p:nvPr/>
        </p:nvGrpSpPr>
        <p:grpSpPr>
          <a:xfrm>
            <a:off x="4891611" y="1921702"/>
            <a:ext cx="364450" cy="532250"/>
            <a:chOff x="6389138" y="1222598"/>
            <a:chExt cx="618881" cy="903824"/>
          </a:xfrm>
        </p:grpSpPr>
        <p:grpSp>
          <p:nvGrpSpPr>
            <p:cNvPr id="2073" name="Groupe 2072">
              <a:extLst>
                <a:ext uri="{FF2B5EF4-FFF2-40B4-BE49-F238E27FC236}">
                  <a16:creationId xmlns:a16="http://schemas.microsoft.com/office/drawing/2014/main" id="{A6D87247-01C0-9C8C-700F-EB758CC4A6F6}"/>
                </a:ext>
              </a:extLst>
            </p:cNvPr>
            <p:cNvGrpSpPr/>
            <p:nvPr/>
          </p:nvGrpSpPr>
          <p:grpSpPr>
            <a:xfrm>
              <a:off x="6389138" y="1222598"/>
              <a:ext cx="618881" cy="903824"/>
              <a:chOff x="6389138" y="1222598"/>
              <a:chExt cx="618881" cy="903824"/>
            </a:xfrm>
          </p:grpSpPr>
          <p:pic>
            <p:nvPicPr>
              <p:cNvPr id="61" name="Picture 6" descr="Illustration de chauffeur d'autobus scolaire. | Vecteur Premium">
                <a:extLst>
                  <a:ext uri="{FF2B5EF4-FFF2-40B4-BE49-F238E27FC236}">
                    <a16:creationId xmlns:a16="http://schemas.microsoft.com/office/drawing/2014/main" id="{0ACD4348-A246-E44A-E49B-00AE76CF9F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>
                            <a14:foregroundMark x1="69169" y1="10064" x2="69169" y2="10064"/>
                            <a14:backgroundMark x1="50799" y1="13419" x2="42492" y2="96645"/>
                            <a14:backgroundMark x1="42492" y1="96645" x2="42492" y2="96645"/>
                            <a14:backgroundMark x1="55112" y1="11022" x2="54792" y2="77636"/>
                            <a14:backgroundMark x1="57188" y1="72684" x2="57188" y2="72684"/>
                            <a14:backgroundMark x1="57508" y1="72364" x2="59105" y2="81310"/>
                            <a14:backgroundMark x1="65176" y1="73003" x2="65815" y2="78275"/>
                            <a14:backgroundMark x1="65495" y1="68371" x2="66134" y2="69649"/>
                            <a14:backgroundMark x1="77476" y1="66613" x2="80831" y2="79073"/>
                            <a14:backgroundMark x1="77796" y1="70607" x2="77796" y2="84345"/>
                            <a14:backgroundMark x1="75879" y1="80671" x2="75879" y2="80671"/>
                            <a14:backgroundMark x1="74760" y1="76358" x2="75399" y2="81949"/>
                            <a14:backgroundMark x1="75080" y1="82268" x2="74441" y2="84026"/>
                            <a14:backgroundMark x1="74121" y1="83067" x2="74121" y2="77955"/>
                            <a14:backgroundMark x1="78115" y1="66933" x2="79553" y2="62620"/>
                            <a14:backgroundMark x1="79073" y1="59744" x2="79073" y2="59744"/>
                            <a14:backgroundMark x1="76837" y1="64058" x2="75559" y2="64058"/>
                            <a14:backgroundMark x1="75399" y1="49042" x2="75559" y2="53355"/>
                            <a14:backgroundMark x1="77476" y1="40735" x2="77476" y2="40735"/>
                            <a14:backgroundMark x1="83546" y1="35304" x2="82109" y2="43610"/>
                            <a14:backgroundMark x1="56550" y1="31949" x2="56550" y2="31949"/>
                            <a14:backgroundMark x1="58147" y1="32748" x2="58147" y2="32748"/>
                            <a14:backgroundMark x1="56869" y1="30351" x2="57508" y2="36741"/>
                            <a14:backgroundMark x1="57508" y1="30351" x2="58147" y2="31310"/>
                            <a14:backgroundMark x1="58147" y1="31310" x2="58147" y2="32588"/>
                            <a14:backgroundMark x1="58147" y1="32588" x2="58147" y2="32588"/>
                            <a14:backgroundMark x1="57827" y1="47604" x2="56070" y2="56390"/>
                            <a14:backgroundMark x1="58786" y1="48722" x2="60064" y2="54313"/>
                            <a14:backgroundMark x1="60064" y1="53994" x2="60064" y2="53994"/>
                            <a14:backgroundMark x1="60064" y1="50958" x2="61182" y2="50958"/>
                            <a14:backgroundMark x1="61182" y1="50958" x2="61182" y2="509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91" r="10388" b="44795"/>
              <a:stretch/>
            </p:blipFill>
            <p:spPr bwMode="auto">
              <a:xfrm>
                <a:off x="6389138" y="1222598"/>
                <a:ext cx="618881" cy="900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63" name="Forme libre : forme 2062">
                <a:extLst>
                  <a:ext uri="{FF2B5EF4-FFF2-40B4-BE49-F238E27FC236}">
                    <a16:creationId xmlns:a16="http://schemas.microsoft.com/office/drawing/2014/main" id="{31012516-94F2-22B2-CDCB-F361A816BFF5}"/>
                  </a:ext>
                </a:extLst>
              </p:cNvPr>
              <p:cNvSpPr/>
              <p:nvPr/>
            </p:nvSpPr>
            <p:spPr>
              <a:xfrm>
                <a:off x="6459846" y="1340173"/>
                <a:ext cx="469806" cy="786249"/>
              </a:xfrm>
              <a:custGeom>
                <a:avLst/>
                <a:gdLst>
                  <a:gd name="connsiteX0" fmla="*/ 62142 w 469806"/>
                  <a:gd name="connsiteY0" fmla="*/ 780016 h 786249"/>
                  <a:gd name="connsiteX1" fmla="*/ 103417 w 469806"/>
                  <a:gd name="connsiteY1" fmla="*/ 694291 h 786249"/>
                  <a:gd name="connsiteX2" fmla="*/ 87542 w 469806"/>
                  <a:gd name="connsiteY2" fmla="*/ 624441 h 786249"/>
                  <a:gd name="connsiteX3" fmla="*/ 122467 w 469806"/>
                  <a:gd name="connsiteY3" fmla="*/ 513316 h 786249"/>
                  <a:gd name="connsiteX4" fmla="*/ 39917 w 469806"/>
                  <a:gd name="connsiteY4" fmla="*/ 487916 h 786249"/>
                  <a:gd name="connsiteX5" fmla="*/ 65317 w 469806"/>
                  <a:gd name="connsiteY5" fmla="*/ 237091 h 786249"/>
                  <a:gd name="connsiteX6" fmla="*/ 27217 w 469806"/>
                  <a:gd name="connsiteY6" fmla="*/ 198991 h 786249"/>
                  <a:gd name="connsiteX7" fmla="*/ 1817 w 469806"/>
                  <a:gd name="connsiteY7" fmla="*/ 62466 h 786249"/>
                  <a:gd name="connsiteX8" fmla="*/ 78017 w 469806"/>
                  <a:gd name="connsiteY8" fmla="*/ 2141 h 786249"/>
                  <a:gd name="connsiteX9" fmla="*/ 246292 w 469806"/>
                  <a:gd name="connsiteY9" fmla="*/ 21191 h 786249"/>
                  <a:gd name="connsiteX10" fmla="*/ 395517 w 469806"/>
                  <a:gd name="connsiteY10" fmla="*/ 94216 h 786249"/>
                  <a:gd name="connsiteX11" fmla="*/ 443142 w 469806"/>
                  <a:gd name="connsiteY11" fmla="*/ 173591 h 786249"/>
                  <a:gd name="connsiteX12" fmla="*/ 395517 w 469806"/>
                  <a:gd name="connsiteY12" fmla="*/ 214866 h 786249"/>
                  <a:gd name="connsiteX13" fmla="*/ 420917 w 469806"/>
                  <a:gd name="connsiteY13" fmla="*/ 303766 h 786249"/>
                  <a:gd name="connsiteX14" fmla="*/ 411392 w 469806"/>
                  <a:gd name="connsiteY14" fmla="*/ 484741 h 786249"/>
                  <a:gd name="connsiteX15" fmla="*/ 306617 w 469806"/>
                  <a:gd name="connsiteY15" fmla="*/ 526016 h 786249"/>
                  <a:gd name="connsiteX16" fmla="*/ 401867 w 469806"/>
                  <a:gd name="connsiteY16" fmla="*/ 605391 h 786249"/>
                  <a:gd name="connsiteX17" fmla="*/ 468542 w 469806"/>
                  <a:gd name="connsiteY17" fmla="*/ 716516 h 786249"/>
                  <a:gd name="connsiteX18" fmla="*/ 411392 w 469806"/>
                  <a:gd name="connsiteY18" fmla="*/ 773666 h 786249"/>
                  <a:gd name="connsiteX19" fmla="*/ 62142 w 469806"/>
                  <a:gd name="connsiteY19" fmla="*/ 780016 h 78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69806" h="786249">
                    <a:moveTo>
                      <a:pt x="62142" y="780016"/>
                    </a:moveTo>
                    <a:cubicBezTo>
                      <a:pt x="10813" y="766787"/>
                      <a:pt x="99184" y="720220"/>
                      <a:pt x="103417" y="694291"/>
                    </a:cubicBezTo>
                    <a:cubicBezTo>
                      <a:pt x="107650" y="668362"/>
                      <a:pt x="84367" y="654604"/>
                      <a:pt x="87542" y="624441"/>
                    </a:cubicBezTo>
                    <a:cubicBezTo>
                      <a:pt x="90717" y="594278"/>
                      <a:pt x="130405" y="536070"/>
                      <a:pt x="122467" y="513316"/>
                    </a:cubicBezTo>
                    <a:cubicBezTo>
                      <a:pt x="114530" y="490562"/>
                      <a:pt x="49442" y="533953"/>
                      <a:pt x="39917" y="487916"/>
                    </a:cubicBezTo>
                    <a:cubicBezTo>
                      <a:pt x="30392" y="441878"/>
                      <a:pt x="67434" y="285245"/>
                      <a:pt x="65317" y="237091"/>
                    </a:cubicBezTo>
                    <a:cubicBezTo>
                      <a:pt x="63200" y="188937"/>
                      <a:pt x="37800" y="228095"/>
                      <a:pt x="27217" y="198991"/>
                    </a:cubicBezTo>
                    <a:cubicBezTo>
                      <a:pt x="16634" y="169887"/>
                      <a:pt x="-6650" y="95274"/>
                      <a:pt x="1817" y="62466"/>
                    </a:cubicBezTo>
                    <a:cubicBezTo>
                      <a:pt x="10284" y="29658"/>
                      <a:pt x="37271" y="9020"/>
                      <a:pt x="78017" y="2141"/>
                    </a:cubicBezTo>
                    <a:cubicBezTo>
                      <a:pt x="118763" y="-4738"/>
                      <a:pt x="193375" y="5845"/>
                      <a:pt x="246292" y="21191"/>
                    </a:cubicBezTo>
                    <a:cubicBezTo>
                      <a:pt x="299209" y="36537"/>
                      <a:pt x="362709" y="68816"/>
                      <a:pt x="395517" y="94216"/>
                    </a:cubicBezTo>
                    <a:cubicBezTo>
                      <a:pt x="428325" y="119616"/>
                      <a:pt x="443142" y="153483"/>
                      <a:pt x="443142" y="173591"/>
                    </a:cubicBezTo>
                    <a:cubicBezTo>
                      <a:pt x="443142" y="193699"/>
                      <a:pt x="399221" y="193170"/>
                      <a:pt x="395517" y="214866"/>
                    </a:cubicBezTo>
                    <a:cubicBezTo>
                      <a:pt x="391813" y="236562"/>
                      <a:pt x="418271" y="258787"/>
                      <a:pt x="420917" y="303766"/>
                    </a:cubicBezTo>
                    <a:cubicBezTo>
                      <a:pt x="423563" y="348745"/>
                      <a:pt x="430442" y="447699"/>
                      <a:pt x="411392" y="484741"/>
                    </a:cubicBezTo>
                    <a:cubicBezTo>
                      <a:pt x="392342" y="521783"/>
                      <a:pt x="308205" y="505908"/>
                      <a:pt x="306617" y="526016"/>
                    </a:cubicBezTo>
                    <a:cubicBezTo>
                      <a:pt x="305030" y="546124"/>
                      <a:pt x="374880" y="573641"/>
                      <a:pt x="401867" y="605391"/>
                    </a:cubicBezTo>
                    <a:cubicBezTo>
                      <a:pt x="428854" y="637141"/>
                      <a:pt x="466955" y="688470"/>
                      <a:pt x="468542" y="716516"/>
                    </a:cubicBezTo>
                    <a:cubicBezTo>
                      <a:pt x="470129" y="744562"/>
                      <a:pt x="479125" y="764670"/>
                      <a:pt x="411392" y="773666"/>
                    </a:cubicBezTo>
                    <a:cubicBezTo>
                      <a:pt x="343659" y="782662"/>
                      <a:pt x="113471" y="793245"/>
                      <a:pt x="62142" y="780016"/>
                    </a:cubicBezTo>
                    <a:close/>
                  </a:path>
                </a:pathLst>
              </a:custGeom>
              <a:solidFill>
                <a:srgbClr val="00B050">
                  <a:alpha val="50196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077" name="ZoneTexte 2076">
              <a:extLst>
                <a:ext uri="{FF2B5EF4-FFF2-40B4-BE49-F238E27FC236}">
                  <a16:creationId xmlns:a16="http://schemas.microsoft.com/office/drawing/2014/main" id="{4D5981DB-B339-86EA-E41E-02710B85DF79}"/>
                </a:ext>
              </a:extLst>
            </p:cNvPr>
            <p:cNvSpPr txBox="1"/>
            <p:nvPr/>
          </p:nvSpPr>
          <p:spPr>
            <a:xfrm>
              <a:off x="6463786" y="1281363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grpSp>
        <p:nvGrpSpPr>
          <p:cNvPr id="2083" name="Groupe 2082">
            <a:extLst>
              <a:ext uri="{FF2B5EF4-FFF2-40B4-BE49-F238E27FC236}">
                <a16:creationId xmlns:a16="http://schemas.microsoft.com/office/drawing/2014/main" id="{524D3443-63DC-D48E-D007-FFA40EFF24D6}"/>
              </a:ext>
            </a:extLst>
          </p:cNvPr>
          <p:cNvGrpSpPr/>
          <p:nvPr/>
        </p:nvGrpSpPr>
        <p:grpSpPr>
          <a:xfrm>
            <a:off x="4875771" y="2649861"/>
            <a:ext cx="410264" cy="501848"/>
            <a:chOff x="7205187" y="1274964"/>
            <a:chExt cx="696677" cy="852197"/>
          </a:xfrm>
        </p:grpSpPr>
        <p:grpSp>
          <p:nvGrpSpPr>
            <p:cNvPr id="2066" name="Groupe 2065">
              <a:extLst>
                <a:ext uri="{FF2B5EF4-FFF2-40B4-BE49-F238E27FC236}">
                  <a16:creationId xmlns:a16="http://schemas.microsoft.com/office/drawing/2014/main" id="{23962CBD-BC7C-0235-1237-643B5C540B5C}"/>
                </a:ext>
              </a:extLst>
            </p:cNvPr>
            <p:cNvGrpSpPr/>
            <p:nvPr/>
          </p:nvGrpSpPr>
          <p:grpSpPr>
            <a:xfrm>
              <a:off x="7205187" y="1310923"/>
              <a:ext cx="696677" cy="816238"/>
              <a:chOff x="6683949" y="1330684"/>
              <a:chExt cx="696677" cy="816238"/>
            </a:xfrm>
          </p:grpSpPr>
          <p:pic>
            <p:nvPicPr>
              <p:cNvPr id="2048" name="Picture 2" descr="Illustration De Vecteur De Chauffeur D'autobus Scolaire Illustration de  Vecteur - Illustration of ville, homme: 87254230">
                <a:extLst>
                  <a:ext uri="{FF2B5EF4-FFF2-40B4-BE49-F238E27FC236}">
                    <a16:creationId xmlns:a16="http://schemas.microsoft.com/office/drawing/2014/main" id="{3057A7BF-3DD2-682B-2937-A4668DE7BB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5444" b="90000" l="9763" r="89974">
                            <a14:foregroundMark x1="67150" y1="8889" x2="67150" y2="8889"/>
                            <a14:foregroundMark x1="68470" y1="5444" x2="68470" y2="5444"/>
                            <a14:foregroundMark x1="73747" y1="44444" x2="73747" y2="44444"/>
                            <a14:foregroundMark x1="70053" y1="43333" x2="70053" y2="43333"/>
                            <a14:backgroundMark x1="50396" y1="26222" x2="46042" y2="65556"/>
                            <a14:backgroundMark x1="46042" y1="65556" x2="46306" y2="66000"/>
                            <a14:backgroundMark x1="45910" y1="15222" x2="47493" y2="78667"/>
                            <a14:backgroundMark x1="50792" y1="19444" x2="50792" y2="19444"/>
                            <a14:backgroundMark x1="54222" y1="15333" x2="55805" y2="40556"/>
                            <a14:backgroundMark x1="33773" y1="16556" x2="25462" y2="66000"/>
                            <a14:backgroundMark x1="18865" y1="26222" x2="22296" y2="72111"/>
                            <a14:backgroundMark x1="20580" y1="30556" x2="30079" y2="85444"/>
                            <a14:backgroundMark x1="41161" y1="52000" x2="41293" y2="84444"/>
                            <a14:backgroundMark x1="62137" y1="57444" x2="62269" y2="65333"/>
                            <a14:backgroundMark x1="58971" y1="36111" x2="57124" y2="55889"/>
                            <a14:backgroundMark x1="60554" y1="41778" x2="60686" y2="44667"/>
                            <a14:backgroundMark x1="75726" y1="39889" x2="75726" y2="39889"/>
                            <a14:backgroundMark x1="76121" y1="40444" x2="76121" y2="40444"/>
                            <a14:backgroundMark x1="75989" y1="40778" x2="75989" y2="40778"/>
                            <a14:backgroundMark x1="77704" y1="39889" x2="82850" y2="42889"/>
                            <a14:backgroundMark x1="82982" y1="53778" x2="82982" y2="70889"/>
                            <a14:backgroundMark x1="60686" y1="34778" x2="61741" y2="4133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4133" b="47067"/>
              <a:stretch/>
            </p:blipFill>
            <p:spPr bwMode="auto">
              <a:xfrm>
                <a:off x="6683949" y="1330684"/>
                <a:ext cx="696677" cy="807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64" name="Forme libre : forme 2063">
                <a:extLst>
                  <a:ext uri="{FF2B5EF4-FFF2-40B4-BE49-F238E27FC236}">
                    <a16:creationId xmlns:a16="http://schemas.microsoft.com/office/drawing/2014/main" id="{AA328506-DE48-CE1B-7172-F0EE51C0779F}"/>
                  </a:ext>
                </a:extLst>
              </p:cNvPr>
              <p:cNvSpPr/>
              <p:nvPr/>
            </p:nvSpPr>
            <p:spPr>
              <a:xfrm>
                <a:off x="6773301" y="1349096"/>
                <a:ext cx="468960" cy="797826"/>
              </a:xfrm>
              <a:custGeom>
                <a:avLst/>
                <a:gdLst>
                  <a:gd name="connsiteX0" fmla="*/ 18024 w 468960"/>
                  <a:gd name="connsiteY0" fmla="*/ 778154 h 797826"/>
                  <a:gd name="connsiteX1" fmla="*/ 87874 w 468960"/>
                  <a:gd name="connsiteY1" fmla="*/ 654329 h 797826"/>
                  <a:gd name="connsiteX2" fmla="*/ 170424 w 468960"/>
                  <a:gd name="connsiteY2" fmla="*/ 613054 h 797826"/>
                  <a:gd name="connsiteX3" fmla="*/ 183124 w 468960"/>
                  <a:gd name="connsiteY3" fmla="*/ 587654 h 797826"/>
                  <a:gd name="connsiteX4" fmla="*/ 183124 w 468960"/>
                  <a:gd name="connsiteY4" fmla="*/ 555904 h 797826"/>
                  <a:gd name="connsiteX5" fmla="*/ 116449 w 468960"/>
                  <a:gd name="connsiteY5" fmla="*/ 527329 h 797826"/>
                  <a:gd name="connsiteX6" fmla="*/ 91049 w 468960"/>
                  <a:gd name="connsiteY6" fmla="*/ 235229 h 797826"/>
                  <a:gd name="connsiteX7" fmla="*/ 65649 w 468960"/>
                  <a:gd name="connsiteY7" fmla="*/ 228879 h 797826"/>
                  <a:gd name="connsiteX8" fmla="*/ 33899 w 468960"/>
                  <a:gd name="connsiteY8" fmla="*/ 197129 h 797826"/>
                  <a:gd name="connsiteX9" fmla="*/ 49774 w 468960"/>
                  <a:gd name="connsiteY9" fmla="*/ 181254 h 797826"/>
                  <a:gd name="connsiteX10" fmla="*/ 30724 w 468960"/>
                  <a:gd name="connsiteY10" fmla="*/ 60604 h 797826"/>
                  <a:gd name="connsiteX11" fmla="*/ 173599 w 468960"/>
                  <a:gd name="connsiteY11" fmla="*/ 279 h 797826"/>
                  <a:gd name="connsiteX12" fmla="*/ 411724 w 468960"/>
                  <a:gd name="connsiteY12" fmla="*/ 82829 h 797826"/>
                  <a:gd name="connsiteX13" fmla="*/ 468874 w 468960"/>
                  <a:gd name="connsiteY13" fmla="*/ 190779 h 797826"/>
                  <a:gd name="connsiteX14" fmla="*/ 424424 w 468960"/>
                  <a:gd name="connsiteY14" fmla="*/ 219354 h 797826"/>
                  <a:gd name="connsiteX15" fmla="*/ 414899 w 468960"/>
                  <a:gd name="connsiteY15" fmla="*/ 349529 h 797826"/>
                  <a:gd name="connsiteX16" fmla="*/ 437124 w 468960"/>
                  <a:gd name="connsiteY16" fmla="*/ 365404 h 797826"/>
                  <a:gd name="connsiteX17" fmla="*/ 440299 w 468960"/>
                  <a:gd name="connsiteY17" fmla="*/ 432079 h 797826"/>
                  <a:gd name="connsiteX18" fmla="*/ 392674 w 468960"/>
                  <a:gd name="connsiteY18" fmla="*/ 451129 h 797826"/>
                  <a:gd name="connsiteX19" fmla="*/ 373624 w 468960"/>
                  <a:gd name="connsiteY19" fmla="*/ 451129 h 797826"/>
                  <a:gd name="connsiteX20" fmla="*/ 341874 w 468960"/>
                  <a:gd name="connsiteY20" fmla="*/ 498754 h 797826"/>
                  <a:gd name="connsiteX21" fmla="*/ 303774 w 468960"/>
                  <a:gd name="connsiteY21" fmla="*/ 543204 h 797826"/>
                  <a:gd name="connsiteX22" fmla="*/ 268849 w 468960"/>
                  <a:gd name="connsiteY22" fmla="*/ 546379 h 797826"/>
                  <a:gd name="connsiteX23" fmla="*/ 275199 w 468960"/>
                  <a:gd name="connsiteY23" fmla="*/ 603529 h 797826"/>
                  <a:gd name="connsiteX24" fmla="*/ 335524 w 468960"/>
                  <a:gd name="connsiteY24" fmla="*/ 628929 h 797826"/>
                  <a:gd name="connsiteX25" fmla="*/ 376799 w 468960"/>
                  <a:gd name="connsiteY25" fmla="*/ 686079 h 797826"/>
                  <a:gd name="connsiteX26" fmla="*/ 443474 w 468960"/>
                  <a:gd name="connsiteY26" fmla="*/ 787679 h 797826"/>
                  <a:gd name="connsiteX27" fmla="*/ 18024 w 468960"/>
                  <a:gd name="connsiteY27" fmla="*/ 778154 h 79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8960" h="797826">
                    <a:moveTo>
                      <a:pt x="18024" y="778154"/>
                    </a:moveTo>
                    <a:cubicBezTo>
                      <a:pt x="-41243" y="755929"/>
                      <a:pt x="62474" y="681846"/>
                      <a:pt x="87874" y="654329"/>
                    </a:cubicBezTo>
                    <a:cubicBezTo>
                      <a:pt x="113274" y="626812"/>
                      <a:pt x="154549" y="624166"/>
                      <a:pt x="170424" y="613054"/>
                    </a:cubicBezTo>
                    <a:cubicBezTo>
                      <a:pt x="186299" y="601941"/>
                      <a:pt x="181007" y="597179"/>
                      <a:pt x="183124" y="587654"/>
                    </a:cubicBezTo>
                    <a:cubicBezTo>
                      <a:pt x="185241" y="578129"/>
                      <a:pt x="194236" y="565958"/>
                      <a:pt x="183124" y="555904"/>
                    </a:cubicBezTo>
                    <a:cubicBezTo>
                      <a:pt x="172012" y="545850"/>
                      <a:pt x="131795" y="580775"/>
                      <a:pt x="116449" y="527329"/>
                    </a:cubicBezTo>
                    <a:cubicBezTo>
                      <a:pt x="101103" y="473883"/>
                      <a:pt x="99516" y="284971"/>
                      <a:pt x="91049" y="235229"/>
                    </a:cubicBezTo>
                    <a:cubicBezTo>
                      <a:pt x="82582" y="185487"/>
                      <a:pt x="75174" y="235229"/>
                      <a:pt x="65649" y="228879"/>
                    </a:cubicBezTo>
                    <a:cubicBezTo>
                      <a:pt x="56124" y="222529"/>
                      <a:pt x="36545" y="205066"/>
                      <a:pt x="33899" y="197129"/>
                    </a:cubicBezTo>
                    <a:cubicBezTo>
                      <a:pt x="31253" y="189192"/>
                      <a:pt x="50303" y="204008"/>
                      <a:pt x="49774" y="181254"/>
                    </a:cubicBezTo>
                    <a:cubicBezTo>
                      <a:pt x="49245" y="158500"/>
                      <a:pt x="10087" y="90766"/>
                      <a:pt x="30724" y="60604"/>
                    </a:cubicBezTo>
                    <a:cubicBezTo>
                      <a:pt x="51361" y="30442"/>
                      <a:pt x="110099" y="-3425"/>
                      <a:pt x="173599" y="279"/>
                    </a:cubicBezTo>
                    <a:cubicBezTo>
                      <a:pt x="237099" y="3983"/>
                      <a:pt x="362512" y="51079"/>
                      <a:pt x="411724" y="82829"/>
                    </a:cubicBezTo>
                    <a:cubicBezTo>
                      <a:pt x="460937" y="114579"/>
                      <a:pt x="466757" y="168025"/>
                      <a:pt x="468874" y="190779"/>
                    </a:cubicBezTo>
                    <a:cubicBezTo>
                      <a:pt x="470991" y="213533"/>
                      <a:pt x="433420" y="192896"/>
                      <a:pt x="424424" y="219354"/>
                    </a:cubicBezTo>
                    <a:cubicBezTo>
                      <a:pt x="415428" y="245812"/>
                      <a:pt x="412782" y="325187"/>
                      <a:pt x="414899" y="349529"/>
                    </a:cubicBezTo>
                    <a:cubicBezTo>
                      <a:pt x="417016" y="373871"/>
                      <a:pt x="432891" y="351646"/>
                      <a:pt x="437124" y="365404"/>
                    </a:cubicBezTo>
                    <a:cubicBezTo>
                      <a:pt x="441357" y="379162"/>
                      <a:pt x="447707" y="417792"/>
                      <a:pt x="440299" y="432079"/>
                    </a:cubicBezTo>
                    <a:cubicBezTo>
                      <a:pt x="432891" y="446366"/>
                      <a:pt x="403787" y="447954"/>
                      <a:pt x="392674" y="451129"/>
                    </a:cubicBezTo>
                    <a:cubicBezTo>
                      <a:pt x="381561" y="454304"/>
                      <a:pt x="382091" y="443191"/>
                      <a:pt x="373624" y="451129"/>
                    </a:cubicBezTo>
                    <a:cubicBezTo>
                      <a:pt x="365157" y="459066"/>
                      <a:pt x="353516" y="483408"/>
                      <a:pt x="341874" y="498754"/>
                    </a:cubicBezTo>
                    <a:cubicBezTo>
                      <a:pt x="330232" y="514100"/>
                      <a:pt x="315945" y="535267"/>
                      <a:pt x="303774" y="543204"/>
                    </a:cubicBezTo>
                    <a:cubicBezTo>
                      <a:pt x="291603" y="551141"/>
                      <a:pt x="273612" y="536325"/>
                      <a:pt x="268849" y="546379"/>
                    </a:cubicBezTo>
                    <a:cubicBezTo>
                      <a:pt x="264087" y="556433"/>
                      <a:pt x="264086" y="589771"/>
                      <a:pt x="275199" y="603529"/>
                    </a:cubicBezTo>
                    <a:cubicBezTo>
                      <a:pt x="286312" y="617287"/>
                      <a:pt x="318591" y="615171"/>
                      <a:pt x="335524" y="628929"/>
                    </a:cubicBezTo>
                    <a:cubicBezTo>
                      <a:pt x="352457" y="642687"/>
                      <a:pt x="358807" y="659621"/>
                      <a:pt x="376799" y="686079"/>
                    </a:cubicBezTo>
                    <a:cubicBezTo>
                      <a:pt x="394791" y="712537"/>
                      <a:pt x="498507" y="771275"/>
                      <a:pt x="443474" y="787679"/>
                    </a:cubicBezTo>
                    <a:cubicBezTo>
                      <a:pt x="388441" y="804083"/>
                      <a:pt x="77291" y="800379"/>
                      <a:pt x="18024" y="778154"/>
                    </a:cubicBezTo>
                    <a:close/>
                  </a:path>
                </a:pathLst>
              </a:custGeom>
              <a:solidFill>
                <a:srgbClr val="00B0F0">
                  <a:alpha val="50196"/>
                </a:srgbClr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078" name="ZoneTexte 2077">
              <a:extLst>
                <a:ext uri="{FF2B5EF4-FFF2-40B4-BE49-F238E27FC236}">
                  <a16:creationId xmlns:a16="http://schemas.microsoft.com/office/drawing/2014/main" id="{ECE37547-1072-2BA2-CF7A-5B2663B44DC9}"/>
                </a:ext>
              </a:extLst>
            </p:cNvPr>
            <p:cNvSpPr txBox="1"/>
            <p:nvPr/>
          </p:nvSpPr>
          <p:spPr>
            <a:xfrm>
              <a:off x="7322033" y="1274964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2084" name="Groupe 2083">
            <a:extLst>
              <a:ext uri="{FF2B5EF4-FFF2-40B4-BE49-F238E27FC236}">
                <a16:creationId xmlns:a16="http://schemas.microsoft.com/office/drawing/2014/main" id="{F7D48FB2-636B-1E1C-2C5B-AA6C7D34AA98}"/>
              </a:ext>
            </a:extLst>
          </p:cNvPr>
          <p:cNvGrpSpPr/>
          <p:nvPr/>
        </p:nvGrpSpPr>
        <p:grpSpPr>
          <a:xfrm>
            <a:off x="5940488" y="1940962"/>
            <a:ext cx="323888" cy="493730"/>
            <a:chOff x="7966342" y="1283428"/>
            <a:chExt cx="550000" cy="838412"/>
          </a:xfrm>
        </p:grpSpPr>
        <p:grpSp>
          <p:nvGrpSpPr>
            <p:cNvPr id="2070" name="Groupe 2069">
              <a:extLst>
                <a:ext uri="{FF2B5EF4-FFF2-40B4-BE49-F238E27FC236}">
                  <a16:creationId xmlns:a16="http://schemas.microsoft.com/office/drawing/2014/main" id="{F19EBE79-83C4-95F0-8B89-5ECE224E984D}"/>
                </a:ext>
              </a:extLst>
            </p:cNvPr>
            <p:cNvGrpSpPr/>
            <p:nvPr/>
          </p:nvGrpSpPr>
          <p:grpSpPr>
            <a:xfrm>
              <a:off x="7966342" y="1283428"/>
              <a:ext cx="550000" cy="838412"/>
              <a:chOff x="7435579" y="1324618"/>
              <a:chExt cx="550000" cy="838412"/>
            </a:xfrm>
          </p:grpSpPr>
          <p:pic>
            <p:nvPicPr>
              <p:cNvPr id="63" name="Picture 12" descr="Premium Vector | School bus driver vector illustration.">
                <a:extLst>
                  <a:ext uri="{FF2B5EF4-FFF2-40B4-BE49-F238E27FC236}">
                    <a16:creationId xmlns:a16="http://schemas.microsoft.com/office/drawing/2014/main" id="{DC473000-5156-FEA6-40C4-62CFFFE85C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10000" b="90000" l="10000" r="90000">
                            <a14:backgroundMark x1="51917" y1="19169" x2="53035" y2="47764"/>
                            <a14:backgroundMark x1="53035" y1="47764" x2="49840" y2="59744"/>
                            <a14:backgroundMark x1="49840" y1="59744" x2="49840" y2="60224"/>
                            <a14:backgroundMark x1="80351" y1="41534" x2="79872" y2="42971"/>
                            <a14:backgroundMark x1="78435" y1="42492" x2="78435" y2="42492"/>
                            <a14:backgroundMark x1="76997" y1="42013" x2="80831" y2="44249"/>
                            <a14:backgroundMark x1="56869" y1="19329" x2="58307" y2="34345"/>
                            <a14:backgroundMark x1="58786" y1="34505" x2="57029" y2="53674"/>
                            <a14:backgroundMark x1="39457" y1="14377" x2="32588" y2="76677"/>
                            <a14:backgroundMark x1="42812" y1="53514" x2="43930" y2="82268"/>
                            <a14:backgroundMark x1="48722" y1="68211" x2="53355" y2="85463"/>
                            <a14:backgroundMark x1="54473" y1="67252" x2="56390" y2="79393"/>
                            <a14:backgroundMark x1="59585" y1="51438" x2="59585" y2="51438"/>
                            <a14:backgroundMark x1="62460" y1="51118" x2="62460" y2="51118"/>
                            <a14:backgroundMark x1="63578" y1="50160" x2="63578" y2="50160"/>
                            <a14:backgroundMark x1="63259" y1="51278" x2="63259" y2="51278"/>
                            <a14:backgroundMark x1="63099" y1="51597" x2="63099" y2="51597"/>
                            <a14:backgroundMark x1="57827" y1="54153" x2="56390" y2="72843"/>
                            <a14:backgroundMark x1="76677" y1="42173" x2="76677" y2="4217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239" t="10107" r="12289" b="40217"/>
              <a:stretch/>
            </p:blipFill>
            <p:spPr bwMode="auto">
              <a:xfrm>
                <a:off x="7435579" y="1324618"/>
                <a:ext cx="550000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69" name="Forme libre : forme 2068">
                <a:extLst>
                  <a:ext uri="{FF2B5EF4-FFF2-40B4-BE49-F238E27FC236}">
                    <a16:creationId xmlns:a16="http://schemas.microsoft.com/office/drawing/2014/main" id="{8D069777-15BB-B978-D30E-0512E58528CF}"/>
                  </a:ext>
                </a:extLst>
              </p:cNvPr>
              <p:cNvSpPr/>
              <p:nvPr/>
            </p:nvSpPr>
            <p:spPr>
              <a:xfrm>
                <a:off x="7511884" y="1368841"/>
                <a:ext cx="436727" cy="794189"/>
              </a:xfrm>
              <a:custGeom>
                <a:avLst/>
                <a:gdLst>
                  <a:gd name="connsiteX0" fmla="*/ 25857 w 434417"/>
                  <a:gd name="connsiteY0" fmla="*/ 771109 h 794189"/>
                  <a:gd name="connsiteX1" fmla="*/ 73482 w 434417"/>
                  <a:gd name="connsiteY1" fmla="*/ 606009 h 794189"/>
                  <a:gd name="connsiteX2" fmla="*/ 143332 w 434417"/>
                  <a:gd name="connsiteY2" fmla="*/ 548859 h 794189"/>
                  <a:gd name="connsiteX3" fmla="*/ 152857 w 434417"/>
                  <a:gd name="connsiteY3" fmla="*/ 494884 h 794189"/>
                  <a:gd name="connsiteX4" fmla="*/ 79832 w 434417"/>
                  <a:gd name="connsiteY4" fmla="*/ 425034 h 794189"/>
                  <a:gd name="connsiteX5" fmla="*/ 60782 w 434417"/>
                  <a:gd name="connsiteY5" fmla="*/ 352009 h 794189"/>
                  <a:gd name="connsiteX6" fmla="*/ 32207 w 434417"/>
                  <a:gd name="connsiteY6" fmla="*/ 285334 h 794189"/>
                  <a:gd name="connsiteX7" fmla="*/ 35382 w 434417"/>
                  <a:gd name="connsiteY7" fmla="*/ 225009 h 794189"/>
                  <a:gd name="connsiteX8" fmla="*/ 35382 w 434417"/>
                  <a:gd name="connsiteY8" fmla="*/ 186909 h 794189"/>
                  <a:gd name="connsiteX9" fmla="*/ 457 w 434417"/>
                  <a:gd name="connsiteY9" fmla="*/ 88484 h 794189"/>
                  <a:gd name="connsiteX10" fmla="*/ 63957 w 434417"/>
                  <a:gd name="connsiteY10" fmla="*/ 15459 h 794189"/>
                  <a:gd name="connsiteX11" fmla="*/ 171907 w 434417"/>
                  <a:gd name="connsiteY11" fmla="*/ 2759 h 794189"/>
                  <a:gd name="connsiteX12" fmla="*/ 321132 w 434417"/>
                  <a:gd name="connsiteY12" fmla="*/ 53559 h 794189"/>
                  <a:gd name="connsiteX13" fmla="*/ 419557 w 434417"/>
                  <a:gd name="connsiteY13" fmla="*/ 164684 h 794189"/>
                  <a:gd name="connsiteX14" fmla="*/ 356057 w 434417"/>
                  <a:gd name="connsiteY14" fmla="*/ 205959 h 794189"/>
                  <a:gd name="connsiteX15" fmla="*/ 362407 w 434417"/>
                  <a:gd name="connsiteY15" fmla="*/ 228184 h 794189"/>
                  <a:gd name="connsiteX16" fmla="*/ 384632 w 434417"/>
                  <a:gd name="connsiteY16" fmla="*/ 234534 h 794189"/>
                  <a:gd name="connsiteX17" fmla="*/ 381457 w 434417"/>
                  <a:gd name="connsiteY17" fmla="*/ 336134 h 794189"/>
                  <a:gd name="connsiteX18" fmla="*/ 346532 w 434417"/>
                  <a:gd name="connsiteY18" fmla="*/ 355184 h 794189"/>
                  <a:gd name="connsiteX19" fmla="*/ 352882 w 434417"/>
                  <a:gd name="connsiteY19" fmla="*/ 415509 h 794189"/>
                  <a:gd name="connsiteX20" fmla="*/ 283032 w 434417"/>
                  <a:gd name="connsiteY20" fmla="*/ 466309 h 794189"/>
                  <a:gd name="connsiteX21" fmla="*/ 276682 w 434417"/>
                  <a:gd name="connsiteY21" fmla="*/ 494884 h 794189"/>
                  <a:gd name="connsiteX22" fmla="*/ 365582 w 434417"/>
                  <a:gd name="connsiteY22" fmla="*/ 567909 h 794189"/>
                  <a:gd name="connsiteX23" fmla="*/ 413207 w 434417"/>
                  <a:gd name="connsiteY23" fmla="*/ 771109 h 794189"/>
                  <a:gd name="connsiteX24" fmla="*/ 25857 w 434417"/>
                  <a:gd name="connsiteY24" fmla="*/ 771109 h 794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4417" h="794189">
                    <a:moveTo>
                      <a:pt x="25857" y="771109"/>
                    </a:moveTo>
                    <a:cubicBezTo>
                      <a:pt x="-30764" y="743592"/>
                      <a:pt x="53903" y="643051"/>
                      <a:pt x="73482" y="606009"/>
                    </a:cubicBezTo>
                    <a:cubicBezTo>
                      <a:pt x="93061" y="568967"/>
                      <a:pt x="130103" y="567380"/>
                      <a:pt x="143332" y="548859"/>
                    </a:cubicBezTo>
                    <a:cubicBezTo>
                      <a:pt x="156561" y="530338"/>
                      <a:pt x="163440" y="515521"/>
                      <a:pt x="152857" y="494884"/>
                    </a:cubicBezTo>
                    <a:cubicBezTo>
                      <a:pt x="142274" y="474246"/>
                      <a:pt x="95178" y="448846"/>
                      <a:pt x="79832" y="425034"/>
                    </a:cubicBezTo>
                    <a:cubicBezTo>
                      <a:pt x="64486" y="401222"/>
                      <a:pt x="68720" y="375292"/>
                      <a:pt x="60782" y="352009"/>
                    </a:cubicBezTo>
                    <a:cubicBezTo>
                      <a:pt x="52845" y="328726"/>
                      <a:pt x="36440" y="306501"/>
                      <a:pt x="32207" y="285334"/>
                    </a:cubicBezTo>
                    <a:cubicBezTo>
                      <a:pt x="27974" y="264167"/>
                      <a:pt x="34853" y="241413"/>
                      <a:pt x="35382" y="225009"/>
                    </a:cubicBezTo>
                    <a:cubicBezTo>
                      <a:pt x="35911" y="208605"/>
                      <a:pt x="41203" y="209663"/>
                      <a:pt x="35382" y="186909"/>
                    </a:cubicBezTo>
                    <a:cubicBezTo>
                      <a:pt x="29561" y="164155"/>
                      <a:pt x="-4305" y="117059"/>
                      <a:pt x="457" y="88484"/>
                    </a:cubicBezTo>
                    <a:cubicBezTo>
                      <a:pt x="5219" y="59909"/>
                      <a:pt x="35382" y="29746"/>
                      <a:pt x="63957" y="15459"/>
                    </a:cubicBezTo>
                    <a:cubicBezTo>
                      <a:pt x="92532" y="1172"/>
                      <a:pt x="129045" y="-3591"/>
                      <a:pt x="171907" y="2759"/>
                    </a:cubicBezTo>
                    <a:cubicBezTo>
                      <a:pt x="214769" y="9109"/>
                      <a:pt x="279857" y="26572"/>
                      <a:pt x="321132" y="53559"/>
                    </a:cubicBezTo>
                    <a:cubicBezTo>
                      <a:pt x="362407" y="80546"/>
                      <a:pt x="413736" y="139284"/>
                      <a:pt x="419557" y="164684"/>
                    </a:cubicBezTo>
                    <a:cubicBezTo>
                      <a:pt x="425378" y="190084"/>
                      <a:pt x="365582" y="195376"/>
                      <a:pt x="356057" y="205959"/>
                    </a:cubicBezTo>
                    <a:cubicBezTo>
                      <a:pt x="346532" y="216542"/>
                      <a:pt x="357645" y="223422"/>
                      <a:pt x="362407" y="228184"/>
                    </a:cubicBezTo>
                    <a:cubicBezTo>
                      <a:pt x="367169" y="232946"/>
                      <a:pt x="381457" y="216542"/>
                      <a:pt x="384632" y="234534"/>
                    </a:cubicBezTo>
                    <a:cubicBezTo>
                      <a:pt x="387807" y="252526"/>
                      <a:pt x="387807" y="316026"/>
                      <a:pt x="381457" y="336134"/>
                    </a:cubicBezTo>
                    <a:cubicBezTo>
                      <a:pt x="375107" y="356242"/>
                      <a:pt x="351294" y="341955"/>
                      <a:pt x="346532" y="355184"/>
                    </a:cubicBezTo>
                    <a:cubicBezTo>
                      <a:pt x="341770" y="368413"/>
                      <a:pt x="363465" y="396988"/>
                      <a:pt x="352882" y="415509"/>
                    </a:cubicBezTo>
                    <a:cubicBezTo>
                      <a:pt x="342299" y="434030"/>
                      <a:pt x="295732" y="453080"/>
                      <a:pt x="283032" y="466309"/>
                    </a:cubicBezTo>
                    <a:cubicBezTo>
                      <a:pt x="270332" y="479538"/>
                      <a:pt x="262924" y="477951"/>
                      <a:pt x="276682" y="494884"/>
                    </a:cubicBezTo>
                    <a:cubicBezTo>
                      <a:pt x="290440" y="511817"/>
                      <a:pt x="342828" y="521872"/>
                      <a:pt x="365582" y="567909"/>
                    </a:cubicBezTo>
                    <a:cubicBezTo>
                      <a:pt x="388336" y="613946"/>
                      <a:pt x="473532" y="737242"/>
                      <a:pt x="413207" y="771109"/>
                    </a:cubicBezTo>
                    <a:cubicBezTo>
                      <a:pt x="352882" y="804976"/>
                      <a:pt x="82478" y="798626"/>
                      <a:pt x="25857" y="771109"/>
                    </a:cubicBezTo>
                    <a:close/>
                  </a:path>
                </a:pathLst>
              </a:custGeom>
              <a:solidFill>
                <a:srgbClr val="FC8F0C">
                  <a:alpha val="50196"/>
                </a:srgbClr>
              </a:solidFill>
              <a:ln>
                <a:solidFill>
                  <a:srgbClr val="FC8F0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079" name="ZoneTexte 2078">
              <a:extLst>
                <a:ext uri="{FF2B5EF4-FFF2-40B4-BE49-F238E27FC236}">
                  <a16:creationId xmlns:a16="http://schemas.microsoft.com/office/drawing/2014/main" id="{CB0F09BD-539A-351D-6368-64E18079146A}"/>
                </a:ext>
              </a:extLst>
            </p:cNvPr>
            <p:cNvSpPr txBox="1"/>
            <p:nvPr/>
          </p:nvSpPr>
          <p:spPr>
            <a:xfrm>
              <a:off x="8045173" y="1301875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C8F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</p:grpSp>
      <p:grpSp>
        <p:nvGrpSpPr>
          <p:cNvPr id="2085" name="Groupe 2084">
            <a:extLst>
              <a:ext uri="{FF2B5EF4-FFF2-40B4-BE49-F238E27FC236}">
                <a16:creationId xmlns:a16="http://schemas.microsoft.com/office/drawing/2014/main" id="{4E399A4B-8BED-231B-ED13-D5DD7B0E3F21}"/>
              </a:ext>
            </a:extLst>
          </p:cNvPr>
          <p:cNvGrpSpPr/>
          <p:nvPr/>
        </p:nvGrpSpPr>
        <p:grpSpPr>
          <a:xfrm>
            <a:off x="5956712" y="2657589"/>
            <a:ext cx="307664" cy="494120"/>
            <a:chOff x="8715520" y="1301961"/>
            <a:chExt cx="522448" cy="839073"/>
          </a:xfrm>
        </p:grpSpPr>
        <p:grpSp>
          <p:nvGrpSpPr>
            <p:cNvPr id="2072" name="Groupe 2071">
              <a:extLst>
                <a:ext uri="{FF2B5EF4-FFF2-40B4-BE49-F238E27FC236}">
                  <a16:creationId xmlns:a16="http://schemas.microsoft.com/office/drawing/2014/main" id="{091EC889-310B-B9CA-97F6-98C1C8D22429}"/>
                </a:ext>
              </a:extLst>
            </p:cNvPr>
            <p:cNvGrpSpPr/>
            <p:nvPr/>
          </p:nvGrpSpPr>
          <p:grpSpPr>
            <a:xfrm>
              <a:off x="8715520" y="1302671"/>
              <a:ext cx="522448" cy="838363"/>
              <a:chOff x="8184757" y="1322432"/>
              <a:chExt cx="522448" cy="838363"/>
            </a:xfrm>
          </p:grpSpPr>
          <p:pic>
            <p:nvPicPr>
              <p:cNvPr id="2049" name="Picture 10" descr="Jeune, caucasien, femelle, autobus scolaire | Vecteur Premium">
                <a:extLst>
                  <a:ext uri="{FF2B5EF4-FFF2-40B4-BE49-F238E27FC236}">
                    <a16:creationId xmlns:a16="http://schemas.microsoft.com/office/drawing/2014/main" id="{735D68F0-7DF3-8E1C-53E2-D54676FDCA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ackgroundRemoval t="10000" b="90000" l="10000" r="90000">
                            <a14:backgroundMark x1="53355" y1="16773" x2="50160" y2="81949"/>
                            <a14:backgroundMark x1="50160" y1="81949" x2="50639" y2="82588"/>
                            <a14:backgroundMark x1="57348" y1="29553" x2="57348" y2="30032"/>
                            <a14:backgroundMark x1="57029" y1="37859" x2="57029" y2="38339"/>
                            <a14:backgroundMark x1="42013" y1="5112" x2="40256" y2="79073"/>
                            <a14:backgroundMark x1="54473" y1="34665" x2="61821" y2="66134"/>
                            <a14:backgroundMark x1="55591" y1="70447" x2="52875" y2="86581"/>
                            <a14:backgroundMark x1="56390" y1="60224" x2="63099" y2="77316"/>
                            <a14:backgroundMark x1="59744" y1="69968" x2="83387" y2="71246"/>
                            <a14:backgroundMark x1="52396" y1="51597" x2="52396" y2="51597"/>
                            <a14:backgroundMark x1="42173" y1="14377" x2="33067" y2="73642"/>
                            <a14:backgroundMark x1="57188" y1="25080" x2="57827" y2="30831"/>
                            <a14:backgroundMark x1="58626" y1="37540" x2="60383" y2="41693"/>
                            <a14:backgroundMark x1="33866" y1="19968" x2="29872" y2="59585"/>
                            <a14:backgroundMark x1="78594" y1="44409" x2="78594" y2="44409"/>
                            <a14:backgroundMark x1="79553" y1="44569" x2="79553" y2="44569"/>
                            <a14:backgroundMark x1="76198" y1="44888" x2="76198" y2="44888"/>
                            <a14:backgroundMark x1="75879" y1="44888" x2="75879" y2="44888"/>
                            <a14:backgroundMark x1="75879" y1="44888" x2="78754" y2="46805"/>
                            <a14:backgroundMark x1="80032" y1="49042" x2="78754" y2="47444"/>
                            <a14:backgroundMark x1="78115" y1="43930" x2="79872" y2="40575"/>
                            <a14:backgroundMark x1="75719" y1="44728" x2="75719" y2="44728"/>
                            <a14:backgroundMark x1="75559" y1="44728" x2="75559" y2="44728"/>
                            <a14:backgroundMark x1="58147" y1="31949" x2="58147" y2="31949"/>
                            <a14:backgroundMark x1="61022" y1="51597" x2="61022" y2="51597"/>
                            <a14:backgroundMark x1="62780" y1="51917" x2="62780" y2="51917"/>
                            <a14:backgroundMark x1="62780" y1="51118" x2="62780" y2="5111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056" t="10201" r="9962" b="33583"/>
              <a:stretch/>
            </p:blipFill>
            <p:spPr bwMode="auto">
              <a:xfrm>
                <a:off x="8184757" y="1322432"/>
                <a:ext cx="522448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71" name="Forme libre : forme 2070">
                <a:extLst>
                  <a:ext uri="{FF2B5EF4-FFF2-40B4-BE49-F238E27FC236}">
                    <a16:creationId xmlns:a16="http://schemas.microsoft.com/office/drawing/2014/main" id="{1536338A-C17F-2E37-C804-E1E9B9628072}"/>
                  </a:ext>
                </a:extLst>
              </p:cNvPr>
              <p:cNvSpPr/>
              <p:nvPr/>
            </p:nvSpPr>
            <p:spPr>
              <a:xfrm>
                <a:off x="8246047" y="1349635"/>
                <a:ext cx="421861" cy="811160"/>
              </a:xfrm>
              <a:custGeom>
                <a:avLst/>
                <a:gdLst>
                  <a:gd name="connsiteX0" fmla="*/ 54991 w 421861"/>
                  <a:gd name="connsiteY0" fmla="*/ 788728 h 811160"/>
                  <a:gd name="connsiteX1" fmla="*/ 71659 w 421861"/>
                  <a:gd name="connsiteY1" fmla="*/ 562509 h 811160"/>
                  <a:gd name="connsiteX2" fmla="*/ 121666 w 421861"/>
                  <a:gd name="connsiteY2" fmla="*/ 538696 h 811160"/>
                  <a:gd name="connsiteX3" fmla="*/ 131191 w 421861"/>
                  <a:gd name="connsiteY3" fmla="*/ 479165 h 811160"/>
                  <a:gd name="connsiteX4" fmla="*/ 71659 w 421861"/>
                  <a:gd name="connsiteY4" fmla="*/ 410109 h 811160"/>
                  <a:gd name="connsiteX5" fmla="*/ 62134 w 421861"/>
                  <a:gd name="connsiteY5" fmla="*/ 341053 h 811160"/>
                  <a:gd name="connsiteX6" fmla="*/ 12128 w 421861"/>
                  <a:gd name="connsiteY6" fmla="*/ 279140 h 811160"/>
                  <a:gd name="connsiteX7" fmla="*/ 12128 w 421861"/>
                  <a:gd name="connsiteY7" fmla="*/ 171984 h 811160"/>
                  <a:gd name="connsiteX8" fmla="*/ 222 w 421861"/>
                  <a:gd name="connsiteY8" fmla="*/ 86259 h 811160"/>
                  <a:gd name="connsiteX9" fmla="*/ 24034 w 421861"/>
                  <a:gd name="connsiteY9" fmla="*/ 33871 h 811160"/>
                  <a:gd name="connsiteX10" fmla="*/ 83566 w 421861"/>
                  <a:gd name="connsiteY10" fmla="*/ 534 h 811160"/>
                  <a:gd name="connsiteX11" fmla="*/ 338359 w 421861"/>
                  <a:gd name="connsiteY11" fmla="*/ 60065 h 811160"/>
                  <a:gd name="connsiteX12" fmla="*/ 421703 w 421861"/>
                  <a:gd name="connsiteY12" fmla="*/ 176746 h 811160"/>
                  <a:gd name="connsiteX13" fmla="*/ 359791 w 421861"/>
                  <a:gd name="connsiteY13" fmla="*/ 205321 h 811160"/>
                  <a:gd name="connsiteX14" fmla="*/ 376459 w 421861"/>
                  <a:gd name="connsiteY14" fmla="*/ 210084 h 811160"/>
                  <a:gd name="connsiteX15" fmla="*/ 369316 w 421861"/>
                  <a:gd name="connsiteY15" fmla="*/ 271996 h 811160"/>
                  <a:gd name="connsiteX16" fmla="*/ 364553 w 421861"/>
                  <a:gd name="connsiteY16" fmla="*/ 379153 h 811160"/>
                  <a:gd name="connsiteX17" fmla="*/ 316928 w 421861"/>
                  <a:gd name="connsiteY17" fmla="*/ 362484 h 811160"/>
                  <a:gd name="connsiteX18" fmla="*/ 305022 w 421861"/>
                  <a:gd name="connsiteY18" fmla="*/ 414871 h 811160"/>
                  <a:gd name="connsiteX19" fmla="*/ 250253 w 421861"/>
                  <a:gd name="connsiteY19" fmla="*/ 467259 h 811160"/>
                  <a:gd name="connsiteX20" fmla="*/ 269303 w 421861"/>
                  <a:gd name="connsiteY20" fmla="*/ 495834 h 811160"/>
                  <a:gd name="connsiteX21" fmla="*/ 359791 w 421861"/>
                  <a:gd name="connsiteY21" fmla="*/ 593465 h 811160"/>
                  <a:gd name="connsiteX22" fmla="*/ 405034 w 421861"/>
                  <a:gd name="connsiteY22" fmla="*/ 679190 h 811160"/>
                  <a:gd name="connsiteX23" fmla="*/ 343122 w 421861"/>
                  <a:gd name="connsiteY23" fmla="*/ 791109 h 811160"/>
                  <a:gd name="connsiteX24" fmla="*/ 54991 w 421861"/>
                  <a:gd name="connsiteY24" fmla="*/ 788728 h 81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21861" h="811160">
                    <a:moveTo>
                      <a:pt x="54991" y="788728"/>
                    </a:moveTo>
                    <a:cubicBezTo>
                      <a:pt x="9747" y="750628"/>
                      <a:pt x="60547" y="604181"/>
                      <a:pt x="71659" y="562509"/>
                    </a:cubicBezTo>
                    <a:cubicBezTo>
                      <a:pt x="82771" y="520837"/>
                      <a:pt x="111744" y="552587"/>
                      <a:pt x="121666" y="538696"/>
                    </a:cubicBezTo>
                    <a:cubicBezTo>
                      <a:pt x="131588" y="524805"/>
                      <a:pt x="139526" y="500596"/>
                      <a:pt x="131191" y="479165"/>
                    </a:cubicBezTo>
                    <a:cubicBezTo>
                      <a:pt x="122856" y="457734"/>
                      <a:pt x="83169" y="433128"/>
                      <a:pt x="71659" y="410109"/>
                    </a:cubicBezTo>
                    <a:cubicBezTo>
                      <a:pt x="60150" y="387090"/>
                      <a:pt x="72056" y="362881"/>
                      <a:pt x="62134" y="341053"/>
                    </a:cubicBezTo>
                    <a:cubicBezTo>
                      <a:pt x="52212" y="319225"/>
                      <a:pt x="20462" y="307318"/>
                      <a:pt x="12128" y="279140"/>
                    </a:cubicBezTo>
                    <a:cubicBezTo>
                      <a:pt x="3794" y="250962"/>
                      <a:pt x="14112" y="204131"/>
                      <a:pt x="12128" y="171984"/>
                    </a:cubicBezTo>
                    <a:cubicBezTo>
                      <a:pt x="10144" y="139837"/>
                      <a:pt x="-1762" y="109278"/>
                      <a:pt x="222" y="86259"/>
                    </a:cubicBezTo>
                    <a:cubicBezTo>
                      <a:pt x="2206" y="63240"/>
                      <a:pt x="10143" y="48158"/>
                      <a:pt x="24034" y="33871"/>
                    </a:cubicBezTo>
                    <a:cubicBezTo>
                      <a:pt x="37925" y="19583"/>
                      <a:pt x="31179" y="-3832"/>
                      <a:pt x="83566" y="534"/>
                    </a:cubicBezTo>
                    <a:cubicBezTo>
                      <a:pt x="135953" y="4900"/>
                      <a:pt x="282003" y="30696"/>
                      <a:pt x="338359" y="60065"/>
                    </a:cubicBezTo>
                    <a:cubicBezTo>
                      <a:pt x="394715" y="89434"/>
                      <a:pt x="418131" y="152537"/>
                      <a:pt x="421703" y="176746"/>
                    </a:cubicBezTo>
                    <a:cubicBezTo>
                      <a:pt x="425275" y="200955"/>
                      <a:pt x="367332" y="199765"/>
                      <a:pt x="359791" y="205321"/>
                    </a:cubicBezTo>
                    <a:cubicBezTo>
                      <a:pt x="352250" y="210877"/>
                      <a:pt x="374872" y="198972"/>
                      <a:pt x="376459" y="210084"/>
                    </a:cubicBezTo>
                    <a:cubicBezTo>
                      <a:pt x="378046" y="221196"/>
                      <a:pt x="371300" y="243818"/>
                      <a:pt x="369316" y="271996"/>
                    </a:cubicBezTo>
                    <a:cubicBezTo>
                      <a:pt x="367332" y="300174"/>
                      <a:pt x="373284" y="364072"/>
                      <a:pt x="364553" y="379153"/>
                    </a:cubicBezTo>
                    <a:cubicBezTo>
                      <a:pt x="355822" y="394234"/>
                      <a:pt x="326850" y="356531"/>
                      <a:pt x="316928" y="362484"/>
                    </a:cubicBezTo>
                    <a:cubicBezTo>
                      <a:pt x="307006" y="368437"/>
                      <a:pt x="316134" y="397409"/>
                      <a:pt x="305022" y="414871"/>
                    </a:cubicBezTo>
                    <a:cubicBezTo>
                      <a:pt x="293910" y="432333"/>
                      <a:pt x="256206" y="453765"/>
                      <a:pt x="250253" y="467259"/>
                    </a:cubicBezTo>
                    <a:cubicBezTo>
                      <a:pt x="244300" y="480753"/>
                      <a:pt x="251047" y="474800"/>
                      <a:pt x="269303" y="495834"/>
                    </a:cubicBezTo>
                    <a:cubicBezTo>
                      <a:pt x="287559" y="516868"/>
                      <a:pt x="337169" y="562906"/>
                      <a:pt x="359791" y="593465"/>
                    </a:cubicBezTo>
                    <a:cubicBezTo>
                      <a:pt x="382413" y="624024"/>
                      <a:pt x="407812" y="646250"/>
                      <a:pt x="405034" y="679190"/>
                    </a:cubicBezTo>
                    <a:cubicBezTo>
                      <a:pt x="402256" y="712130"/>
                      <a:pt x="397891" y="773647"/>
                      <a:pt x="343122" y="791109"/>
                    </a:cubicBezTo>
                    <a:cubicBezTo>
                      <a:pt x="288353" y="808571"/>
                      <a:pt x="100235" y="826828"/>
                      <a:pt x="54991" y="788728"/>
                    </a:cubicBezTo>
                    <a:close/>
                  </a:path>
                </a:pathLst>
              </a:custGeom>
              <a:solidFill>
                <a:srgbClr val="7030A0">
                  <a:alpha val="50196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080" name="ZoneTexte 2079">
              <a:extLst>
                <a:ext uri="{FF2B5EF4-FFF2-40B4-BE49-F238E27FC236}">
                  <a16:creationId xmlns:a16="http://schemas.microsoft.com/office/drawing/2014/main" id="{F632B0AF-F883-8E56-4FEA-3C7DDFDFC4D0}"/>
                </a:ext>
              </a:extLst>
            </p:cNvPr>
            <p:cNvSpPr txBox="1"/>
            <p:nvPr/>
          </p:nvSpPr>
          <p:spPr>
            <a:xfrm>
              <a:off x="8780104" y="1301961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</a:p>
          </p:txBody>
        </p:sp>
      </p:grpSp>
      <p:pic>
        <p:nvPicPr>
          <p:cNvPr id="2065" name="Graphique 2064" descr="Outils avec un remplissage uni">
            <a:extLst>
              <a:ext uri="{FF2B5EF4-FFF2-40B4-BE49-F238E27FC236}">
                <a16:creationId xmlns:a16="http://schemas.microsoft.com/office/drawing/2014/main" id="{34293231-B525-CFAF-5197-F7AE8EEAF53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70766" y="2034356"/>
            <a:ext cx="995311" cy="995311"/>
          </a:xfrm>
          <a:prstGeom prst="rect">
            <a:avLst/>
          </a:prstGeom>
        </p:spPr>
      </p:pic>
      <p:sp>
        <p:nvSpPr>
          <p:cNvPr id="2067" name="ZoneTexte 2066">
            <a:extLst>
              <a:ext uri="{FF2B5EF4-FFF2-40B4-BE49-F238E27FC236}">
                <a16:creationId xmlns:a16="http://schemas.microsoft.com/office/drawing/2014/main" id="{C2E33A1D-168F-3810-F714-106EBA86CFBE}"/>
              </a:ext>
            </a:extLst>
          </p:cNvPr>
          <p:cNvSpPr txBox="1"/>
          <p:nvPr/>
        </p:nvSpPr>
        <p:spPr>
          <a:xfrm>
            <a:off x="8272467" y="1772698"/>
            <a:ext cx="37098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chemeClr val="tx2"/>
                </a:solidFill>
              </a:rPr>
              <a:t>Divers entretiens :</a:t>
            </a:r>
          </a:p>
          <a:p>
            <a:r>
              <a:rPr lang="fr-FR" b="1" i="1" dirty="0">
                <a:solidFill>
                  <a:schemeClr val="accent2"/>
                </a:solidFill>
              </a:rPr>
              <a:t>Mé</a:t>
            </a:r>
            <a:r>
              <a:rPr lang="fr-FR" sz="1800" b="1" i="1" dirty="0">
                <a:solidFill>
                  <a:schemeClr val="accent2"/>
                </a:solidFill>
              </a:rPr>
              <a:t>canique</a:t>
            </a:r>
            <a:endParaRPr lang="fr-FR" b="1" i="1" dirty="0">
              <a:solidFill>
                <a:schemeClr val="accent2"/>
              </a:solidFill>
            </a:endParaRPr>
          </a:p>
          <a:p>
            <a:r>
              <a:rPr lang="fr-FR" b="1" i="1" dirty="0">
                <a:solidFill>
                  <a:schemeClr val="accent2"/>
                </a:solidFill>
              </a:rPr>
              <a:t>E</a:t>
            </a:r>
            <a:r>
              <a:rPr lang="fr-FR" sz="1800" b="1" i="1" dirty="0">
                <a:solidFill>
                  <a:schemeClr val="accent2"/>
                </a:solidFill>
              </a:rPr>
              <a:t>ntretien préventif</a:t>
            </a:r>
          </a:p>
          <a:p>
            <a:r>
              <a:rPr lang="fr-FR" sz="1800" b="1" i="1" dirty="0">
                <a:solidFill>
                  <a:schemeClr val="accent2"/>
                </a:solidFill>
              </a:rPr>
              <a:t>Ménage</a:t>
            </a:r>
            <a:endParaRPr lang="fr-FR" b="1" i="1" dirty="0">
              <a:solidFill>
                <a:schemeClr val="accent2"/>
              </a:solidFill>
            </a:endParaRPr>
          </a:p>
          <a:p>
            <a:r>
              <a:rPr lang="fr-FR" b="1" i="1" dirty="0">
                <a:solidFill>
                  <a:schemeClr val="accent2"/>
                </a:solidFill>
              </a:rPr>
              <a:t>E</a:t>
            </a:r>
            <a:r>
              <a:rPr lang="fr-FR" sz="1800" b="1" i="1" dirty="0">
                <a:solidFill>
                  <a:schemeClr val="accent2"/>
                </a:solidFill>
              </a:rPr>
              <a:t>xercices sécurité</a:t>
            </a:r>
          </a:p>
          <a:p>
            <a:endParaRPr lang="fr-FR" b="1" i="1" dirty="0">
              <a:solidFill>
                <a:schemeClr val="tx2"/>
              </a:solidFill>
            </a:endParaRP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2EDB16EE-1D57-C1AC-6FE0-D0B4062B261A}"/>
              </a:ext>
            </a:extLst>
          </p:cNvPr>
          <p:cNvGrpSpPr/>
          <p:nvPr/>
        </p:nvGrpSpPr>
        <p:grpSpPr>
          <a:xfrm>
            <a:off x="11918273" y="372904"/>
            <a:ext cx="255230" cy="406122"/>
            <a:chOff x="5633373" y="1227577"/>
            <a:chExt cx="575763" cy="898368"/>
          </a:xfrm>
        </p:grpSpPr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9130A167-7C27-9F8D-7BC1-632FC40C9FFD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55" name="Image 54">
                <a:extLst>
                  <a:ext uri="{FF2B5EF4-FFF2-40B4-BE49-F238E27FC236}">
                    <a16:creationId xmlns:a16="http://schemas.microsoft.com/office/drawing/2014/main" id="{BFA58C99-3D76-9531-ABD2-DF61E7B0BE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62" name="Forme libre : forme 61">
                <a:extLst>
                  <a:ext uri="{FF2B5EF4-FFF2-40B4-BE49-F238E27FC236}">
                    <a16:creationId xmlns:a16="http://schemas.microsoft.com/office/drawing/2014/main" id="{4F9BF2CA-3C54-3503-FF7D-7AFB128A7C95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FED45390-D1F7-F5AA-F8C2-18E28025CBEA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2050" name="Groupe 2049">
            <a:extLst>
              <a:ext uri="{FF2B5EF4-FFF2-40B4-BE49-F238E27FC236}">
                <a16:creationId xmlns:a16="http://schemas.microsoft.com/office/drawing/2014/main" id="{F05FA087-9741-B92E-2148-1D89D614CC75}"/>
              </a:ext>
            </a:extLst>
          </p:cNvPr>
          <p:cNvGrpSpPr/>
          <p:nvPr/>
        </p:nvGrpSpPr>
        <p:grpSpPr>
          <a:xfrm>
            <a:off x="11903820" y="782552"/>
            <a:ext cx="255230" cy="406122"/>
            <a:chOff x="5633373" y="1227577"/>
            <a:chExt cx="575763" cy="898368"/>
          </a:xfrm>
        </p:grpSpPr>
        <p:grpSp>
          <p:nvGrpSpPr>
            <p:cNvPr id="2051" name="Groupe 2050">
              <a:extLst>
                <a:ext uri="{FF2B5EF4-FFF2-40B4-BE49-F238E27FC236}">
                  <a16:creationId xmlns:a16="http://schemas.microsoft.com/office/drawing/2014/main" id="{60D044D7-D836-0E35-6D17-3DC187749031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2053" name="Image 2052">
                <a:extLst>
                  <a:ext uri="{FF2B5EF4-FFF2-40B4-BE49-F238E27FC236}">
                    <a16:creationId xmlns:a16="http://schemas.microsoft.com/office/drawing/2014/main" id="{C861D8C1-C341-26A2-30C5-6ECB4FB792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2054" name="Forme libre : forme 2053">
                <a:extLst>
                  <a:ext uri="{FF2B5EF4-FFF2-40B4-BE49-F238E27FC236}">
                    <a16:creationId xmlns:a16="http://schemas.microsoft.com/office/drawing/2014/main" id="{5AB2733E-9562-B801-21B5-6426E8844DD9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2052" name="ZoneTexte 2051">
              <a:extLst>
                <a:ext uri="{FF2B5EF4-FFF2-40B4-BE49-F238E27FC236}">
                  <a16:creationId xmlns:a16="http://schemas.microsoft.com/office/drawing/2014/main" id="{85B6FD4F-19E6-1CE1-FD99-EBF497B6CA46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sp>
        <p:nvSpPr>
          <p:cNvPr id="2055" name="ZoneTexte 2054">
            <a:extLst>
              <a:ext uri="{FF2B5EF4-FFF2-40B4-BE49-F238E27FC236}">
                <a16:creationId xmlns:a16="http://schemas.microsoft.com/office/drawing/2014/main" id="{E11B4913-FCA8-93FF-717D-3EBD5FD989BC}"/>
              </a:ext>
            </a:extLst>
          </p:cNvPr>
          <p:cNvSpPr txBox="1"/>
          <p:nvPr/>
        </p:nvSpPr>
        <p:spPr>
          <a:xfrm>
            <a:off x="2311905" y="533667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2056" name="ZoneTexte 2055">
            <a:extLst>
              <a:ext uri="{FF2B5EF4-FFF2-40B4-BE49-F238E27FC236}">
                <a16:creationId xmlns:a16="http://schemas.microsoft.com/office/drawing/2014/main" id="{A6433A4A-8577-E144-9419-5ED5C43A4276}"/>
              </a:ext>
            </a:extLst>
          </p:cNvPr>
          <p:cNvSpPr txBox="1"/>
          <p:nvPr/>
        </p:nvSpPr>
        <p:spPr>
          <a:xfrm>
            <a:off x="2560370" y="977135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grpSp>
        <p:nvGrpSpPr>
          <p:cNvPr id="2057" name="Groupe 2056">
            <a:extLst>
              <a:ext uri="{FF2B5EF4-FFF2-40B4-BE49-F238E27FC236}">
                <a16:creationId xmlns:a16="http://schemas.microsoft.com/office/drawing/2014/main" id="{CCD89115-3BB5-2EDF-93BB-C2E574639D80}"/>
              </a:ext>
            </a:extLst>
          </p:cNvPr>
          <p:cNvGrpSpPr/>
          <p:nvPr/>
        </p:nvGrpSpPr>
        <p:grpSpPr>
          <a:xfrm>
            <a:off x="2418526" y="372631"/>
            <a:ext cx="278415" cy="410049"/>
            <a:chOff x="4693615" y="1216747"/>
            <a:chExt cx="628062" cy="907054"/>
          </a:xfrm>
        </p:grpSpPr>
        <p:grpSp>
          <p:nvGrpSpPr>
            <p:cNvPr id="2058" name="Groupe 2057">
              <a:extLst>
                <a:ext uri="{FF2B5EF4-FFF2-40B4-BE49-F238E27FC236}">
                  <a16:creationId xmlns:a16="http://schemas.microsoft.com/office/drawing/2014/main" id="{B32E055C-314D-F90C-4D1A-18B2984CE7C2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2060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DF2E7F52-1E93-FDB4-EEBA-9A550FC8C7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61" name="Forme libre : forme 2060">
                <a:extLst>
                  <a:ext uri="{FF2B5EF4-FFF2-40B4-BE49-F238E27FC236}">
                    <a16:creationId xmlns:a16="http://schemas.microsoft.com/office/drawing/2014/main" id="{7083C3F6-AEB9-74EF-DD69-BE098C27ACF7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2059" name="ZoneTexte 2058">
              <a:extLst>
                <a:ext uri="{FF2B5EF4-FFF2-40B4-BE49-F238E27FC236}">
                  <a16:creationId xmlns:a16="http://schemas.microsoft.com/office/drawing/2014/main" id="{201B5762-16EF-6786-86DD-610D400D12FF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2062" name="Groupe 2061">
            <a:extLst>
              <a:ext uri="{FF2B5EF4-FFF2-40B4-BE49-F238E27FC236}">
                <a16:creationId xmlns:a16="http://schemas.microsoft.com/office/drawing/2014/main" id="{DAB28174-4A80-EF72-5C89-C8DA09AFA96A}"/>
              </a:ext>
            </a:extLst>
          </p:cNvPr>
          <p:cNvGrpSpPr/>
          <p:nvPr/>
        </p:nvGrpSpPr>
        <p:grpSpPr>
          <a:xfrm>
            <a:off x="2422150" y="801430"/>
            <a:ext cx="278415" cy="410049"/>
            <a:chOff x="4693615" y="1216747"/>
            <a:chExt cx="628062" cy="907054"/>
          </a:xfrm>
        </p:grpSpPr>
        <p:grpSp>
          <p:nvGrpSpPr>
            <p:cNvPr id="2068" name="Groupe 2067">
              <a:extLst>
                <a:ext uri="{FF2B5EF4-FFF2-40B4-BE49-F238E27FC236}">
                  <a16:creationId xmlns:a16="http://schemas.microsoft.com/office/drawing/2014/main" id="{A774CFC9-4AB2-4AD6-998A-A45E2A4D8C31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2075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D9EC6A5C-11CA-1684-4714-812EC77688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76" name="Forme libre : forme 2075">
                <a:extLst>
                  <a:ext uri="{FF2B5EF4-FFF2-40B4-BE49-F238E27FC236}">
                    <a16:creationId xmlns:a16="http://schemas.microsoft.com/office/drawing/2014/main" id="{C8A021C5-6DBD-9C34-50C0-B484BC3A6137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2074" name="ZoneTexte 2073">
              <a:extLst>
                <a:ext uri="{FF2B5EF4-FFF2-40B4-BE49-F238E27FC236}">
                  <a16:creationId xmlns:a16="http://schemas.microsoft.com/office/drawing/2014/main" id="{752A123D-7397-812E-7E18-5336A9DCD523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cxnSp>
        <p:nvCxnSpPr>
          <p:cNvPr id="2081" name="Connecteur : en angle 2080">
            <a:extLst>
              <a:ext uri="{FF2B5EF4-FFF2-40B4-BE49-F238E27FC236}">
                <a16:creationId xmlns:a16="http://schemas.microsoft.com/office/drawing/2014/main" id="{41513B05-398F-4B41-9C65-30F653350E95}"/>
              </a:ext>
            </a:extLst>
          </p:cNvPr>
          <p:cNvCxnSpPr>
            <a:cxnSpLocks/>
          </p:cNvCxnSpPr>
          <p:nvPr/>
        </p:nvCxnSpPr>
        <p:spPr>
          <a:xfrm>
            <a:off x="3065013" y="638436"/>
            <a:ext cx="1326110" cy="343320"/>
          </a:xfrm>
          <a:prstGeom prst="bentConnector3">
            <a:avLst>
              <a:gd name="adj1" fmla="val 301114"/>
            </a:avLst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656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4524F-FF89-3F98-6545-A4DD98C8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21799BF3-03E4-1437-0856-81A324C88BEC}"/>
              </a:ext>
            </a:extLst>
          </p:cNvPr>
          <p:cNvSpPr/>
          <p:nvPr/>
        </p:nvSpPr>
        <p:spPr>
          <a:xfrm>
            <a:off x="2358706" y="352425"/>
            <a:ext cx="9833294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9AD7D6-30AA-F9DD-2B59-12CAAA21FD52}"/>
              </a:ext>
            </a:extLst>
          </p:cNvPr>
          <p:cNvSpPr/>
          <p:nvPr/>
        </p:nvSpPr>
        <p:spPr>
          <a:xfrm>
            <a:off x="1038224" y="0"/>
            <a:ext cx="13335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EFE147-800B-FD79-EE23-09C7CCF74C1A}"/>
              </a:ext>
            </a:extLst>
          </p:cNvPr>
          <p:cNvSpPr/>
          <p:nvPr/>
        </p:nvSpPr>
        <p:spPr>
          <a:xfrm>
            <a:off x="1085849" y="352425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Lundi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70FA9E-6C71-2FAC-AE5A-AD65194DCDB5}"/>
              </a:ext>
            </a:extLst>
          </p:cNvPr>
          <p:cNvSpPr/>
          <p:nvPr/>
        </p:nvSpPr>
        <p:spPr>
          <a:xfrm>
            <a:off x="1085849" y="1294289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Mardi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CB88B0-7127-B4E1-7CF4-D684C4694FB3}"/>
              </a:ext>
            </a:extLst>
          </p:cNvPr>
          <p:cNvSpPr/>
          <p:nvPr/>
        </p:nvSpPr>
        <p:spPr>
          <a:xfrm>
            <a:off x="2371724" y="0"/>
            <a:ext cx="9820275" cy="3524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09676A-1803-7348-2096-97C31FFF5B30}"/>
              </a:ext>
            </a:extLst>
          </p:cNvPr>
          <p:cNvSpPr/>
          <p:nvPr/>
        </p:nvSpPr>
        <p:spPr>
          <a:xfrm>
            <a:off x="3232625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Paris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D4189A-A8CB-2540-D0A7-2F140F88EE5C}"/>
              </a:ext>
            </a:extLst>
          </p:cNvPr>
          <p:cNvSpPr/>
          <p:nvPr/>
        </p:nvSpPr>
        <p:spPr>
          <a:xfrm>
            <a:off x="7008019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Lyon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124A52-0BA4-D355-9C75-C3C5C850B6D8}"/>
              </a:ext>
            </a:extLst>
          </p:cNvPr>
          <p:cNvSpPr/>
          <p:nvPr/>
        </p:nvSpPr>
        <p:spPr>
          <a:xfrm>
            <a:off x="10783413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Marseille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A7475F5B-BFE5-A745-5522-112B24B77B3E}"/>
              </a:ext>
            </a:extLst>
          </p:cNvPr>
          <p:cNvSpPr txBox="1"/>
          <p:nvPr/>
        </p:nvSpPr>
        <p:spPr>
          <a:xfrm>
            <a:off x="2311905" y="533667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4025DB92-F774-ED28-E033-927B2BB6B42B}"/>
              </a:ext>
            </a:extLst>
          </p:cNvPr>
          <p:cNvSpPr txBox="1"/>
          <p:nvPr/>
        </p:nvSpPr>
        <p:spPr>
          <a:xfrm>
            <a:off x="2560370" y="977135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E89D9BAA-7316-AA56-03A9-B6564E6F963C}"/>
              </a:ext>
            </a:extLst>
          </p:cNvPr>
          <p:cNvSpPr txBox="1"/>
          <p:nvPr/>
        </p:nvSpPr>
        <p:spPr>
          <a:xfrm>
            <a:off x="6815513" y="517493"/>
            <a:ext cx="1651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chemeClr val="accent2"/>
                </a:solidFill>
              </a:rPr>
              <a:t>12h15 | 10h40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ADD6950B-D60E-3C7C-5C9E-472A4285F6F8}"/>
              </a:ext>
            </a:extLst>
          </p:cNvPr>
          <p:cNvSpPr txBox="1"/>
          <p:nvPr/>
        </p:nvSpPr>
        <p:spPr>
          <a:xfrm>
            <a:off x="6835548" y="989900"/>
            <a:ext cx="1647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chemeClr val="accent2"/>
                </a:solidFill>
              </a:rPr>
              <a:t>13h15 | 12h30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B9D31E-D011-BDE9-0E1A-6F8676131907}"/>
              </a:ext>
            </a:extLst>
          </p:cNvPr>
          <p:cNvSpPr/>
          <p:nvPr/>
        </p:nvSpPr>
        <p:spPr>
          <a:xfrm>
            <a:off x="2364803" y="1244484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99F632-428C-9BE3-4C64-F3481CC849EB}"/>
              </a:ext>
            </a:extLst>
          </p:cNvPr>
          <p:cNvSpPr/>
          <p:nvPr/>
        </p:nvSpPr>
        <p:spPr>
          <a:xfrm>
            <a:off x="2365437" y="302435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E24B38-36A6-4299-5AEA-2E694502CDA4}"/>
              </a:ext>
            </a:extLst>
          </p:cNvPr>
          <p:cNvSpPr/>
          <p:nvPr/>
        </p:nvSpPr>
        <p:spPr>
          <a:xfrm>
            <a:off x="2365437" y="3916647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F100D8-DBBC-E8A5-E00B-4E4CE0D5FDB6}"/>
              </a:ext>
            </a:extLst>
          </p:cNvPr>
          <p:cNvSpPr/>
          <p:nvPr/>
        </p:nvSpPr>
        <p:spPr>
          <a:xfrm>
            <a:off x="2365437" y="4810271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6E01E5-6121-C4F0-9ADB-0F7F5FCE3DAF}"/>
              </a:ext>
            </a:extLst>
          </p:cNvPr>
          <p:cNvSpPr/>
          <p:nvPr/>
        </p:nvSpPr>
        <p:spPr>
          <a:xfrm>
            <a:off x="2365437" y="5702331"/>
            <a:ext cx="9823769" cy="1155670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46D7C27C-FF8B-EE6F-EBE2-5B817936984A}"/>
              </a:ext>
            </a:extLst>
          </p:cNvPr>
          <p:cNvCxnSpPr>
            <a:cxnSpLocks/>
          </p:cNvCxnSpPr>
          <p:nvPr/>
        </p:nvCxnSpPr>
        <p:spPr>
          <a:xfrm>
            <a:off x="3065013" y="638436"/>
            <a:ext cx="1326110" cy="343320"/>
          </a:xfrm>
          <a:prstGeom prst="bentConnector3">
            <a:avLst>
              <a:gd name="adj1" fmla="val 301114"/>
            </a:avLst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45EEB061-A1F3-9153-6B8A-28A543126EC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309940" y="638436"/>
            <a:ext cx="1044808" cy="344462"/>
          </a:xfrm>
          <a:prstGeom prst="bentConnector3">
            <a:avLst>
              <a:gd name="adj1" fmla="val 298740"/>
            </a:avLst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3" name="ZoneTexte 2082">
            <a:extLst>
              <a:ext uri="{FF2B5EF4-FFF2-40B4-BE49-F238E27FC236}">
                <a16:creationId xmlns:a16="http://schemas.microsoft.com/office/drawing/2014/main" id="{1F288D00-05E2-7337-437C-79E531566090}"/>
              </a:ext>
            </a:extLst>
          </p:cNvPr>
          <p:cNvSpPr txBox="1"/>
          <p:nvPr/>
        </p:nvSpPr>
        <p:spPr>
          <a:xfrm>
            <a:off x="6096000" y="1537440"/>
            <a:ext cx="2067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chemeClr val="tx2"/>
                </a:solidFill>
              </a:rPr>
              <a:t>Divers entretiens</a:t>
            </a:r>
          </a:p>
        </p:txBody>
      </p:sp>
      <p:pic>
        <p:nvPicPr>
          <p:cNvPr id="2085" name="Graphique 2084" descr="Outils avec un remplissage uni">
            <a:extLst>
              <a:ext uri="{FF2B5EF4-FFF2-40B4-BE49-F238E27FC236}">
                <a16:creationId xmlns:a16="http://schemas.microsoft.com/office/drawing/2014/main" id="{8C7414EA-0432-5DB6-39A3-BC944C8DD8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9061" y="1390235"/>
            <a:ext cx="651566" cy="6515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750067-5059-7832-2C04-29C90DDDB6F1}"/>
              </a:ext>
            </a:extLst>
          </p:cNvPr>
          <p:cNvSpPr/>
          <p:nvPr/>
        </p:nvSpPr>
        <p:spPr>
          <a:xfrm>
            <a:off x="2364802" y="2136543"/>
            <a:ext cx="9823769" cy="2672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001B5-EE5A-F7E4-B678-056144EC8B30}"/>
              </a:ext>
            </a:extLst>
          </p:cNvPr>
          <p:cNvSpPr/>
          <p:nvPr/>
        </p:nvSpPr>
        <p:spPr>
          <a:xfrm>
            <a:off x="2426678" y="2203233"/>
            <a:ext cx="1224000" cy="288000"/>
          </a:xfrm>
          <a:prstGeom prst="rect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Mercredi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64AC541E-0EDD-01D6-2721-B7669E3303E2}"/>
              </a:ext>
            </a:extLst>
          </p:cNvPr>
          <p:cNvGrpSpPr/>
          <p:nvPr/>
        </p:nvGrpSpPr>
        <p:grpSpPr>
          <a:xfrm>
            <a:off x="325916" y="4001382"/>
            <a:ext cx="364450" cy="532250"/>
            <a:chOff x="6389138" y="1222598"/>
            <a:chExt cx="618881" cy="903824"/>
          </a:xfrm>
        </p:grpSpPr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9F597241-D9B4-F5C6-7955-D1C07AB7C6ED}"/>
                </a:ext>
              </a:extLst>
            </p:cNvPr>
            <p:cNvGrpSpPr/>
            <p:nvPr/>
          </p:nvGrpSpPr>
          <p:grpSpPr>
            <a:xfrm>
              <a:off x="6389138" y="1222598"/>
              <a:ext cx="618881" cy="903824"/>
              <a:chOff x="6389138" y="1222598"/>
              <a:chExt cx="618881" cy="903824"/>
            </a:xfrm>
          </p:grpSpPr>
          <p:pic>
            <p:nvPicPr>
              <p:cNvPr id="22" name="Picture 6" descr="Illustration de chauffeur d'autobus scolaire. | Vecteur Premium">
                <a:extLst>
                  <a:ext uri="{FF2B5EF4-FFF2-40B4-BE49-F238E27FC236}">
                    <a16:creationId xmlns:a16="http://schemas.microsoft.com/office/drawing/2014/main" id="{0F1423C7-3F07-2011-08D7-3637BD6C55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>
                            <a14:foregroundMark x1="69169" y1="10064" x2="69169" y2="10064"/>
                            <a14:backgroundMark x1="50799" y1="13419" x2="42492" y2="96645"/>
                            <a14:backgroundMark x1="42492" y1="96645" x2="42492" y2="96645"/>
                            <a14:backgroundMark x1="55112" y1="11022" x2="54792" y2="77636"/>
                            <a14:backgroundMark x1="57188" y1="72684" x2="57188" y2="72684"/>
                            <a14:backgroundMark x1="57508" y1="72364" x2="59105" y2="81310"/>
                            <a14:backgroundMark x1="65176" y1="73003" x2="65815" y2="78275"/>
                            <a14:backgroundMark x1="65495" y1="68371" x2="66134" y2="69649"/>
                            <a14:backgroundMark x1="77476" y1="66613" x2="80831" y2="79073"/>
                            <a14:backgroundMark x1="77796" y1="70607" x2="77796" y2="84345"/>
                            <a14:backgroundMark x1="75879" y1="80671" x2="75879" y2="80671"/>
                            <a14:backgroundMark x1="74760" y1="76358" x2="75399" y2="81949"/>
                            <a14:backgroundMark x1="75080" y1="82268" x2="74441" y2="84026"/>
                            <a14:backgroundMark x1="74121" y1="83067" x2="74121" y2="77955"/>
                            <a14:backgroundMark x1="78115" y1="66933" x2="79553" y2="62620"/>
                            <a14:backgroundMark x1="79073" y1="59744" x2="79073" y2="59744"/>
                            <a14:backgroundMark x1="76837" y1="64058" x2="75559" y2="64058"/>
                            <a14:backgroundMark x1="75399" y1="49042" x2="75559" y2="53355"/>
                            <a14:backgroundMark x1="77476" y1="40735" x2="77476" y2="40735"/>
                            <a14:backgroundMark x1="83546" y1="35304" x2="82109" y2="43610"/>
                            <a14:backgroundMark x1="56550" y1="31949" x2="56550" y2="31949"/>
                            <a14:backgroundMark x1="58147" y1="32748" x2="58147" y2="32748"/>
                            <a14:backgroundMark x1="56869" y1="30351" x2="57508" y2="36741"/>
                            <a14:backgroundMark x1="57508" y1="30351" x2="58147" y2="31310"/>
                            <a14:backgroundMark x1="58147" y1="31310" x2="58147" y2="32588"/>
                            <a14:backgroundMark x1="58147" y1="32588" x2="58147" y2="32588"/>
                            <a14:backgroundMark x1="57827" y1="47604" x2="56070" y2="56390"/>
                            <a14:backgroundMark x1="58786" y1="48722" x2="60064" y2="54313"/>
                            <a14:backgroundMark x1="60064" y1="53994" x2="60064" y2="53994"/>
                            <a14:backgroundMark x1="60064" y1="50958" x2="61182" y2="50958"/>
                            <a14:backgroundMark x1="61182" y1="50958" x2="61182" y2="509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91" r="10388" b="44795"/>
              <a:stretch/>
            </p:blipFill>
            <p:spPr bwMode="auto">
              <a:xfrm>
                <a:off x="6389138" y="1222598"/>
                <a:ext cx="618881" cy="900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1" name="Forme libre : forme 30">
                <a:extLst>
                  <a:ext uri="{FF2B5EF4-FFF2-40B4-BE49-F238E27FC236}">
                    <a16:creationId xmlns:a16="http://schemas.microsoft.com/office/drawing/2014/main" id="{2287FF66-9E21-2D38-2CE1-3562368C7D8A}"/>
                  </a:ext>
                </a:extLst>
              </p:cNvPr>
              <p:cNvSpPr/>
              <p:nvPr/>
            </p:nvSpPr>
            <p:spPr>
              <a:xfrm>
                <a:off x="6459846" y="1340173"/>
                <a:ext cx="469806" cy="786249"/>
              </a:xfrm>
              <a:custGeom>
                <a:avLst/>
                <a:gdLst>
                  <a:gd name="connsiteX0" fmla="*/ 62142 w 469806"/>
                  <a:gd name="connsiteY0" fmla="*/ 780016 h 786249"/>
                  <a:gd name="connsiteX1" fmla="*/ 103417 w 469806"/>
                  <a:gd name="connsiteY1" fmla="*/ 694291 h 786249"/>
                  <a:gd name="connsiteX2" fmla="*/ 87542 w 469806"/>
                  <a:gd name="connsiteY2" fmla="*/ 624441 h 786249"/>
                  <a:gd name="connsiteX3" fmla="*/ 122467 w 469806"/>
                  <a:gd name="connsiteY3" fmla="*/ 513316 h 786249"/>
                  <a:gd name="connsiteX4" fmla="*/ 39917 w 469806"/>
                  <a:gd name="connsiteY4" fmla="*/ 487916 h 786249"/>
                  <a:gd name="connsiteX5" fmla="*/ 65317 w 469806"/>
                  <a:gd name="connsiteY5" fmla="*/ 237091 h 786249"/>
                  <a:gd name="connsiteX6" fmla="*/ 27217 w 469806"/>
                  <a:gd name="connsiteY6" fmla="*/ 198991 h 786249"/>
                  <a:gd name="connsiteX7" fmla="*/ 1817 w 469806"/>
                  <a:gd name="connsiteY7" fmla="*/ 62466 h 786249"/>
                  <a:gd name="connsiteX8" fmla="*/ 78017 w 469806"/>
                  <a:gd name="connsiteY8" fmla="*/ 2141 h 786249"/>
                  <a:gd name="connsiteX9" fmla="*/ 246292 w 469806"/>
                  <a:gd name="connsiteY9" fmla="*/ 21191 h 786249"/>
                  <a:gd name="connsiteX10" fmla="*/ 395517 w 469806"/>
                  <a:gd name="connsiteY10" fmla="*/ 94216 h 786249"/>
                  <a:gd name="connsiteX11" fmla="*/ 443142 w 469806"/>
                  <a:gd name="connsiteY11" fmla="*/ 173591 h 786249"/>
                  <a:gd name="connsiteX12" fmla="*/ 395517 w 469806"/>
                  <a:gd name="connsiteY12" fmla="*/ 214866 h 786249"/>
                  <a:gd name="connsiteX13" fmla="*/ 420917 w 469806"/>
                  <a:gd name="connsiteY13" fmla="*/ 303766 h 786249"/>
                  <a:gd name="connsiteX14" fmla="*/ 411392 w 469806"/>
                  <a:gd name="connsiteY14" fmla="*/ 484741 h 786249"/>
                  <a:gd name="connsiteX15" fmla="*/ 306617 w 469806"/>
                  <a:gd name="connsiteY15" fmla="*/ 526016 h 786249"/>
                  <a:gd name="connsiteX16" fmla="*/ 401867 w 469806"/>
                  <a:gd name="connsiteY16" fmla="*/ 605391 h 786249"/>
                  <a:gd name="connsiteX17" fmla="*/ 468542 w 469806"/>
                  <a:gd name="connsiteY17" fmla="*/ 716516 h 786249"/>
                  <a:gd name="connsiteX18" fmla="*/ 411392 w 469806"/>
                  <a:gd name="connsiteY18" fmla="*/ 773666 h 786249"/>
                  <a:gd name="connsiteX19" fmla="*/ 62142 w 469806"/>
                  <a:gd name="connsiteY19" fmla="*/ 780016 h 78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69806" h="786249">
                    <a:moveTo>
                      <a:pt x="62142" y="780016"/>
                    </a:moveTo>
                    <a:cubicBezTo>
                      <a:pt x="10813" y="766787"/>
                      <a:pt x="99184" y="720220"/>
                      <a:pt x="103417" y="694291"/>
                    </a:cubicBezTo>
                    <a:cubicBezTo>
                      <a:pt x="107650" y="668362"/>
                      <a:pt x="84367" y="654604"/>
                      <a:pt x="87542" y="624441"/>
                    </a:cubicBezTo>
                    <a:cubicBezTo>
                      <a:pt x="90717" y="594278"/>
                      <a:pt x="130405" y="536070"/>
                      <a:pt x="122467" y="513316"/>
                    </a:cubicBezTo>
                    <a:cubicBezTo>
                      <a:pt x="114530" y="490562"/>
                      <a:pt x="49442" y="533953"/>
                      <a:pt x="39917" y="487916"/>
                    </a:cubicBezTo>
                    <a:cubicBezTo>
                      <a:pt x="30392" y="441878"/>
                      <a:pt x="67434" y="285245"/>
                      <a:pt x="65317" y="237091"/>
                    </a:cubicBezTo>
                    <a:cubicBezTo>
                      <a:pt x="63200" y="188937"/>
                      <a:pt x="37800" y="228095"/>
                      <a:pt x="27217" y="198991"/>
                    </a:cubicBezTo>
                    <a:cubicBezTo>
                      <a:pt x="16634" y="169887"/>
                      <a:pt x="-6650" y="95274"/>
                      <a:pt x="1817" y="62466"/>
                    </a:cubicBezTo>
                    <a:cubicBezTo>
                      <a:pt x="10284" y="29658"/>
                      <a:pt x="37271" y="9020"/>
                      <a:pt x="78017" y="2141"/>
                    </a:cubicBezTo>
                    <a:cubicBezTo>
                      <a:pt x="118763" y="-4738"/>
                      <a:pt x="193375" y="5845"/>
                      <a:pt x="246292" y="21191"/>
                    </a:cubicBezTo>
                    <a:cubicBezTo>
                      <a:pt x="299209" y="36537"/>
                      <a:pt x="362709" y="68816"/>
                      <a:pt x="395517" y="94216"/>
                    </a:cubicBezTo>
                    <a:cubicBezTo>
                      <a:pt x="428325" y="119616"/>
                      <a:pt x="443142" y="153483"/>
                      <a:pt x="443142" y="173591"/>
                    </a:cubicBezTo>
                    <a:cubicBezTo>
                      <a:pt x="443142" y="193699"/>
                      <a:pt x="399221" y="193170"/>
                      <a:pt x="395517" y="214866"/>
                    </a:cubicBezTo>
                    <a:cubicBezTo>
                      <a:pt x="391813" y="236562"/>
                      <a:pt x="418271" y="258787"/>
                      <a:pt x="420917" y="303766"/>
                    </a:cubicBezTo>
                    <a:cubicBezTo>
                      <a:pt x="423563" y="348745"/>
                      <a:pt x="430442" y="447699"/>
                      <a:pt x="411392" y="484741"/>
                    </a:cubicBezTo>
                    <a:cubicBezTo>
                      <a:pt x="392342" y="521783"/>
                      <a:pt x="308205" y="505908"/>
                      <a:pt x="306617" y="526016"/>
                    </a:cubicBezTo>
                    <a:cubicBezTo>
                      <a:pt x="305030" y="546124"/>
                      <a:pt x="374880" y="573641"/>
                      <a:pt x="401867" y="605391"/>
                    </a:cubicBezTo>
                    <a:cubicBezTo>
                      <a:pt x="428854" y="637141"/>
                      <a:pt x="466955" y="688470"/>
                      <a:pt x="468542" y="716516"/>
                    </a:cubicBezTo>
                    <a:cubicBezTo>
                      <a:pt x="470129" y="744562"/>
                      <a:pt x="479125" y="764670"/>
                      <a:pt x="411392" y="773666"/>
                    </a:cubicBezTo>
                    <a:cubicBezTo>
                      <a:pt x="343659" y="782662"/>
                      <a:pt x="113471" y="793245"/>
                      <a:pt x="62142" y="780016"/>
                    </a:cubicBezTo>
                    <a:close/>
                  </a:path>
                </a:pathLst>
              </a:custGeom>
              <a:solidFill>
                <a:srgbClr val="00B050">
                  <a:alpha val="50196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79668EC0-ADE3-157E-3C6A-AE116A1ABF69}"/>
                </a:ext>
              </a:extLst>
            </p:cNvPr>
            <p:cNvSpPr txBox="1"/>
            <p:nvPr/>
          </p:nvSpPr>
          <p:spPr>
            <a:xfrm>
              <a:off x="6463786" y="1281363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7EBE541C-7C99-5D78-17DB-79C522AD18EA}"/>
              </a:ext>
            </a:extLst>
          </p:cNvPr>
          <p:cNvGrpSpPr/>
          <p:nvPr/>
        </p:nvGrpSpPr>
        <p:grpSpPr>
          <a:xfrm>
            <a:off x="303009" y="4609411"/>
            <a:ext cx="410264" cy="501848"/>
            <a:chOff x="7205187" y="1274964"/>
            <a:chExt cx="696677" cy="852197"/>
          </a:xfrm>
        </p:grpSpPr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55064254-719C-AC92-1AE8-97060A0813EB}"/>
                </a:ext>
              </a:extLst>
            </p:cNvPr>
            <p:cNvGrpSpPr/>
            <p:nvPr/>
          </p:nvGrpSpPr>
          <p:grpSpPr>
            <a:xfrm>
              <a:off x="7205187" y="1310923"/>
              <a:ext cx="696677" cy="816238"/>
              <a:chOff x="6683949" y="1330684"/>
              <a:chExt cx="696677" cy="816238"/>
            </a:xfrm>
          </p:grpSpPr>
          <p:pic>
            <p:nvPicPr>
              <p:cNvPr id="39" name="Picture 2" descr="Illustration De Vecteur De Chauffeur D'autobus Scolaire Illustration de  Vecteur - Illustration of ville, homme: 87254230">
                <a:extLst>
                  <a:ext uri="{FF2B5EF4-FFF2-40B4-BE49-F238E27FC236}">
                    <a16:creationId xmlns:a16="http://schemas.microsoft.com/office/drawing/2014/main" id="{89E784AA-F9C8-FC57-A101-1FCACB5352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5444" b="90000" l="9763" r="89974">
                            <a14:foregroundMark x1="67150" y1="8889" x2="67150" y2="8889"/>
                            <a14:foregroundMark x1="68470" y1="5444" x2="68470" y2="5444"/>
                            <a14:foregroundMark x1="73747" y1="44444" x2="73747" y2="44444"/>
                            <a14:foregroundMark x1="70053" y1="43333" x2="70053" y2="43333"/>
                            <a14:backgroundMark x1="50396" y1="26222" x2="46042" y2="65556"/>
                            <a14:backgroundMark x1="46042" y1="65556" x2="46306" y2="66000"/>
                            <a14:backgroundMark x1="45910" y1="15222" x2="47493" y2="78667"/>
                            <a14:backgroundMark x1="50792" y1="19444" x2="50792" y2="19444"/>
                            <a14:backgroundMark x1="54222" y1="15333" x2="55805" y2="40556"/>
                            <a14:backgroundMark x1="33773" y1="16556" x2="25462" y2="66000"/>
                            <a14:backgroundMark x1="18865" y1="26222" x2="22296" y2="72111"/>
                            <a14:backgroundMark x1="20580" y1="30556" x2="30079" y2="85444"/>
                            <a14:backgroundMark x1="41161" y1="52000" x2="41293" y2="84444"/>
                            <a14:backgroundMark x1="62137" y1="57444" x2="62269" y2="65333"/>
                            <a14:backgroundMark x1="58971" y1="36111" x2="57124" y2="55889"/>
                            <a14:backgroundMark x1="60554" y1="41778" x2="60686" y2="44667"/>
                            <a14:backgroundMark x1="75726" y1="39889" x2="75726" y2="39889"/>
                            <a14:backgroundMark x1="76121" y1="40444" x2="76121" y2="40444"/>
                            <a14:backgroundMark x1="75989" y1="40778" x2="75989" y2="40778"/>
                            <a14:backgroundMark x1="77704" y1="39889" x2="82850" y2="42889"/>
                            <a14:backgroundMark x1="82982" y1="53778" x2="82982" y2="70889"/>
                            <a14:backgroundMark x1="60686" y1="34778" x2="61741" y2="4133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4133" b="47067"/>
              <a:stretch/>
            </p:blipFill>
            <p:spPr bwMode="auto">
              <a:xfrm>
                <a:off x="6683949" y="1330684"/>
                <a:ext cx="696677" cy="807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0" name="Forme libre : forme 39">
                <a:extLst>
                  <a:ext uri="{FF2B5EF4-FFF2-40B4-BE49-F238E27FC236}">
                    <a16:creationId xmlns:a16="http://schemas.microsoft.com/office/drawing/2014/main" id="{CC650924-F459-AA57-ECA9-E92D99AABBA6}"/>
                  </a:ext>
                </a:extLst>
              </p:cNvPr>
              <p:cNvSpPr/>
              <p:nvPr/>
            </p:nvSpPr>
            <p:spPr>
              <a:xfrm>
                <a:off x="6773301" y="1349096"/>
                <a:ext cx="468960" cy="797826"/>
              </a:xfrm>
              <a:custGeom>
                <a:avLst/>
                <a:gdLst>
                  <a:gd name="connsiteX0" fmla="*/ 18024 w 468960"/>
                  <a:gd name="connsiteY0" fmla="*/ 778154 h 797826"/>
                  <a:gd name="connsiteX1" fmla="*/ 87874 w 468960"/>
                  <a:gd name="connsiteY1" fmla="*/ 654329 h 797826"/>
                  <a:gd name="connsiteX2" fmla="*/ 170424 w 468960"/>
                  <a:gd name="connsiteY2" fmla="*/ 613054 h 797826"/>
                  <a:gd name="connsiteX3" fmla="*/ 183124 w 468960"/>
                  <a:gd name="connsiteY3" fmla="*/ 587654 h 797826"/>
                  <a:gd name="connsiteX4" fmla="*/ 183124 w 468960"/>
                  <a:gd name="connsiteY4" fmla="*/ 555904 h 797826"/>
                  <a:gd name="connsiteX5" fmla="*/ 116449 w 468960"/>
                  <a:gd name="connsiteY5" fmla="*/ 527329 h 797826"/>
                  <a:gd name="connsiteX6" fmla="*/ 91049 w 468960"/>
                  <a:gd name="connsiteY6" fmla="*/ 235229 h 797826"/>
                  <a:gd name="connsiteX7" fmla="*/ 65649 w 468960"/>
                  <a:gd name="connsiteY7" fmla="*/ 228879 h 797826"/>
                  <a:gd name="connsiteX8" fmla="*/ 33899 w 468960"/>
                  <a:gd name="connsiteY8" fmla="*/ 197129 h 797826"/>
                  <a:gd name="connsiteX9" fmla="*/ 49774 w 468960"/>
                  <a:gd name="connsiteY9" fmla="*/ 181254 h 797826"/>
                  <a:gd name="connsiteX10" fmla="*/ 30724 w 468960"/>
                  <a:gd name="connsiteY10" fmla="*/ 60604 h 797826"/>
                  <a:gd name="connsiteX11" fmla="*/ 173599 w 468960"/>
                  <a:gd name="connsiteY11" fmla="*/ 279 h 797826"/>
                  <a:gd name="connsiteX12" fmla="*/ 411724 w 468960"/>
                  <a:gd name="connsiteY12" fmla="*/ 82829 h 797826"/>
                  <a:gd name="connsiteX13" fmla="*/ 468874 w 468960"/>
                  <a:gd name="connsiteY13" fmla="*/ 190779 h 797826"/>
                  <a:gd name="connsiteX14" fmla="*/ 424424 w 468960"/>
                  <a:gd name="connsiteY14" fmla="*/ 219354 h 797826"/>
                  <a:gd name="connsiteX15" fmla="*/ 414899 w 468960"/>
                  <a:gd name="connsiteY15" fmla="*/ 349529 h 797826"/>
                  <a:gd name="connsiteX16" fmla="*/ 437124 w 468960"/>
                  <a:gd name="connsiteY16" fmla="*/ 365404 h 797826"/>
                  <a:gd name="connsiteX17" fmla="*/ 440299 w 468960"/>
                  <a:gd name="connsiteY17" fmla="*/ 432079 h 797826"/>
                  <a:gd name="connsiteX18" fmla="*/ 392674 w 468960"/>
                  <a:gd name="connsiteY18" fmla="*/ 451129 h 797826"/>
                  <a:gd name="connsiteX19" fmla="*/ 373624 w 468960"/>
                  <a:gd name="connsiteY19" fmla="*/ 451129 h 797826"/>
                  <a:gd name="connsiteX20" fmla="*/ 341874 w 468960"/>
                  <a:gd name="connsiteY20" fmla="*/ 498754 h 797826"/>
                  <a:gd name="connsiteX21" fmla="*/ 303774 w 468960"/>
                  <a:gd name="connsiteY21" fmla="*/ 543204 h 797826"/>
                  <a:gd name="connsiteX22" fmla="*/ 268849 w 468960"/>
                  <a:gd name="connsiteY22" fmla="*/ 546379 h 797826"/>
                  <a:gd name="connsiteX23" fmla="*/ 275199 w 468960"/>
                  <a:gd name="connsiteY23" fmla="*/ 603529 h 797826"/>
                  <a:gd name="connsiteX24" fmla="*/ 335524 w 468960"/>
                  <a:gd name="connsiteY24" fmla="*/ 628929 h 797826"/>
                  <a:gd name="connsiteX25" fmla="*/ 376799 w 468960"/>
                  <a:gd name="connsiteY25" fmla="*/ 686079 h 797826"/>
                  <a:gd name="connsiteX26" fmla="*/ 443474 w 468960"/>
                  <a:gd name="connsiteY26" fmla="*/ 787679 h 797826"/>
                  <a:gd name="connsiteX27" fmla="*/ 18024 w 468960"/>
                  <a:gd name="connsiteY27" fmla="*/ 778154 h 79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8960" h="797826">
                    <a:moveTo>
                      <a:pt x="18024" y="778154"/>
                    </a:moveTo>
                    <a:cubicBezTo>
                      <a:pt x="-41243" y="755929"/>
                      <a:pt x="62474" y="681846"/>
                      <a:pt x="87874" y="654329"/>
                    </a:cubicBezTo>
                    <a:cubicBezTo>
                      <a:pt x="113274" y="626812"/>
                      <a:pt x="154549" y="624166"/>
                      <a:pt x="170424" y="613054"/>
                    </a:cubicBezTo>
                    <a:cubicBezTo>
                      <a:pt x="186299" y="601941"/>
                      <a:pt x="181007" y="597179"/>
                      <a:pt x="183124" y="587654"/>
                    </a:cubicBezTo>
                    <a:cubicBezTo>
                      <a:pt x="185241" y="578129"/>
                      <a:pt x="194236" y="565958"/>
                      <a:pt x="183124" y="555904"/>
                    </a:cubicBezTo>
                    <a:cubicBezTo>
                      <a:pt x="172012" y="545850"/>
                      <a:pt x="131795" y="580775"/>
                      <a:pt x="116449" y="527329"/>
                    </a:cubicBezTo>
                    <a:cubicBezTo>
                      <a:pt x="101103" y="473883"/>
                      <a:pt x="99516" y="284971"/>
                      <a:pt x="91049" y="235229"/>
                    </a:cubicBezTo>
                    <a:cubicBezTo>
                      <a:pt x="82582" y="185487"/>
                      <a:pt x="75174" y="235229"/>
                      <a:pt x="65649" y="228879"/>
                    </a:cubicBezTo>
                    <a:cubicBezTo>
                      <a:pt x="56124" y="222529"/>
                      <a:pt x="36545" y="205066"/>
                      <a:pt x="33899" y="197129"/>
                    </a:cubicBezTo>
                    <a:cubicBezTo>
                      <a:pt x="31253" y="189192"/>
                      <a:pt x="50303" y="204008"/>
                      <a:pt x="49774" y="181254"/>
                    </a:cubicBezTo>
                    <a:cubicBezTo>
                      <a:pt x="49245" y="158500"/>
                      <a:pt x="10087" y="90766"/>
                      <a:pt x="30724" y="60604"/>
                    </a:cubicBezTo>
                    <a:cubicBezTo>
                      <a:pt x="51361" y="30442"/>
                      <a:pt x="110099" y="-3425"/>
                      <a:pt x="173599" y="279"/>
                    </a:cubicBezTo>
                    <a:cubicBezTo>
                      <a:pt x="237099" y="3983"/>
                      <a:pt x="362512" y="51079"/>
                      <a:pt x="411724" y="82829"/>
                    </a:cubicBezTo>
                    <a:cubicBezTo>
                      <a:pt x="460937" y="114579"/>
                      <a:pt x="466757" y="168025"/>
                      <a:pt x="468874" y="190779"/>
                    </a:cubicBezTo>
                    <a:cubicBezTo>
                      <a:pt x="470991" y="213533"/>
                      <a:pt x="433420" y="192896"/>
                      <a:pt x="424424" y="219354"/>
                    </a:cubicBezTo>
                    <a:cubicBezTo>
                      <a:pt x="415428" y="245812"/>
                      <a:pt x="412782" y="325187"/>
                      <a:pt x="414899" y="349529"/>
                    </a:cubicBezTo>
                    <a:cubicBezTo>
                      <a:pt x="417016" y="373871"/>
                      <a:pt x="432891" y="351646"/>
                      <a:pt x="437124" y="365404"/>
                    </a:cubicBezTo>
                    <a:cubicBezTo>
                      <a:pt x="441357" y="379162"/>
                      <a:pt x="447707" y="417792"/>
                      <a:pt x="440299" y="432079"/>
                    </a:cubicBezTo>
                    <a:cubicBezTo>
                      <a:pt x="432891" y="446366"/>
                      <a:pt x="403787" y="447954"/>
                      <a:pt x="392674" y="451129"/>
                    </a:cubicBezTo>
                    <a:cubicBezTo>
                      <a:pt x="381561" y="454304"/>
                      <a:pt x="382091" y="443191"/>
                      <a:pt x="373624" y="451129"/>
                    </a:cubicBezTo>
                    <a:cubicBezTo>
                      <a:pt x="365157" y="459066"/>
                      <a:pt x="353516" y="483408"/>
                      <a:pt x="341874" y="498754"/>
                    </a:cubicBezTo>
                    <a:cubicBezTo>
                      <a:pt x="330232" y="514100"/>
                      <a:pt x="315945" y="535267"/>
                      <a:pt x="303774" y="543204"/>
                    </a:cubicBezTo>
                    <a:cubicBezTo>
                      <a:pt x="291603" y="551141"/>
                      <a:pt x="273612" y="536325"/>
                      <a:pt x="268849" y="546379"/>
                    </a:cubicBezTo>
                    <a:cubicBezTo>
                      <a:pt x="264087" y="556433"/>
                      <a:pt x="264086" y="589771"/>
                      <a:pt x="275199" y="603529"/>
                    </a:cubicBezTo>
                    <a:cubicBezTo>
                      <a:pt x="286312" y="617287"/>
                      <a:pt x="318591" y="615171"/>
                      <a:pt x="335524" y="628929"/>
                    </a:cubicBezTo>
                    <a:cubicBezTo>
                      <a:pt x="352457" y="642687"/>
                      <a:pt x="358807" y="659621"/>
                      <a:pt x="376799" y="686079"/>
                    </a:cubicBezTo>
                    <a:cubicBezTo>
                      <a:pt x="394791" y="712537"/>
                      <a:pt x="498507" y="771275"/>
                      <a:pt x="443474" y="787679"/>
                    </a:cubicBezTo>
                    <a:cubicBezTo>
                      <a:pt x="388441" y="804083"/>
                      <a:pt x="77291" y="800379"/>
                      <a:pt x="18024" y="778154"/>
                    </a:cubicBezTo>
                    <a:close/>
                  </a:path>
                </a:pathLst>
              </a:custGeom>
              <a:solidFill>
                <a:srgbClr val="00B0F0">
                  <a:alpha val="50196"/>
                </a:srgbClr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F77E8108-5937-DF22-9017-3D1A92E86454}"/>
                </a:ext>
              </a:extLst>
            </p:cNvPr>
            <p:cNvSpPr txBox="1"/>
            <p:nvPr/>
          </p:nvSpPr>
          <p:spPr>
            <a:xfrm>
              <a:off x="7322033" y="1274964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00690E2E-44D0-3F0C-A950-8660B25EC2C2}"/>
              </a:ext>
            </a:extLst>
          </p:cNvPr>
          <p:cNvGrpSpPr/>
          <p:nvPr/>
        </p:nvGrpSpPr>
        <p:grpSpPr>
          <a:xfrm>
            <a:off x="346197" y="5187038"/>
            <a:ext cx="323888" cy="493730"/>
            <a:chOff x="7966342" y="1283428"/>
            <a:chExt cx="550000" cy="838412"/>
          </a:xfrm>
        </p:grpSpPr>
        <p:grpSp>
          <p:nvGrpSpPr>
            <p:cNvPr id="50" name="Groupe 49">
              <a:extLst>
                <a:ext uri="{FF2B5EF4-FFF2-40B4-BE49-F238E27FC236}">
                  <a16:creationId xmlns:a16="http://schemas.microsoft.com/office/drawing/2014/main" id="{D0435A40-B97E-0FCA-23CE-D055E05AE42A}"/>
                </a:ext>
              </a:extLst>
            </p:cNvPr>
            <p:cNvGrpSpPr/>
            <p:nvPr/>
          </p:nvGrpSpPr>
          <p:grpSpPr>
            <a:xfrm>
              <a:off x="7966342" y="1283428"/>
              <a:ext cx="550000" cy="838412"/>
              <a:chOff x="7435579" y="1324618"/>
              <a:chExt cx="550000" cy="838412"/>
            </a:xfrm>
          </p:grpSpPr>
          <p:pic>
            <p:nvPicPr>
              <p:cNvPr id="52" name="Picture 12" descr="Premium Vector | School bus driver vector illustration.">
                <a:extLst>
                  <a:ext uri="{FF2B5EF4-FFF2-40B4-BE49-F238E27FC236}">
                    <a16:creationId xmlns:a16="http://schemas.microsoft.com/office/drawing/2014/main" id="{B79E8CBF-AB04-8ACA-2578-E014A15328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10000" b="90000" l="10000" r="90000">
                            <a14:backgroundMark x1="51917" y1="19169" x2="53035" y2="47764"/>
                            <a14:backgroundMark x1="53035" y1="47764" x2="49840" y2="59744"/>
                            <a14:backgroundMark x1="49840" y1="59744" x2="49840" y2="60224"/>
                            <a14:backgroundMark x1="80351" y1="41534" x2="79872" y2="42971"/>
                            <a14:backgroundMark x1="78435" y1="42492" x2="78435" y2="42492"/>
                            <a14:backgroundMark x1="76997" y1="42013" x2="80831" y2="44249"/>
                            <a14:backgroundMark x1="56869" y1="19329" x2="58307" y2="34345"/>
                            <a14:backgroundMark x1="58786" y1="34505" x2="57029" y2="53674"/>
                            <a14:backgroundMark x1="39457" y1="14377" x2="32588" y2="76677"/>
                            <a14:backgroundMark x1="42812" y1="53514" x2="43930" y2="82268"/>
                            <a14:backgroundMark x1="48722" y1="68211" x2="53355" y2="85463"/>
                            <a14:backgroundMark x1="54473" y1="67252" x2="56390" y2="79393"/>
                            <a14:backgroundMark x1="59585" y1="51438" x2="59585" y2="51438"/>
                            <a14:backgroundMark x1="62460" y1="51118" x2="62460" y2="51118"/>
                            <a14:backgroundMark x1="63578" y1="50160" x2="63578" y2="50160"/>
                            <a14:backgroundMark x1="63259" y1="51278" x2="63259" y2="51278"/>
                            <a14:backgroundMark x1="63099" y1="51597" x2="63099" y2="51597"/>
                            <a14:backgroundMark x1="57827" y1="54153" x2="56390" y2="72843"/>
                            <a14:backgroundMark x1="76677" y1="42173" x2="76677" y2="4217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239" t="10107" r="12289" b="40217"/>
              <a:stretch/>
            </p:blipFill>
            <p:spPr bwMode="auto">
              <a:xfrm>
                <a:off x="7435579" y="1324618"/>
                <a:ext cx="550000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3" name="Forme libre : forme 52">
                <a:extLst>
                  <a:ext uri="{FF2B5EF4-FFF2-40B4-BE49-F238E27FC236}">
                    <a16:creationId xmlns:a16="http://schemas.microsoft.com/office/drawing/2014/main" id="{7C95FCDA-D335-214F-7280-5D085427E0FB}"/>
                  </a:ext>
                </a:extLst>
              </p:cNvPr>
              <p:cNvSpPr/>
              <p:nvPr/>
            </p:nvSpPr>
            <p:spPr>
              <a:xfrm>
                <a:off x="7511884" y="1368841"/>
                <a:ext cx="436727" cy="794189"/>
              </a:xfrm>
              <a:custGeom>
                <a:avLst/>
                <a:gdLst>
                  <a:gd name="connsiteX0" fmla="*/ 25857 w 434417"/>
                  <a:gd name="connsiteY0" fmla="*/ 771109 h 794189"/>
                  <a:gd name="connsiteX1" fmla="*/ 73482 w 434417"/>
                  <a:gd name="connsiteY1" fmla="*/ 606009 h 794189"/>
                  <a:gd name="connsiteX2" fmla="*/ 143332 w 434417"/>
                  <a:gd name="connsiteY2" fmla="*/ 548859 h 794189"/>
                  <a:gd name="connsiteX3" fmla="*/ 152857 w 434417"/>
                  <a:gd name="connsiteY3" fmla="*/ 494884 h 794189"/>
                  <a:gd name="connsiteX4" fmla="*/ 79832 w 434417"/>
                  <a:gd name="connsiteY4" fmla="*/ 425034 h 794189"/>
                  <a:gd name="connsiteX5" fmla="*/ 60782 w 434417"/>
                  <a:gd name="connsiteY5" fmla="*/ 352009 h 794189"/>
                  <a:gd name="connsiteX6" fmla="*/ 32207 w 434417"/>
                  <a:gd name="connsiteY6" fmla="*/ 285334 h 794189"/>
                  <a:gd name="connsiteX7" fmla="*/ 35382 w 434417"/>
                  <a:gd name="connsiteY7" fmla="*/ 225009 h 794189"/>
                  <a:gd name="connsiteX8" fmla="*/ 35382 w 434417"/>
                  <a:gd name="connsiteY8" fmla="*/ 186909 h 794189"/>
                  <a:gd name="connsiteX9" fmla="*/ 457 w 434417"/>
                  <a:gd name="connsiteY9" fmla="*/ 88484 h 794189"/>
                  <a:gd name="connsiteX10" fmla="*/ 63957 w 434417"/>
                  <a:gd name="connsiteY10" fmla="*/ 15459 h 794189"/>
                  <a:gd name="connsiteX11" fmla="*/ 171907 w 434417"/>
                  <a:gd name="connsiteY11" fmla="*/ 2759 h 794189"/>
                  <a:gd name="connsiteX12" fmla="*/ 321132 w 434417"/>
                  <a:gd name="connsiteY12" fmla="*/ 53559 h 794189"/>
                  <a:gd name="connsiteX13" fmla="*/ 419557 w 434417"/>
                  <a:gd name="connsiteY13" fmla="*/ 164684 h 794189"/>
                  <a:gd name="connsiteX14" fmla="*/ 356057 w 434417"/>
                  <a:gd name="connsiteY14" fmla="*/ 205959 h 794189"/>
                  <a:gd name="connsiteX15" fmla="*/ 362407 w 434417"/>
                  <a:gd name="connsiteY15" fmla="*/ 228184 h 794189"/>
                  <a:gd name="connsiteX16" fmla="*/ 384632 w 434417"/>
                  <a:gd name="connsiteY16" fmla="*/ 234534 h 794189"/>
                  <a:gd name="connsiteX17" fmla="*/ 381457 w 434417"/>
                  <a:gd name="connsiteY17" fmla="*/ 336134 h 794189"/>
                  <a:gd name="connsiteX18" fmla="*/ 346532 w 434417"/>
                  <a:gd name="connsiteY18" fmla="*/ 355184 h 794189"/>
                  <a:gd name="connsiteX19" fmla="*/ 352882 w 434417"/>
                  <a:gd name="connsiteY19" fmla="*/ 415509 h 794189"/>
                  <a:gd name="connsiteX20" fmla="*/ 283032 w 434417"/>
                  <a:gd name="connsiteY20" fmla="*/ 466309 h 794189"/>
                  <a:gd name="connsiteX21" fmla="*/ 276682 w 434417"/>
                  <a:gd name="connsiteY21" fmla="*/ 494884 h 794189"/>
                  <a:gd name="connsiteX22" fmla="*/ 365582 w 434417"/>
                  <a:gd name="connsiteY22" fmla="*/ 567909 h 794189"/>
                  <a:gd name="connsiteX23" fmla="*/ 413207 w 434417"/>
                  <a:gd name="connsiteY23" fmla="*/ 771109 h 794189"/>
                  <a:gd name="connsiteX24" fmla="*/ 25857 w 434417"/>
                  <a:gd name="connsiteY24" fmla="*/ 771109 h 794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4417" h="794189">
                    <a:moveTo>
                      <a:pt x="25857" y="771109"/>
                    </a:moveTo>
                    <a:cubicBezTo>
                      <a:pt x="-30764" y="743592"/>
                      <a:pt x="53903" y="643051"/>
                      <a:pt x="73482" y="606009"/>
                    </a:cubicBezTo>
                    <a:cubicBezTo>
                      <a:pt x="93061" y="568967"/>
                      <a:pt x="130103" y="567380"/>
                      <a:pt x="143332" y="548859"/>
                    </a:cubicBezTo>
                    <a:cubicBezTo>
                      <a:pt x="156561" y="530338"/>
                      <a:pt x="163440" y="515521"/>
                      <a:pt x="152857" y="494884"/>
                    </a:cubicBezTo>
                    <a:cubicBezTo>
                      <a:pt x="142274" y="474246"/>
                      <a:pt x="95178" y="448846"/>
                      <a:pt x="79832" y="425034"/>
                    </a:cubicBezTo>
                    <a:cubicBezTo>
                      <a:pt x="64486" y="401222"/>
                      <a:pt x="68720" y="375292"/>
                      <a:pt x="60782" y="352009"/>
                    </a:cubicBezTo>
                    <a:cubicBezTo>
                      <a:pt x="52845" y="328726"/>
                      <a:pt x="36440" y="306501"/>
                      <a:pt x="32207" y="285334"/>
                    </a:cubicBezTo>
                    <a:cubicBezTo>
                      <a:pt x="27974" y="264167"/>
                      <a:pt x="34853" y="241413"/>
                      <a:pt x="35382" y="225009"/>
                    </a:cubicBezTo>
                    <a:cubicBezTo>
                      <a:pt x="35911" y="208605"/>
                      <a:pt x="41203" y="209663"/>
                      <a:pt x="35382" y="186909"/>
                    </a:cubicBezTo>
                    <a:cubicBezTo>
                      <a:pt x="29561" y="164155"/>
                      <a:pt x="-4305" y="117059"/>
                      <a:pt x="457" y="88484"/>
                    </a:cubicBezTo>
                    <a:cubicBezTo>
                      <a:pt x="5219" y="59909"/>
                      <a:pt x="35382" y="29746"/>
                      <a:pt x="63957" y="15459"/>
                    </a:cubicBezTo>
                    <a:cubicBezTo>
                      <a:pt x="92532" y="1172"/>
                      <a:pt x="129045" y="-3591"/>
                      <a:pt x="171907" y="2759"/>
                    </a:cubicBezTo>
                    <a:cubicBezTo>
                      <a:pt x="214769" y="9109"/>
                      <a:pt x="279857" y="26572"/>
                      <a:pt x="321132" y="53559"/>
                    </a:cubicBezTo>
                    <a:cubicBezTo>
                      <a:pt x="362407" y="80546"/>
                      <a:pt x="413736" y="139284"/>
                      <a:pt x="419557" y="164684"/>
                    </a:cubicBezTo>
                    <a:cubicBezTo>
                      <a:pt x="425378" y="190084"/>
                      <a:pt x="365582" y="195376"/>
                      <a:pt x="356057" y="205959"/>
                    </a:cubicBezTo>
                    <a:cubicBezTo>
                      <a:pt x="346532" y="216542"/>
                      <a:pt x="357645" y="223422"/>
                      <a:pt x="362407" y="228184"/>
                    </a:cubicBezTo>
                    <a:cubicBezTo>
                      <a:pt x="367169" y="232946"/>
                      <a:pt x="381457" y="216542"/>
                      <a:pt x="384632" y="234534"/>
                    </a:cubicBezTo>
                    <a:cubicBezTo>
                      <a:pt x="387807" y="252526"/>
                      <a:pt x="387807" y="316026"/>
                      <a:pt x="381457" y="336134"/>
                    </a:cubicBezTo>
                    <a:cubicBezTo>
                      <a:pt x="375107" y="356242"/>
                      <a:pt x="351294" y="341955"/>
                      <a:pt x="346532" y="355184"/>
                    </a:cubicBezTo>
                    <a:cubicBezTo>
                      <a:pt x="341770" y="368413"/>
                      <a:pt x="363465" y="396988"/>
                      <a:pt x="352882" y="415509"/>
                    </a:cubicBezTo>
                    <a:cubicBezTo>
                      <a:pt x="342299" y="434030"/>
                      <a:pt x="295732" y="453080"/>
                      <a:pt x="283032" y="466309"/>
                    </a:cubicBezTo>
                    <a:cubicBezTo>
                      <a:pt x="270332" y="479538"/>
                      <a:pt x="262924" y="477951"/>
                      <a:pt x="276682" y="494884"/>
                    </a:cubicBezTo>
                    <a:cubicBezTo>
                      <a:pt x="290440" y="511817"/>
                      <a:pt x="342828" y="521872"/>
                      <a:pt x="365582" y="567909"/>
                    </a:cubicBezTo>
                    <a:cubicBezTo>
                      <a:pt x="388336" y="613946"/>
                      <a:pt x="473532" y="737242"/>
                      <a:pt x="413207" y="771109"/>
                    </a:cubicBezTo>
                    <a:cubicBezTo>
                      <a:pt x="352882" y="804976"/>
                      <a:pt x="82478" y="798626"/>
                      <a:pt x="25857" y="771109"/>
                    </a:cubicBezTo>
                    <a:close/>
                  </a:path>
                </a:pathLst>
              </a:custGeom>
              <a:solidFill>
                <a:srgbClr val="FC8F0C">
                  <a:alpha val="50196"/>
                </a:srgbClr>
              </a:solidFill>
              <a:ln>
                <a:solidFill>
                  <a:srgbClr val="FC8F0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4708982A-68A3-C1F4-04E2-9687A0573372}"/>
                </a:ext>
              </a:extLst>
            </p:cNvPr>
            <p:cNvSpPr txBox="1"/>
            <p:nvPr/>
          </p:nvSpPr>
          <p:spPr>
            <a:xfrm>
              <a:off x="8045173" y="1301875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C8F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</p:grp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2F85E9ED-D988-8165-8C36-056A154AFB04}"/>
              </a:ext>
            </a:extLst>
          </p:cNvPr>
          <p:cNvGrpSpPr/>
          <p:nvPr/>
        </p:nvGrpSpPr>
        <p:grpSpPr>
          <a:xfrm>
            <a:off x="354309" y="5756549"/>
            <a:ext cx="307664" cy="494120"/>
            <a:chOff x="8715520" y="1301961"/>
            <a:chExt cx="522448" cy="839073"/>
          </a:xfrm>
        </p:grpSpPr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7E326B42-1BC5-454D-10FB-ED9903ECFA00}"/>
                </a:ext>
              </a:extLst>
            </p:cNvPr>
            <p:cNvGrpSpPr/>
            <p:nvPr/>
          </p:nvGrpSpPr>
          <p:grpSpPr>
            <a:xfrm>
              <a:off x="8715520" y="1302671"/>
              <a:ext cx="522448" cy="838363"/>
              <a:chOff x="8184757" y="1322432"/>
              <a:chExt cx="522448" cy="838363"/>
            </a:xfrm>
          </p:grpSpPr>
          <p:pic>
            <p:nvPicPr>
              <p:cNvPr id="57" name="Picture 10" descr="Jeune, caucasien, femelle, autobus scolaire | Vecteur Premium">
                <a:extLst>
                  <a:ext uri="{FF2B5EF4-FFF2-40B4-BE49-F238E27FC236}">
                    <a16:creationId xmlns:a16="http://schemas.microsoft.com/office/drawing/2014/main" id="{29E530A6-60F2-040A-C606-5F93938E635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10000" b="90000" l="10000" r="90000">
                            <a14:backgroundMark x1="53355" y1="16773" x2="50160" y2="81949"/>
                            <a14:backgroundMark x1="50160" y1="81949" x2="50639" y2="82588"/>
                            <a14:backgroundMark x1="57348" y1="29553" x2="57348" y2="30032"/>
                            <a14:backgroundMark x1="57029" y1="37859" x2="57029" y2="38339"/>
                            <a14:backgroundMark x1="42013" y1="5112" x2="40256" y2="79073"/>
                            <a14:backgroundMark x1="54473" y1="34665" x2="61821" y2="66134"/>
                            <a14:backgroundMark x1="55591" y1="70447" x2="52875" y2="86581"/>
                            <a14:backgroundMark x1="56390" y1="60224" x2="63099" y2="77316"/>
                            <a14:backgroundMark x1="59744" y1="69968" x2="83387" y2="71246"/>
                            <a14:backgroundMark x1="52396" y1="51597" x2="52396" y2="51597"/>
                            <a14:backgroundMark x1="42173" y1="14377" x2="33067" y2="73642"/>
                            <a14:backgroundMark x1="57188" y1="25080" x2="57827" y2="30831"/>
                            <a14:backgroundMark x1="58626" y1="37540" x2="60383" y2="41693"/>
                            <a14:backgroundMark x1="33866" y1="19968" x2="29872" y2="59585"/>
                            <a14:backgroundMark x1="78594" y1="44409" x2="78594" y2="44409"/>
                            <a14:backgroundMark x1="79553" y1="44569" x2="79553" y2="44569"/>
                            <a14:backgroundMark x1="76198" y1="44888" x2="76198" y2="44888"/>
                            <a14:backgroundMark x1="75879" y1="44888" x2="75879" y2="44888"/>
                            <a14:backgroundMark x1="75879" y1="44888" x2="78754" y2="46805"/>
                            <a14:backgroundMark x1="80032" y1="49042" x2="78754" y2="47444"/>
                            <a14:backgroundMark x1="78115" y1="43930" x2="79872" y2="40575"/>
                            <a14:backgroundMark x1="75719" y1="44728" x2="75719" y2="44728"/>
                            <a14:backgroundMark x1="75559" y1="44728" x2="75559" y2="44728"/>
                            <a14:backgroundMark x1="58147" y1="31949" x2="58147" y2="31949"/>
                            <a14:backgroundMark x1="61022" y1="51597" x2="61022" y2="51597"/>
                            <a14:backgroundMark x1="62780" y1="51917" x2="62780" y2="51917"/>
                            <a14:backgroundMark x1="62780" y1="51118" x2="62780" y2="5111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056" t="10201" r="9962" b="33583"/>
              <a:stretch/>
            </p:blipFill>
            <p:spPr bwMode="auto">
              <a:xfrm>
                <a:off x="8184757" y="1322432"/>
                <a:ext cx="522448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8" name="Forme libre : forme 57">
                <a:extLst>
                  <a:ext uri="{FF2B5EF4-FFF2-40B4-BE49-F238E27FC236}">
                    <a16:creationId xmlns:a16="http://schemas.microsoft.com/office/drawing/2014/main" id="{27F8C50B-330A-7748-C8E3-A799D2EB0B50}"/>
                  </a:ext>
                </a:extLst>
              </p:cNvPr>
              <p:cNvSpPr/>
              <p:nvPr/>
            </p:nvSpPr>
            <p:spPr>
              <a:xfrm>
                <a:off x="8246047" y="1349635"/>
                <a:ext cx="421861" cy="811160"/>
              </a:xfrm>
              <a:custGeom>
                <a:avLst/>
                <a:gdLst>
                  <a:gd name="connsiteX0" fmla="*/ 54991 w 421861"/>
                  <a:gd name="connsiteY0" fmla="*/ 788728 h 811160"/>
                  <a:gd name="connsiteX1" fmla="*/ 71659 w 421861"/>
                  <a:gd name="connsiteY1" fmla="*/ 562509 h 811160"/>
                  <a:gd name="connsiteX2" fmla="*/ 121666 w 421861"/>
                  <a:gd name="connsiteY2" fmla="*/ 538696 h 811160"/>
                  <a:gd name="connsiteX3" fmla="*/ 131191 w 421861"/>
                  <a:gd name="connsiteY3" fmla="*/ 479165 h 811160"/>
                  <a:gd name="connsiteX4" fmla="*/ 71659 w 421861"/>
                  <a:gd name="connsiteY4" fmla="*/ 410109 h 811160"/>
                  <a:gd name="connsiteX5" fmla="*/ 62134 w 421861"/>
                  <a:gd name="connsiteY5" fmla="*/ 341053 h 811160"/>
                  <a:gd name="connsiteX6" fmla="*/ 12128 w 421861"/>
                  <a:gd name="connsiteY6" fmla="*/ 279140 h 811160"/>
                  <a:gd name="connsiteX7" fmla="*/ 12128 w 421861"/>
                  <a:gd name="connsiteY7" fmla="*/ 171984 h 811160"/>
                  <a:gd name="connsiteX8" fmla="*/ 222 w 421861"/>
                  <a:gd name="connsiteY8" fmla="*/ 86259 h 811160"/>
                  <a:gd name="connsiteX9" fmla="*/ 24034 w 421861"/>
                  <a:gd name="connsiteY9" fmla="*/ 33871 h 811160"/>
                  <a:gd name="connsiteX10" fmla="*/ 83566 w 421861"/>
                  <a:gd name="connsiteY10" fmla="*/ 534 h 811160"/>
                  <a:gd name="connsiteX11" fmla="*/ 338359 w 421861"/>
                  <a:gd name="connsiteY11" fmla="*/ 60065 h 811160"/>
                  <a:gd name="connsiteX12" fmla="*/ 421703 w 421861"/>
                  <a:gd name="connsiteY12" fmla="*/ 176746 h 811160"/>
                  <a:gd name="connsiteX13" fmla="*/ 359791 w 421861"/>
                  <a:gd name="connsiteY13" fmla="*/ 205321 h 811160"/>
                  <a:gd name="connsiteX14" fmla="*/ 376459 w 421861"/>
                  <a:gd name="connsiteY14" fmla="*/ 210084 h 811160"/>
                  <a:gd name="connsiteX15" fmla="*/ 369316 w 421861"/>
                  <a:gd name="connsiteY15" fmla="*/ 271996 h 811160"/>
                  <a:gd name="connsiteX16" fmla="*/ 364553 w 421861"/>
                  <a:gd name="connsiteY16" fmla="*/ 379153 h 811160"/>
                  <a:gd name="connsiteX17" fmla="*/ 316928 w 421861"/>
                  <a:gd name="connsiteY17" fmla="*/ 362484 h 811160"/>
                  <a:gd name="connsiteX18" fmla="*/ 305022 w 421861"/>
                  <a:gd name="connsiteY18" fmla="*/ 414871 h 811160"/>
                  <a:gd name="connsiteX19" fmla="*/ 250253 w 421861"/>
                  <a:gd name="connsiteY19" fmla="*/ 467259 h 811160"/>
                  <a:gd name="connsiteX20" fmla="*/ 269303 w 421861"/>
                  <a:gd name="connsiteY20" fmla="*/ 495834 h 811160"/>
                  <a:gd name="connsiteX21" fmla="*/ 359791 w 421861"/>
                  <a:gd name="connsiteY21" fmla="*/ 593465 h 811160"/>
                  <a:gd name="connsiteX22" fmla="*/ 405034 w 421861"/>
                  <a:gd name="connsiteY22" fmla="*/ 679190 h 811160"/>
                  <a:gd name="connsiteX23" fmla="*/ 343122 w 421861"/>
                  <a:gd name="connsiteY23" fmla="*/ 791109 h 811160"/>
                  <a:gd name="connsiteX24" fmla="*/ 54991 w 421861"/>
                  <a:gd name="connsiteY24" fmla="*/ 788728 h 81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21861" h="811160">
                    <a:moveTo>
                      <a:pt x="54991" y="788728"/>
                    </a:moveTo>
                    <a:cubicBezTo>
                      <a:pt x="9747" y="750628"/>
                      <a:pt x="60547" y="604181"/>
                      <a:pt x="71659" y="562509"/>
                    </a:cubicBezTo>
                    <a:cubicBezTo>
                      <a:pt x="82771" y="520837"/>
                      <a:pt x="111744" y="552587"/>
                      <a:pt x="121666" y="538696"/>
                    </a:cubicBezTo>
                    <a:cubicBezTo>
                      <a:pt x="131588" y="524805"/>
                      <a:pt x="139526" y="500596"/>
                      <a:pt x="131191" y="479165"/>
                    </a:cubicBezTo>
                    <a:cubicBezTo>
                      <a:pt x="122856" y="457734"/>
                      <a:pt x="83169" y="433128"/>
                      <a:pt x="71659" y="410109"/>
                    </a:cubicBezTo>
                    <a:cubicBezTo>
                      <a:pt x="60150" y="387090"/>
                      <a:pt x="72056" y="362881"/>
                      <a:pt x="62134" y="341053"/>
                    </a:cubicBezTo>
                    <a:cubicBezTo>
                      <a:pt x="52212" y="319225"/>
                      <a:pt x="20462" y="307318"/>
                      <a:pt x="12128" y="279140"/>
                    </a:cubicBezTo>
                    <a:cubicBezTo>
                      <a:pt x="3794" y="250962"/>
                      <a:pt x="14112" y="204131"/>
                      <a:pt x="12128" y="171984"/>
                    </a:cubicBezTo>
                    <a:cubicBezTo>
                      <a:pt x="10144" y="139837"/>
                      <a:pt x="-1762" y="109278"/>
                      <a:pt x="222" y="86259"/>
                    </a:cubicBezTo>
                    <a:cubicBezTo>
                      <a:pt x="2206" y="63240"/>
                      <a:pt x="10143" y="48158"/>
                      <a:pt x="24034" y="33871"/>
                    </a:cubicBezTo>
                    <a:cubicBezTo>
                      <a:pt x="37925" y="19583"/>
                      <a:pt x="31179" y="-3832"/>
                      <a:pt x="83566" y="534"/>
                    </a:cubicBezTo>
                    <a:cubicBezTo>
                      <a:pt x="135953" y="4900"/>
                      <a:pt x="282003" y="30696"/>
                      <a:pt x="338359" y="60065"/>
                    </a:cubicBezTo>
                    <a:cubicBezTo>
                      <a:pt x="394715" y="89434"/>
                      <a:pt x="418131" y="152537"/>
                      <a:pt x="421703" y="176746"/>
                    </a:cubicBezTo>
                    <a:cubicBezTo>
                      <a:pt x="425275" y="200955"/>
                      <a:pt x="367332" y="199765"/>
                      <a:pt x="359791" y="205321"/>
                    </a:cubicBezTo>
                    <a:cubicBezTo>
                      <a:pt x="352250" y="210877"/>
                      <a:pt x="374872" y="198972"/>
                      <a:pt x="376459" y="210084"/>
                    </a:cubicBezTo>
                    <a:cubicBezTo>
                      <a:pt x="378046" y="221196"/>
                      <a:pt x="371300" y="243818"/>
                      <a:pt x="369316" y="271996"/>
                    </a:cubicBezTo>
                    <a:cubicBezTo>
                      <a:pt x="367332" y="300174"/>
                      <a:pt x="373284" y="364072"/>
                      <a:pt x="364553" y="379153"/>
                    </a:cubicBezTo>
                    <a:cubicBezTo>
                      <a:pt x="355822" y="394234"/>
                      <a:pt x="326850" y="356531"/>
                      <a:pt x="316928" y="362484"/>
                    </a:cubicBezTo>
                    <a:cubicBezTo>
                      <a:pt x="307006" y="368437"/>
                      <a:pt x="316134" y="397409"/>
                      <a:pt x="305022" y="414871"/>
                    </a:cubicBezTo>
                    <a:cubicBezTo>
                      <a:pt x="293910" y="432333"/>
                      <a:pt x="256206" y="453765"/>
                      <a:pt x="250253" y="467259"/>
                    </a:cubicBezTo>
                    <a:cubicBezTo>
                      <a:pt x="244300" y="480753"/>
                      <a:pt x="251047" y="474800"/>
                      <a:pt x="269303" y="495834"/>
                    </a:cubicBezTo>
                    <a:cubicBezTo>
                      <a:pt x="287559" y="516868"/>
                      <a:pt x="337169" y="562906"/>
                      <a:pt x="359791" y="593465"/>
                    </a:cubicBezTo>
                    <a:cubicBezTo>
                      <a:pt x="382413" y="624024"/>
                      <a:pt x="407812" y="646250"/>
                      <a:pt x="405034" y="679190"/>
                    </a:cubicBezTo>
                    <a:cubicBezTo>
                      <a:pt x="402256" y="712130"/>
                      <a:pt x="397891" y="773647"/>
                      <a:pt x="343122" y="791109"/>
                    </a:cubicBezTo>
                    <a:cubicBezTo>
                      <a:pt x="288353" y="808571"/>
                      <a:pt x="100235" y="826828"/>
                      <a:pt x="54991" y="788728"/>
                    </a:cubicBezTo>
                    <a:close/>
                  </a:path>
                </a:pathLst>
              </a:custGeom>
              <a:solidFill>
                <a:srgbClr val="7030A0">
                  <a:alpha val="50196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4DA5BE8B-4B77-F4CB-55A5-F32E0E6BDABB}"/>
                </a:ext>
              </a:extLst>
            </p:cNvPr>
            <p:cNvSpPr txBox="1"/>
            <p:nvPr/>
          </p:nvSpPr>
          <p:spPr>
            <a:xfrm>
              <a:off x="8780104" y="1301961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</a:p>
          </p:txBody>
        </p:sp>
      </p:grpSp>
      <p:sp>
        <p:nvSpPr>
          <p:cNvPr id="59" name="ZoneTexte 58">
            <a:extLst>
              <a:ext uri="{FF2B5EF4-FFF2-40B4-BE49-F238E27FC236}">
                <a16:creationId xmlns:a16="http://schemas.microsoft.com/office/drawing/2014/main" id="{1A83F481-7ADB-00B4-B0FF-E87AA415DB71}"/>
              </a:ext>
            </a:extLst>
          </p:cNvPr>
          <p:cNvSpPr txBox="1"/>
          <p:nvPr/>
        </p:nvSpPr>
        <p:spPr>
          <a:xfrm>
            <a:off x="2309849" y="2721413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AD56CE91-ED02-5089-D45C-91C7B650DD52}"/>
              </a:ext>
            </a:extLst>
          </p:cNvPr>
          <p:cNvSpPr txBox="1"/>
          <p:nvPr/>
        </p:nvSpPr>
        <p:spPr>
          <a:xfrm>
            <a:off x="2309849" y="3527982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E373B88A-1661-B98E-6A5D-3D483654389A}"/>
              </a:ext>
            </a:extLst>
          </p:cNvPr>
          <p:cNvSpPr txBox="1"/>
          <p:nvPr/>
        </p:nvSpPr>
        <p:spPr>
          <a:xfrm>
            <a:off x="11574452" y="2732857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1119B1A2-499E-C890-A37F-27ED4DF1E039}"/>
              </a:ext>
            </a:extLst>
          </p:cNvPr>
          <p:cNvSpPr txBox="1"/>
          <p:nvPr/>
        </p:nvSpPr>
        <p:spPr>
          <a:xfrm>
            <a:off x="11536929" y="3542976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grpSp>
        <p:nvGrpSpPr>
          <p:cNvPr id="1038" name="Groupe 1037">
            <a:extLst>
              <a:ext uri="{FF2B5EF4-FFF2-40B4-BE49-F238E27FC236}">
                <a16:creationId xmlns:a16="http://schemas.microsoft.com/office/drawing/2014/main" id="{191954A6-EE4A-7ED7-AB05-50975A4EF4B0}"/>
              </a:ext>
            </a:extLst>
          </p:cNvPr>
          <p:cNvGrpSpPr/>
          <p:nvPr/>
        </p:nvGrpSpPr>
        <p:grpSpPr>
          <a:xfrm>
            <a:off x="3065013" y="2402587"/>
            <a:ext cx="1287060" cy="663946"/>
            <a:chOff x="3065013" y="2402587"/>
            <a:chExt cx="1287060" cy="663946"/>
          </a:xfrm>
        </p:grpSpPr>
        <p:pic>
          <p:nvPicPr>
            <p:cNvPr id="1025" name="Google Shape;88;p1">
              <a:extLst>
                <a:ext uri="{FF2B5EF4-FFF2-40B4-BE49-F238E27FC236}">
                  <a16:creationId xmlns:a16="http://schemas.microsoft.com/office/drawing/2014/main" id="{B5F3CA26-695F-E2EF-3A02-B851C99EAE91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9799" b="90437" l="8974" r="86643">
                          <a14:foregroundMark x1="86694" y1="66234" x2="86694" y2="66234"/>
                          <a14:foregroundMark x1="40743" y1="90437" x2="40743" y2="90437"/>
                          <a14:foregroundMark x1="62352" y1="84652" x2="62352" y2="84652"/>
                          <a14:foregroundMark x1="62867" y1="84652" x2="62867" y2="84652"/>
                          <a14:foregroundMark x1="62867" y1="86305" x2="62867" y2="86305"/>
                          <a14:foregroundMark x1="62713" y1="85124" x2="62713" y2="85124"/>
                          <a14:foregroundMark x1="63899" y1="85832" x2="63899" y2="85832"/>
                          <a14:foregroundMark x1="61320" y1="85832" x2="62197" y2="85832"/>
                          <a14:foregroundMark x1="64260" y1="84298" x2="64260" y2="84298"/>
                          <a14:foregroundMark x1="65446" y1="81582" x2="65446" y2="81582"/>
                        </a14:backgroundRemoval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rcRect r="9853"/>
            <a:stretch/>
          </p:blipFill>
          <p:spPr>
            <a:xfrm flipH="1">
              <a:off x="3065013" y="2459389"/>
              <a:ext cx="1287060" cy="60714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27" name="Groupe 1026">
              <a:extLst>
                <a:ext uri="{FF2B5EF4-FFF2-40B4-BE49-F238E27FC236}">
                  <a16:creationId xmlns:a16="http://schemas.microsoft.com/office/drawing/2014/main" id="{124C92A9-4B7D-D1D5-E0CA-8D5D31B57B3E}"/>
                </a:ext>
              </a:extLst>
            </p:cNvPr>
            <p:cNvGrpSpPr/>
            <p:nvPr/>
          </p:nvGrpSpPr>
          <p:grpSpPr>
            <a:xfrm>
              <a:off x="3154106" y="2402587"/>
              <a:ext cx="369858" cy="534152"/>
              <a:chOff x="4693615" y="1216747"/>
              <a:chExt cx="628062" cy="907054"/>
            </a:xfrm>
          </p:grpSpPr>
          <p:grpSp>
            <p:nvGrpSpPr>
              <p:cNvPr id="1028" name="Groupe 1027">
                <a:extLst>
                  <a:ext uri="{FF2B5EF4-FFF2-40B4-BE49-F238E27FC236}">
                    <a16:creationId xmlns:a16="http://schemas.microsoft.com/office/drawing/2014/main" id="{B03058C7-9805-B3C0-0ECB-E64FB8E8D8BE}"/>
                  </a:ext>
                </a:extLst>
              </p:cNvPr>
              <p:cNvGrpSpPr/>
              <p:nvPr/>
            </p:nvGrpSpPr>
            <p:grpSpPr>
              <a:xfrm>
                <a:off x="4693615" y="1281875"/>
                <a:ext cx="628062" cy="841926"/>
                <a:chOff x="4162852" y="1301636"/>
                <a:chExt cx="628062" cy="841926"/>
              </a:xfrm>
            </p:grpSpPr>
            <p:pic>
              <p:nvPicPr>
                <p:cNvPr id="1030" name="Picture 14" descr="Illustration De Vecteur De Chauffeur D'autobus Scolaire Illustration de  Vecteur - Illustration du humain, enfant: 87254658">
                  <a:extLst>
                    <a:ext uri="{FF2B5EF4-FFF2-40B4-BE49-F238E27FC236}">
                      <a16:creationId xmlns:a16="http://schemas.microsoft.com/office/drawing/2014/main" id="{7113694C-318D-4F5D-7568-7CE2FF9C528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5">
                  <a:extLst>
                    <a:ext uri="{BEBA8EAE-BF5A-486C-A8C5-ECC9F3942E4B}">
                      <a14:imgProps xmlns:a14="http://schemas.microsoft.com/office/drawing/2010/main">
                        <a14:imgLayer r:embed="rId16">
                          <a14:imgEffect>
                            <a14:backgroundRemoval t="5556" b="55333" l="9932" r="92245">
                              <a14:foregroundMark x1="89660" y1="13889" x2="72381" y2="10000"/>
                              <a14:foregroundMark x1="73333" y1="10667" x2="67483" y2="11111"/>
                              <a14:foregroundMark x1="66259" y1="9556" x2="64898" y2="13444"/>
                              <a14:foregroundMark x1="63401" y1="8889" x2="63537" y2="15556"/>
                              <a14:foregroundMark x1="69252" y1="5556" x2="69252" y2="5556"/>
                              <a14:foregroundMark x1="71156" y1="12667" x2="71565" y2="19556"/>
                              <a14:foregroundMark x1="70612" y1="39556" x2="70068" y2="41556"/>
                              <a14:foregroundMark x1="69524" y1="44444" x2="70748" y2="48778"/>
                              <a14:foregroundMark x1="70204" y1="51444" x2="70340" y2="52778"/>
                              <a14:foregroundMark x1="70068" y1="52889" x2="70068" y2="53556"/>
                              <a14:foregroundMark x1="68980" y1="54111" x2="67075" y2="54222"/>
                              <a14:foregroundMark x1="64082" y1="54778" x2="64082" y2="54778"/>
                              <a14:foregroundMark x1="66531" y1="54778" x2="69252" y2="54889"/>
                              <a14:foregroundMark x1="71837" y1="54778" x2="74014" y2="54778"/>
                              <a14:foregroundMark x1="89700" y1="46333" x2="89937" y2="46534"/>
                              <a14:foregroundMark x1="83673" y1="41222" x2="89700" y2="46333"/>
                              <a14:foregroundMark x1="92245" y1="51444" x2="87347" y2="55333"/>
                              <a14:foregroundMark x1="74014" y1="38000" x2="74422" y2="40556"/>
                              <a14:foregroundMark x1="73333" y1="39111" x2="73061" y2="43222"/>
                              <a14:backgroundMark x1="40544" y1="11778" x2="43129" y2="38889"/>
                              <a14:backgroundMark x1="52381" y1="19444" x2="54286" y2="38000"/>
                              <a14:backgroundMark x1="55238" y1="12556" x2="59320" y2="58111"/>
                              <a14:backgroundMark x1="60816" y1="36444" x2="62177" y2="38778"/>
                              <a14:backgroundMark x1="65442" y1="36444" x2="66122" y2="36556"/>
                              <a14:backgroundMark x1="68571" y1="36556" x2="64354" y2="35333"/>
                              <a14:backgroundMark x1="84898" y1="47111" x2="84490" y2="51556"/>
                              <a14:backgroundMark x1="86122" y1="40667" x2="86122" y2="40667"/>
                              <a14:backgroundMark x1="85850" y1="40222" x2="85850" y2="40222"/>
                              <a14:backgroundMark x1="92109" y1="46333" x2="92109" y2="46333"/>
                              <a14:backgroundMark x1="91156" y1="45556" x2="92789" y2="46444"/>
                              <a14:backgroundMark x1="92517" y1="46667" x2="94422" y2="48222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3567" t="4222" r="-300" b="44617"/>
                <a:stretch/>
              </p:blipFill>
              <p:spPr bwMode="auto">
                <a:xfrm>
                  <a:off x="4162852" y="1301636"/>
                  <a:ext cx="628062" cy="84192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31" name="Forme libre : forme 1030">
                  <a:extLst>
                    <a:ext uri="{FF2B5EF4-FFF2-40B4-BE49-F238E27FC236}">
                      <a16:creationId xmlns:a16="http://schemas.microsoft.com/office/drawing/2014/main" id="{8590AF03-3971-345F-C66E-FFD429BF729D}"/>
                    </a:ext>
                  </a:extLst>
                </p:cNvPr>
                <p:cNvSpPr/>
                <p:nvPr/>
              </p:nvSpPr>
              <p:spPr>
                <a:xfrm>
                  <a:off x="4219457" y="1304268"/>
                  <a:ext cx="502152" cy="835993"/>
                </a:xfrm>
                <a:custGeom>
                  <a:avLst/>
                  <a:gdLst>
                    <a:gd name="connsiteX0" fmla="*/ 66782 w 502152"/>
                    <a:gd name="connsiteY0" fmla="*/ 819457 h 835993"/>
                    <a:gd name="connsiteX1" fmla="*/ 108057 w 502152"/>
                    <a:gd name="connsiteY1" fmla="*/ 765482 h 835993"/>
                    <a:gd name="connsiteX2" fmla="*/ 98532 w 502152"/>
                    <a:gd name="connsiteY2" fmla="*/ 632132 h 835993"/>
                    <a:gd name="connsiteX3" fmla="*/ 146157 w 502152"/>
                    <a:gd name="connsiteY3" fmla="*/ 540057 h 835993"/>
                    <a:gd name="connsiteX4" fmla="*/ 174732 w 502152"/>
                    <a:gd name="connsiteY4" fmla="*/ 540057 h 835993"/>
                    <a:gd name="connsiteX5" fmla="*/ 139807 w 502152"/>
                    <a:gd name="connsiteY5" fmla="*/ 505132 h 835993"/>
                    <a:gd name="connsiteX6" fmla="*/ 66782 w 502152"/>
                    <a:gd name="connsiteY6" fmla="*/ 454332 h 835993"/>
                    <a:gd name="connsiteX7" fmla="*/ 63607 w 502152"/>
                    <a:gd name="connsiteY7" fmla="*/ 314632 h 835993"/>
                    <a:gd name="connsiteX8" fmla="*/ 25507 w 502152"/>
                    <a:gd name="connsiteY8" fmla="*/ 209857 h 835993"/>
                    <a:gd name="connsiteX9" fmla="*/ 107 w 502152"/>
                    <a:gd name="connsiteY9" fmla="*/ 105082 h 835993"/>
                    <a:gd name="connsiteX10" fmla="*/ 35032 w 502152"/>
                    <a:gd name="connsiteY10" fmla="*/ 44757 h 835993"/>
                    <a:gd name="connsiteX11" fmla="*/ 168382 w 502152"/>
                    <a:gd name="connsiteY11" fmla="*/ 307 h 835993"/>
                    <a:gd name="connsiteX12" fmla="*/ 352532 w 502152"/>
                    <a:gd name="connsiteY12" fmla="*/ 66982 h 835993"/>
                    <a:gd name="connsiteX13" fmla="*/ 470007 w 502152"/>
                    <a:gd name="connsiteY13" fmla="*/ 168582 h 835993"/>
                    <a:gd name="connsiteX14" fmla="*/ 425557 w 502152"/>
                    <a:gd name="connsiteY14" fmla="*/ 244782 h 835993"/>
                    <a:gd name="connsiteX15" fmla="*/ 444607 w 502152"/>
                    <a:gd name="connsiteY15" fmla="*/ 343207 h 835993"/>
                    <a:gd name="connsiteX16" fmla="*/ 444607 w 502152"/>
                    <a:gd name="connsiteY16" fmla="*/ 413057 h 835993"/>
                    <a:gd name="connsiteX17" fmla="*/ 409682 w 502152"/>
                    <a:gd name="connsiteY17" fmla="*/ 543232 h 835993"/>
                    <a:gd name="connsiteX18" fmla="*/ 365232 w 502152"/>
                    <a:gd name="connsiteY18" fmla="*/ 584507 h 835993"/>
                    <a:gd name="connsiteX19" fmla="*/ 498582 w 502152"/>
                    <a:gd name="connsiteY19" fmla="*/ 759132 h 835993"/>
                    <a:gd name="connsiteX20" fmla="*/ 428732 w 502152"/>
                    <a:gd name="connsiteY20" fmla="*/ 832157 h 835993"/>
                    <a:gd name="connsiteX21" fmla="*/ 66782 w 502152"/>
                    <a:gd name="connsiteY21" fmla="*/ 819457 h 835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02152" h="835993">
                      <a:moveTo>
                        <a:pt x="66782" y="819457"/>
                      </a:moveTo>
                      <a:cubicBezTo>
                        <a:pt x="13336" y="808344"/>
                        <a:pt x="102765" y="796703"/>
                        <a:pt x="108057" y="765482"/>
                      </a:cubicBezTo>
                      <a:cubicBezTo>
                        <a:pt x="113349" y="734261"/>
                        <a:pt x="92182" y="669703"/>
                        <a:pt x="98532" y="632132"/>
                      </a:cubicBezTo>
                      <a:cubicBezTo>
                        <a:pt x="104882" y="594561"/>
                        <a:pt x="133457" y="555403"/>
                        <a:pt x="146157" y="540057"/>
                      </a:cubicBezTo>
                      <a:cubicBezTo>
                        <a:pt x="158857" y="524711"/>
                        <a:pt x="175790" y="545878"/>
                        <a:pt x="174732" y="540057"/>
                      </a:cubicBezTo>
                      <a:cubicBezTo>
                        <a:pt x="173674" y="534236"/>
                        <a:pt x="157799" y="519420"/>
                        <a:pt x="139807" y="505132"/>
                      </a:cubicBezTo>
                      <a:cubicBezTo>
                        <a:pt x="121815" y="490844"/>
                        <a:pt x="79482" y="486082"/>
                        <a:pt x="66782" y="454332"/>
                      </a:cubicBezTo>
                      <a:cubicBezTo>
                        <a:pt x="54082" y="422582"/>
                        <a:pt x="70486" y="355378"/>
                        <a:pt x="63607" y="314632"/>
                      </a:cubicBezTo>
                      <a:cubicBezTo>
                        <a:pt x="56728" y="273886"/>
                        <a:pt x="36090" y="244782"/>
                        <a:pt x="25507" y="209857"/>
                      </a:cubicBezTo>
                      <a:cubicBezTo>
                        <a:pt x="14924" y="174932"/>
                        <a:pt x="-1480" y="132599"/>
                        <a:pt x="107" y="105082"/>
                      </a:cubicBezTo>
                      <a:cubicBezTo>
                        <a:pt x="1694" y="77565"/>
                        <a:pt x="6986" y="62219"/>
                        <a:pt x="35032" y="44757"/>
                      </a:cubicBezTo>
                      <a:cubicBezTo>
                        <a:pt x="63078" y="27294"/>
                        <a:pt x="115465" y="-3397"/>
                        <a:pt x="168382" y="307"/>
                      </a:cubicBezTo>
                      <a:cubicBezTo>
                        <a:pt x="221299" y="4011"/>
                        <a:pt x="302261" y="38936"/>
                        <a:pt x="352532" y="66982"/>
                      </a:cubicBezTo>
                      <a:cubicBezTo>
                        <a:pt x="402803" y="95028"/>
                        <a:pt x="457836" y="138949"/>
                        <a:pt x="470007" y="168582"/>
                      </a:cubicBezTo>
                      <a:cubicBezTo>
                        <a:pt x="482178" y="198215"/>
                        <a:pt x="429790" y="215678"/>
                        <a:pt x="425557" y="244782"/>
                      </a:cubicBezTo>
                      <a:cubicBezTo>
                        <a:pt x="421324" y="273886"/>
                        <a:pt x="441432" y="315161"/>
                        <a:pt x="444607" y="343207"/>
                      </a:cubicBezTo>
                      <a:cubicBezTo>
                        <a:pt x="447782" y="371253"/>
                        <a:pt x="450428" y="379720"/>
                        <a:pt x="444607" y="413057"/>
                      </a:cubicBezTo>
                      <a:cubicBezTo>
                        <a:pt x="438786" y="446394"/>
                        <a:pt x="422911" y="514657"/>
                        <a:pt x="409682" y="543232"/>
                      </a:cubicBezTo>
                      <a:cubicBezTo>
                        <a:pt x="396453" y="571807"/>
                        <a:pt x="350415" y="548524"/>
                        <a:pt x="365232" y="584507"/>
                      </a:cubicBezTo>
                      <a:cubicBezTo>
                        <a:pt x="380049" y="620490"/>
                        <a:pt x="487999" y="717857"/>
                        <a:pt x="498582" y="759132"/>
                      </a:cubicBezTo>
                      <a:cubicBezTo>
                        <a:pt x="509165" y="800407"/>
                        <a:pt x="499111" y="822103"/>
                        <a:pt x="428732" y="832157"/>
                      </a:cubicBezTo>
                      <a:cubicBezTo>
                        <a:pt x="358353" y="842211"/>
                        <a:pt x="120228" y="830570"/>
                        <a:pt x="66782" y="819457"/>
                      </a:cubicBezTo>
                      <a:close/>
                    </a:path>
                  </a:pathLst>
                </a:custGeom>
                <a:solidFill>
                  <a:srgbClr val="FFFF00">
                    <a:alpha val="50196"/>
                  </a:srgbClr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1029" name="ZoneTexte 1028">
                <a:extLst>
                  <a:ext uri="{FF2B5EF4-FFF2-40B4-BE49-F238E27FC236}">
                    <a16:creationId xmlns:a16="http://schemas.microsoft.com/office/drawing/2014/main" id="{120C2ED6-A093-2066-5677-2C5FF4676B8E}"/>
                  </a:ext>
                </a:extLst>
              </p:cNvPr>
              <p:cNvSpPr txBox="1"/>
              <p:nvPr/>
            </p:nvSpPr>
            <p:spPr>
              <a:xfrm>
                <a:off x="4768481" y="1216747"/>
                <a:ext cx="393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</a:p>
            </p:txBody>
          </p:sp>
        </p:grpSp>
      </p:grpSp>
      <p:grpSp>
        <p:nvGrpSpPr>
          <p:cNvPr id="1039" name="Groupe 1038">
            <a:extLst>
              <a:ext uri="{FF2B5EF4-FFF2-40B4-BE49-F238E27FC236}">
                <a16:creationId xmlns:a16="http://schemas.microsoft.com/office/drawing/2014/main" id="{1E11679E-A633-9CBE-156A-2C3971026B0D}"/>
              </a:ext>
            </a:extLst>
          </p:cNvPr>
          <p:cNvGrpSpPr/>
          <p:nvPr/>
        </p:nvGrpSpPr>
        <p:grpSpPr>
          <a:xfrm>
            <a:off x="10285652" y="2500524"/>
            <a:ext cx="1288800" cy="665894"/>
            <a:chOff x="10285652" y="2500524"/>
            <a:chExt cx="1288800" cy="665894"/>
          </a:xfrm>
        </p:grpSpPr>
        <p:pic>
          <p:nvPicPr>
            <p:cNvPr id="1026" name="Google Shape;88;p1">
              <a:extLst>
                <a:ext uri="{FF2B5EF4-FFF2-40B4-BE49-F238E27FC236}">
                  <a16:creationId xmlns:a16="http://schemas.microsoft.com/office/drawing/2014/main" id="{B6D83C27-964F-6ECD-9219-22C8052EE3B8}"/>
                </a:ext>
              </a:extLst>
            </p:cNvPr>
            <p:cNvPicPr preferRelativeResize="0"/>
            <p:nvPr/>
          </p:nvPicPr>
          <p:blipFill rotWithShape="1">
            <a:blip r:embed="rId17">
              <a:alphaModFix/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9799" b="90437" l="8974" r="86643">
                          <a14:foregroundMark x1="86694" y1="66234" x2="86694" y2="66234"/>
                          <a14:foregroundMark x1="40743" y1="90437" x2="40743" y2="90437"/>
                          <a14:foregroundMark x1="62352" y1="84652" x2="62352" y2="84652"/>
                          <a14:foregroundMark x1="62867" y1="84652" x2="62867" y2="84652"/>
                          <a14:foregroundMark x1="62867" y1="86305" x2="62867" y2="86305"/>
                          <a14:foregroundMark x1="62713" y1="85124" x2="62713" y2="85124"/>
                          <a14:foregroundMark x1="63899" y1="85832" x2="63899" y2="85832"/>
                          <a14:foregroundMark x1="61320" y1="85832" x2="62197" y2="85832"/>
                          <a14:foregroundMark x1="64260" y1="84298" x2="64260" y2="84298"/>
                          <a14:foregroundMark x1="65446" y1="81582" x2="65446" y2="81582"/>
                        </a14:backgroundRemoval>
                      </a14:imgEffect>
                      <a14:imgEffect>
                        <a14:brightnessContrast bright="20000" contrast="20000"/>
                      </a14:imgEffect>
                    </a14:imgLayer>
                  </a14:imgProps>
                </a:ext>
              </a:extLst>
            </a:blip>
            <a:srcRect r="9853"/>
            <a:stretch/>
          </p:blipFill>
          <p:spPr>
            <a:xfrm>
              <a:off x="10285652" y="2558018"/>
              <a:ext cx="1288800" cy="608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32" name="Groupe 1031">
              <a:extLst>
                <a:ext uri="{FF2B5EF4-FFF2-40B4-BE49-F238E27FC236}">
                  <a16:creationId xmlns:a16="http://schemas.microsoft.com/office/drawing/2014/main" id="{62F9DB6A-78F8-1C7A-85B4-39C3E4DD1CB1}"/>
                </a:ext>
              </a:extLst>
            </p:cNvPr>
            <p:cNvGrpSpPr/>
            <p:nvPr/>
          </p:nvGrpSpPr>
          <p:grpSpPr>
            <a:xfrm>
              <a:off x="11185219" y="2500524"/>
              <a:ext cx="339058" cy="529036"/>
              <a:chOff x="5633373" y="1227577"/>
              <a:chExt cx="575763" cy="898368"/>
            </a:xfrm>
          </p:grpSpPr>
          <p:grpSp>
            <p:nvGrpSpPr>
              <p:cNvPr id="1034" name="Groupe 1033">
                <a:extLst>
                  <a:ext uri="{FF2B5EF4-FFF2-40B4-BE49-F238E27FC236}">
                    <a16:creationId xmlns:a16="http://schemas.microsoft.com/office/drawing/2014/main" id="{51390CFA-139A-C8C7-4302-7FC0B96AA866}"/>
                  </a:ext>
                </a:extLst>
              </p:cNvPr>
              <p:cNvGrpSpPr/>
              <p:nvPr/>
            </p:nvGrpSpPr>
            <p:grpSpPr>
              <a:xfrm>
                <a:off x="5633373" y="1310923"/>
                <a:ext cx="575763" cy="815022"/>
                <a:chOff x="5102610" y="1330684"/>
                <a:chExt cx="575763" cy="815022"/>
              </a:xfrm>
            </p:grpSpPr>
            <p:pic>
              <p:nvPicPr>
                <p:cNvPr id="1036" name="Image 1035">
                  <a:extLst>
                    <a:ext uri="{FF2B5EF4-FFF2-40B4-BE49-F238E27FC236}">
                      <a16:creationId xmlns:a16="http://schemas.microsoft.com/office/drawing/2014/main" id="{5A837449-2E76-77E1-4105-141F287ED2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BEBA8EAE-BF5A-486C-A8C5-ECC9F3942E4B}">
                      <a14:imgProps xmlns:a14="http://schemas.microsoft.com/office/drawing/2010/main">
                        <a14:imgLayer r:embed="rId19">
                          <a14:imgEffect>
                            <a14:backgroundRemoval t="4530" b="99652" l="9309" r="90426">
                              <a14:foregroundMark x1="66489" y1="7666" x2="86436" y2="24390"/>
                              <a14:foregroundMark x1="86968" y1="20906" x2="87234" y2="23693"/>
                              <a14:foregroundMark x1="84145" y1="44599" x2="84123" y2="44769"/>
                              <a14:foregroundMark x1="87500" y1="19164" x2="84145" y2="44599"/>
                              <a14:foregroundMark x1="86702" y1="18467" x2="73936" y2="9756"/>
                              <a14:foregroundMark x1="82713" y1="14634" x2="81383" y2="48432"/>
                              <a14:foregroundMark x1="90691" y1="22997" x2="72872" y2="13937"/>
                              <a14:foregroundMark x1="72872" y1="13937" x2="70479" y2="14286"/>
                              <a14:foregroundMark x1="75798" y1="6272" x2="63989" y2="5458"/>
                              <a14:foregroundMark x1="65426" y1="9408" x2="64628" y2="17073"/>
                              <a14:foregroundMark x1="63298" y1="18118" x2="63298" y2="22648"/>
                              <a14:foregroundMark x1="64096" y1="23345" x2="64894" y2="26132"/>
                              <a14:foregroundMark x1="63830" y1="25784" x2="63830" y2="25784"/>
                              <a14:foregroundMark x1="63032" y1="25436" x2="63032" y2="25436"/>
                              <a14:foregroundMark x1="62766" y1="24390" x2="62766" y2="24390"/>
                              <a14:foregroundMark x1="62500" y1="16028" x2="63830" y2="24739"/>
                              <a14:foregroundMark x1="63830" y1="17770" x2="64628" y2="24390"/>
                              <a14:foregroundMark x1="76862" y1="33449" x2="76862" y2="33449"/>
                              <a14:foregroundMark x1="77128" y1="33449" x2="77128" y2="33449"/>
                              <a14:foregroundMark x1="75798" y1="32753" x2="81117" y2="32404"/>
                              <a14:foregroundMark x1="79255" y1="29965" x2="79255" y2="29965"/>
                              <a14:foregroundMark x1="72606" y1="67944" x2="73670" y2="90941"/>
                              <a14:foregroundMark x1="75798" y1="66202" x2="77660" y2="99652"/>
                              <a14:foregroundMark x1="76596" y1="68293" x2="67819" y2="64111"/>
                              <a14:foregroundMark x1="71277" y1="60627" x2="72340" y2="61324"/>
                              <a14:foregroundMark x1="83511" y1="65854" x2="84309" y2="65854"/>
                              <a14:foregroundMark x1="84574" y1="65854" x2="84574" y2="65854"/>
                              <a14:foregroundMark x1="85106" y1="66202" x2="85106" y2="66202"/>
                              <a14:foregroundMark x1="84574" y1="65505" x2="84574" y2="65505"/>
                              <a14:foregroundMark x1="82979" y1="65505" x2="88032" y2="70732"/>
                              <a14:foregroundMark x1="65160" y1="66551" x2="59840" y2="75958"/>
                              <a14:foregroundMark x1="89806" y1="90390" x2="90426" y2="99652"/>
                              <a14:foregroundMark x1="90426" y1="99652" x2="90426" y2="99652"/>
                              <a14:foregroundMark x1="75000" y1="61324" x2="75000" y2="61324"/>
                              <a14:backgroundMark x1="55319" y1="17073" x2="40957" y2="78049"/>
                              <a14:backgroundMark x1="63032" y1="78624" x2="63032" y2="85017"/>
                              <a14:backgroundMark x1="63032" y1="27008" x2="63032" y2="64774"/>
                              <a14:backgroundMark x1="81117" y1="57143" x2="81117" y2="57143"/>
                              <a14:backgroundMark x1="82713" y1="51220" x2="84233" y2="64023"/>
                              <a14:backgroundMark x1="84840" y1="49826" x2="84840" y2="49826"/>
                              <a14:backgroundMark x1="47872" y1="19861" x2="11436" y2="85017"/>
                              <a14:backgroundMark x1="28723" y1="45296" x2="26862" y2="98606"/>
                              <a14:backgroundMark x1="56649" y1="24042" x2="57979" y2="48084"/>
                              <a14:backgroundMark x1="57447" y1="3136" x2="55319" y2="6620"/>
                              <a14:backgroundMark x1="62234" y1="6272" x2="62234" y2="6272"/>
                              <a14:backgroundMark x1="62500" y1="3833" x2="59574" y2="7317"/>
                              <a14:backgroundMark x1="48670" y1="74216" x2="48936" y2="98606"/>
                              <a14:backgroundMark x1="62766" y1="84669" x2="63298" y2="96864"/>
                              <a14:backgroundMark x1="46543" y1="78397" x2="45213" y2="97561"/>
                              <a14:backgroundMark x1="50798" y1="73171" x2="53457" y2="91986"/>
                              <a14:backgroundMark x1="53723" y1="82230" x2="53989" y2="84669"/>
                              <a14:backgroundMark x1="84840" y1="78049" x2="85904" y2="90941"/>
                              <a14:backgroundMark x1="78989" y1="56098" x2="78989" y2="56098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54101" t="4747" b="10414"/>
                <a:stretch/>
              </p:blipFill>
              <p:spPr>
                <a:xfrm>
                  <a:off x="5102610" y="1330684"/>
                  <a:ext cx="575763" cy="812330"/>
                </a:xfrm>
                <a:prstGeom prst="rect">
                  <a:avLst/>
                </a:prstGeom>
              </p:spPr>
            </p:pic>
            <p:sp>
              <p:nvSpPr>
                <p:cNvPr id="1037" name="Forme libre : forme 1036">
                  <a:extLst>
                    <a:ext uri="{FF2B5EF4-FFF2-40B4-BE49-F238E27FC236}">
                      <a16:creationId xmlns:a16="http://schemas.microsoft.com/office/drawing/2014/main" id="{08BB55EE-F12F-05F7-2B82-8E2B9FF131E4}"/>
                    </a:ext>
                  </a:extLst>
                </p:cNvPr>
                <p:cNvSpPr/>
                <p:nvPr/>
              </p:nvSpPr>
              <p:spPr>
                <a:xfrm>
                  <a:off x="5110159" y="1333376"/>
                  <a:ext cx="480123" cy="812330"/>
                </a:xfrm>
                <a:custGeom>
                  <a:avLst/>
                  <a:gdLst>
                    <a:gd name="connsiteX0" fmla="*/ 23273 w 500391"/>
                    <a:gd name="connsiteY0" fmla="*/ 804987 h 828510"/>
                    <a:gd name="connsiteX1" fmla="*/ 80423 w 500391"/>
                    <a:gd name="connsiteY1" fmla="*/ 624012 h 828510"/>
                    <a:gd name="connsiteX2" fmla="*/ 197105 w 500391"/>
                    <a:gd name="connsiteY2" fmla="*/ 528762 h 828510"/>
                    <a:gd name="connsiteX3" fmla="*/ 213773 w 500391"/>
                    <a:gd name="connsiteY3" fmla="*/ 481137 h 828510"/>
                    <a:gd name="connsiteX4" fmla="*/ 128048 w 500391"/>
                    <a:gd name="connsiteY4" fmla="*/ 435893 h 828510"/>
                    <a:gd name="connsiteX5" fmla="*/ 132811 w 500391"/>
                    <a:gd name="connsiteY5" fmla="*/ 223962 h 828510"/>
                    <a:gd name="connsiteX6" fmla="*/ 78042 w 500391"/>
                    <a:gd name="connsiteY6" fmla="*/ 200149 h 828510"/>
                    <a:gd name="connsiteX7" fmla="*/ 94711 w 500391"/>
                    <a:gd name="connsiteY7" fmla="*/ 171574 h 828510"/>
                    <a:gd name="connsiteX8" fmla="*/ 70898 w 500391"/>
                    <a:gd name="connsiteY8" fmla="*/ 69180 h 828510"/>
                    <a:gd name="connsiteX9" fmla="*/ 113761 w 500391"/>
                    <a:gd name="connsiteY9" fmla="*/ 4887 h 828510"/>
                    <a:gd name="connsiteX10" fmla="*/ 337598 w 500391"/>
                    <a:gd name="connsiteY10" fmla="*/ 16793 h 828510"/>
                    <a:gd name="connsiteX11" fmla="*/ 489998 w 500391"/>
                    <a:gd name="connsiteY11" fmla="*/ 114424 h 828510"/>
                    <a:gd name="connsiteX12" fmla="*/ 454280 w 500391"/>
                    <a:gd name="connsiteY12" fmla="*/ 209674 h 828510"/>
                    <a:gd name="connsiteX13" fmla="*/ 430467 w 500391"/>
                    <a:gd name="connsiteY13" fmla="*/ 285874 h 828510"/>
                    <a:gd name="connsiteX14" fmla="*/ 444755 w 500391"/>
                    <a:gd name="connsiteY14" fmla="*/ 304924 h 828510"/>
                    <a:gd name="connsiteX15" fmla="*/ 439992 w 500391"/>
                    <a:gd name="connsiteY15" fmla="*/ 350168 h 828510"/>
                    <a:gd name="connsiteX16" fmla="*/ 389986 w 500391"/>
                    <a:gd name="connsiteY16" fmla="*/ 373980 h 828510"/>
                    <a:gd name="connsiteX17" fmla="*/ 289973 w 500391"/>
                    <a:gd name="connsiteY17" fmla="*/ 478755 h 828510"/>
                    <a:gd name="connsiteX18" fmla="*/ 306642 w 500391"/>
                    <a:gd name="connsiteY18" fmla="*/ 523999 h 828510"/>
                    <a:gd name="connsiteX19" fmla="*/ 411417 w 500391"/>
                    <a:gd name="connsiteY19" fmla="*/ 607343 h 828510"/>
                    <a:gd name="connsiteX20" fmla="*/ 480473 w 500391"/>
                    <a:gd name="connsiteY20" fmla="*/ 804987 h 828510"/>
                    <a:gd name="connsiteX21" fmla="*/ 23273 w 500391"/>
                    <a:gd name="connsiteY21" fmla="*/ 804987 h 8285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00391" h="828510">
                      <a:moveTo>
                        <a:pt x="23273" y="804987"/>
                      </a:moveTo>
                      <a:cubicBezTo>
                        <a:pt x="-43402" y="774825"/>
                        <a:pt x="51451" y="670049"/>
                        <a:pt x="80423" y="624012"/>
                      </a:cubicBezTo>
                      <a:cubicBezTo>
                        <a:pt x="109395" y="577975"/>
                        <a:pt x="174880" y="552574"/>
                        <a:pt x="197105" y="528762"/>
                      </a:cubicBezTo>
                      <a:cubicBezTo>
                        <a:pt x="219330" y="504950"/>
                        <a:pt x="225282" y="496615"/>
                        <a:pt x="213773" y="481137"/>
                      </a:cubicBezTo>
                      <a:cubicBezTo>
                        <a:pt x="202264" y="465659"/>
                        <a:pt x="141542" y="478756"/>
                        <a:pt x="128048" y="435893"/>
                      </a:cubicBezTo>
                      <a:cubicBezTo>
                        <a:pt x="114554" y="393030"/>
                        <a:pt x="141145" y="263253"/>
                        <a:pt x="132811" y="223962"/>
                      </a:cubicBezTo>
                      <a:cubicBezTo>
                        <a:pt x="124477" y="184671"/>
                        <a:pt x="84392" y="208880"/>
                        <a:pt x="78042" y="200149"/>
                      </a:cubicBezTo>
                      <a:cubicBezTo>
                        <a:pt x="71692" y="191418"/>
                        <a:pt x="95902" y="193402"/>
                        <a:pt x="94711" y="171574"/>
                      </a:cubicBezTo>
                      <a:cubicBezTo>
                        <a:pt x="93520" y="149746"/>
                        <a:pt x="67723" y="96961"/>
                        <a:pt x="70898" y="69180"/>
                      </a:cubicBezTo>
                      <a:cubicBezTo>
                        <a:pt x="74073" y="41399"/>
                        <a:pt x="69311" y="13618"/>
                        <a:pt x="113761" y="4887"/>
                      </a:cubicBezTo>
                      <a:cubicBezTo>
                        <a:pt x="158211" y="-3844"/>
                        <a:pt x="274892" y="-1463"/>
                        <a:pt x="337598" y="16793"/>
                      </a:cubicBezTo>
                      <a:cubicBezTo>
                        <a:pt x="400304" y="35049"/>
                        <a:pt x="470551" y="82277"/>
                        <a:pt x="489998" y="114424"/>
                      </a:cubicBezTo>
                      <a:cubicBezTo>
                        <a:pt x="509445" y="146571"/>
                        <a:pt x="464202" y="181099"/>
                        <a:pt x="454280" y="209674"/>
                      </a:cubicBezTo>
                      <a:cubicBezTo>
                        <a:pt x="444358" y="238249"/>
                        <a:pt x="432055" y="269999"/>
                        <a:pt x="430467" y="285874"/>
                      </a:cubicBezTo>
                      <a:cubicBezTo>
                        <a:pt x="428880" y="301749"/>
                        <a:pt x="443168" y="294208"/>
                        <a:pt x="444755" y="304924"/>
                      </a:cubicBezTo>
                      <a:cubicBezTo>
                        <a:pt x="446342" y="315640"/>
                        <a:pt x="449120" y="338659"/>
                        <a:pt x="439992" y="350168"/>
                      </a:cubicBezTo>
                      <a:cubicBezTo>
                        <a:pt x="430864" y="361677"/>
                        <a:pt x="414989" y="352549"/>
                        <a:pt x="389986" y="373980"/>
                      </a:cubicBezTo>
                      <a:cubicBezTo>
                        <a:pt x="364983" y="395411"/>
                        <a:pt x="303864" y="453752"/>
                        <a:pt x="289973" y="478755"/>
                      </a:cubicBezTo>
                      <a:cubicBezTo>
                        <a:pt x="276082" y="503758"/>
                        <a:pt x="286401" y="502568"/>
                        <a:pt x="306642" y="523999"/>
                      </a:cubicBezTo>
                      <a:cubicBezTo>
                        <a:pt x="326883" y="545430"/>
                        <a:pt x="382445" y="560512"/>
                        <a:pt x="411417" y="607343"/>
                      </a:cubicBezTo>
                      <a:cubicBezTo>
                        <a:pt x="440389" y="654174"/>
                        <a:pt x="543179" y="772443"/>
                        <a:pt x="480473" y="804987"/>
                      </a:cubicBezTo>
                      <a:cubicBezTo>
                        <a:pt x="417767" y="837531"/>
                        <a:pt x="89948" y="835149"/>
                        <a:pt x="23273" y="804987"/>
                      </a:cubicBezTo>
                      <a:close/>
                    </a:path>
                  </a:pathLst>
                </a:custGeom>
                <a:solidFill>
                  <a:srgbClr val="E6007E">
                    <a:alpha val="50196"/>
                  </a:srgbClr>
                </a:solidFill>
                <a:ln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035" name="ZoneTexte 1034">
                <a:extLst>
                  <a:ext uri="{FF2B5EF4-FFF2-40B4-BE49-F238E27FC236}">
                    <a16:creationId xmlns:a16="http://schemas.microsoft.com/office/drawing/2014/main" id="{C3010D6E-8733-580A-3EB0-3E7BD09E4F6E}"/>
                  </a:ext>
                </a:extLst>
              </p:cNvPr>
              <p:cNvSpPr txBox="1"/>
              <p:nvPr/>
            </p:nvSpPr>
            <p:spPr>
              <a:xfrm>
                <a:off x="5684343" y="1227577"/>
                <a:ext cx="393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>
                    <a:solidFill>
                      <a:schemeClr val="accent4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</a:p>
            </p:txBody>
          </p:sp>
        </p:grp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AE1DE7E4-AFEC-66AB-234A-67AC8C7CD029}"/>
              </a:ext>
            </a:extLst>
          </p:cNvPr>
          <p:cNvGrpSpPr/>
          <p:nvPr/>
        </p:nvGrpSpPr>
        <p:grpSpPr>
          <a:xfrm>
            <a:off x="2418526" y="372631"/>
            <a:ext cx="278415" cy="410049"/>
            <a:chOff x="4693615" y="1216747"/>
            <a:chExt cx="628062" cy="907054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F35469D1-8102-FF32-650D-CDF9C16E8EE9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29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B58390FB-2189-097D-B642-B1B3409732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0" name="Forme libre : forme 29">
                <a:extLst>
                  <a:ext uri="{FF2B5EF4-FFF2-40B4-BE49-F238E27FC236}">
                    <a16:creationId xmlns:a16="http://schemas.microsoft.com/office/drawing/2014/main" id="{92F5F598-5A65-A90B-37AC-CFF7A72792C3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F02F6162-075E-67F3-0704-771E72F8B5CF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A1C950D3-01EC-6C86-0FFB-1A5B81DA98F5}"/>
              </a:ext>
            </a:extLst>
          </p:cNvPr>
          <p:cNvGrpSpPr/>
          <p:nvPr/>
        </p:nvGrpSpPr>
        <p:grpSpPr>
          <a:xfrm>
            <a:off x="2422150" y="801430"/>
            <a:ext cx="278415" cy="410049"/>
            <a:chOff x="4693615" y="1216747"/>
            <a:chExt cx="628062" cy="907054"/>
          </a:xfrm>
        </p:grpSpPr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64B8583D-CE50-7B0D-C9F9-C6708F67EF46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46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A6E5AF22-DDB7-EE27-CE31-2ECC7BCDD3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9" name="Forme libre : forme 48">
                <a:extLst>
                  <a:ext uri="{FF2B5EF4-FFF2-40B4-BE49-F238E27FC236}">
                    <a16:creationId xmlns:a16="http://schemas.microsoft.com/office/drawing/2014/main" id="{B572A8D7-8F47-FF95-960A-186D32EAC6D3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B6B528FC-C70F-0431-942A-6EAD70B676DA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sp>
        <p:nvSpPr>
          <p:cNvPr id="2093" name="ZoneTexte 2092">
            <a:extLst>
              <a:ext uri="{FF2B5EF4-FFF2-40B4-BE49-F238E27FC236}">
                <a16:creationId xmlns:a16="http://schemas.microsoft.com/office/drawing/2014/main" id="{59B72A91-4573-8B64-7CB3-91AA69FFC69E}"/>
              </a:ext>
            </a:extLst>
          </p:cNvPr>
          <p:cNvSpPr txBox="1"/>
          <p:nvPr/>
        </p:nvSpPr>
        <p:spPr>
          <a:xfrm>
            <a:off x="11572984" y="502027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2094" name="ZoneTexte 2093">
            <a:extLst>
              <a:ext uri="{FF2B5EF4-FFF2-40B4-BE49-F238E27FC236}">
                <a16:creationId xmlns:a16="http://schemas.microsoft.com/office/drawing/2014/main" id="{C16EF9F2-1D64-E5B4-3319-A11E588598A9}"/>
              </a:ext>
            </a:extLst>
          </p:cNvPr>
          <p:cNvSpPr txBox="1"/>
          <p:nvPr/>
        </p:nvSpPr>
        <p:spPr>
          <a:xfrm>
            <a:off x="11347601" y="989929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15h10</a:t>
            </a:r>
          </a:p>
        </p:txBody>
      </p:sp>
      <p:grpSp>
        <p:nvGrpSpPr>
          <p:cNvPr id="2095" name="Groupe 2094">
            <a:extLst>
              <a:ext uri="{FF2B5EF4-FFF2-40B4-BE49-F238E27FC236}">
                <a16:creationId xmlns:a16="http://schemas.microsoft.com/office/drawing/2014/main" id="{1FF1C3BE-5005-71F5-4ECB-67295861921F}"/>
              </a:ext>
            </a:extLst>
          </p:cNvPr>
          <p:cNvGrpSpPr/>
          <p:nvPr/>
        </p:nvGrpSpPr>
        <p:grpSpPr>
          <a:xfrm>
            <a:off x="11918273" y="372904"/>
            <a:ext cx="255230" cy="406122"/>
            <a:chOff x="5633373" y="1227577"/>
            <a:chExt cx="575763" cy="898368"/>
          </a:xfrm>
        </p:grpSpPr>
        <p:grpSp>
          <p:nvGrpSpPr>
            <p:cNvPr id="2096" name="Groupe 2095">
              <a:extLst>
                <a:ext uri="{FF2B5EF4-FFF2-40B4-BE49-F238E27FC236}">
                  <a16:creationId xmlns:a16="http://schemas.microsoft.com/office/drawing/2014/main" id="{9CD70AB0-7C8E-D7AB-8419-1D1B9D802624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2098" name="Image 2097">
                <a:extLst>
                  <a:ext uri="{FF2B5EF4-FFF2-40B4-BE49-F238E27FC236}">
                    <a16:creationId xmlns:a16="http://schemas.microsoft.com/office/drawing/2014/main" id="{85AFF93F-74C9-9A83-6811-AE0953849E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BEBA8EAE-BF5A-486C-A8C5-ECC9F3942E4B}">
                    <a14:imgProps xmlns:a14="http://schemas.microsoft.com/office/drawing/2010/main">
                      <a14:imgLayer r:embed="rId19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2099" name="Forme libre : forme 2098">
                <a:extLst>
                  <a:ext uri="{FF2B5EF4-FFF2-40B4-BE49-F238E27FC236}">
                    <a16:creationId xmlns:a16="http://schemas.microsoft.com/office/drawing/2014/main" id="{95F81BD6-ED40-BF8C-DDB7-7E3A2D1DBEBF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2097" name="ZoneTexte 2096">
              <a:extLst>
                <a:ext uri="{FF2B5EF4-FFF2-40B4-BE49-F238E27FC236}">
                  <a16:creationId xmlns:a16="http://schemas.microsoft.com/office/drawing/2014/main" id="{5535823B-C863-FC14-A3D1-2A82EFAB5968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2100" name="Groupe 2099">
            <a:extLst>
              <a:ext uri="{FF2B5EF4-FFF2-40B4-BE49-F238E27FC236}">
                <a16:creationId xmlns:a16="http://schemas.microsoft.com/office/drawing/2014/main" id="{CAE6795F-113A-78B7-3602-127E8924B906}"/>
              </a:ext>
            </a:extLst>
          </p:cNvPr>
          <p:cNvGrpSpPr/>
          <p:nvPr/>
        </p:nvGrpSpPr>
        <p:grpSpPr>
          <a:xfrm>
            <a:off x="11903820" y="782552"/>
            <a:ext cx="255230" cy="406122"/>
            <a:chOff x="5633373" y="1227577"/>
            <a:chExt cx="575763" cy="898368"/>
          </a:xfrm>
        </p:grpSpPr>
        <p:grpSp>
          <p:nvGrpSpPr>
            <p:cNvPr id="2101" name="Groupe 2100">
              <a:extLst>
                <a:ext uri="{FF2B5EF4-FFF2-40B4-BE49-F238E27FC236}">
                  <a16:creationId xmlns:a16="http://schemas.microsoft.com/office/drawing/2014/main" id="{A5CC582F-9AAF-E590-E73C-7F0907FB7FE1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2103" name="Image 2102">
                <a:extLst>
                  <a:ext uri="{FF2B5EF4-FFF2-40B4-BE49-F238E27FC236}">
                    <a16:creationId xmlns:a16="http://schemas.microsoft.com/office/drawing/2014/main" id="{B98ED16E-01D8-248A-8539-74EADFA24D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BEBA8EAE-BF5A-486C-A8C5-ECC9F3942E4B}">
                    <a14:imgProps xmlns:a14="http://schemas.microsoft.com/office/drawing/2010/main">
                      <a14:imgLayer r:embed="rId19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2104" name="Forme libre : forme 2103">
                <a:extLst>
                  <a:ext uri="{FF2B5EF4-FFF2-40B4-BE49-F238E27FC236}">
                    <a16:creationId xmlns:a16="http://schemas.microsoft.com/office/drawing/2014/main" id="{C1538957-F287-192B-2010-DEEBF8271EEF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2102" name="ZoneTexte 2101">
              <a:extLst>
                <a:ext uri="{FF2B5EF4-FFF2-40B4-BE49-F238E27FC236}">
                  <a16:creationId xmlns:a16="http://schemas.microsoft.com/office/drawing/2014/main" id="{F002B8BB-D018-6CB3-0E2E-D65428D897B8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2105" name="Groupe 2104">
            <a:extLst>
              <a:ext uri="{FF2B5EF4-FFF2-40B4-BE49-F238E27FC236}">
                <a16:creationId xmlns:a16="http://schemas.microsoft.com/office/drawing/2014/main" id="{268759BC-64A2-57B1-5722-72CA5583652D}"/>
              </a:ext>
            </a:extLst>
          </p:cNvPr>
          <p:cNvGrpSpPr/>
          <p:nvPr/>
        </p:nvGrpSpPr>
        <p:grpSpPr>
          <a:xfrm>
            <a:off x="3297023" y="1490935"/>
            <a:ext cx="278415" cy="410049"/>
            <a:chOff x="4693615" y="1216747"/>
            <a:chExt cx="628062" cy="907054"/>
          </a:xfrm>
        </p:grpSpPr>
        <p:grpSp>
          <p:nvGrpSpPr>
            <p:cNvPr id="2106" name="Groupe 2105">
              <a:extLst>
                <a:ext uri="{FF2B5EF4-FFF2-40B4-BE49-F238E27FC236}">
                  <a16:creationId xmlns:a16="http://schemas.microsoft.com/office/drawing/2014/main" id="{4D969253-9ACB-3FE1-F0C1-75CA6B6EB4FB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2108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3AB41CE4-7C79-28E8-A56E-483D95D981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09" name="Forme libre : forme 2108">
                <a:extLst>
                  <a:ext uri="{FF2B5EF4-FFF2-40B4-BE49-F238E27FC236}">
                    <a16:creationId xmlns:a16="http://schemas.microsoft.com/office/drawing/2014/main" id="{DB6ECF2F-081A-71D6-0D97-F1E3E7B5F037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2107" name="ZoneTexte 2106">
              <a:extLst>
                <a:ext uri="{FF2B5EF4-FFF2-40B4-BE49-F238E27FC236}">
                  <a16:creationId xmlns:a16="http://schemas.microsoft.com/office/drawing/2014/main" id="{3E72BC84-C271-403D-C5E7-592C5B77901A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2110" name="Groupe 2109">
            <a:extLst>
              <a:ext uri="{FF2B5EF4-FFF2-40B4-BE49-F238E27FC236}">
                <a16:creationId xmlns:a16="http://schemas.microsoft.com/office/drawing/2014/main" id="{8B869C8E-3A82-D7CE-980C-B978D055BD6B}"/>
              </a:ext>
            </a:extLst>
          </p:cNvPr>
          <p:cNvGrpSpPr/>
          <p:nvPr/>
        </p:nvGrpSpPr>
        <p:grpSpPr>
          <a:xfrm>
            <a:off x="3660655" y="1494941"/>
            <a:ext cx="255230" cy="406122"/>
            <a:chOff x="5633373" y="1227577"/>
            <a:chExt cx="575763" cy="898368"/>
          </a:xfrm>
        </p:grpSpPr>
        <p:grpSp>
          <p:nvGrpSpPr>
            <p:cNvPr id="2111" name="Groupe 2110">
              <a:extLst>
                <a:ext uri="{FF2B5EF4-FFF2-40B4-BE49-F238E27FC236}">
                  <a16:creationId xmlns:a16="http://schemas.microsoft.com/office/drawing/2014/main" id="{2A08F2A7-D69E-4F2E-056C-69DC8BB188D7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33" name="Image 1032">
                <a:extLst>
                  <a:ext uri="{FF2B5EF4-FFF2-40B4-BE49-F238E27FC236}">
                    <a16:creationId xmlns:a16="http://schemas.microsoft.com/office/drawing/2014/main" id="{84AA94F5-C182-B834-78A1-7C8C11655D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BEBA8EAE-BF5A-486C-A8C5-ECC9F3942E4B}">
                    <a14:imgProps xmlns:a14="http://schemas.microsoft.com/office/drawing/2010/main">
                      <a14:imgLayer r:embed="rId19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40" name="Forme libre : forme 1039">
                <a:extLst>
                  <a:ext uri="{FF2B5EF4-FFF2-40B4-BE49-F238E27FC236}">
                    <a16:creationId xmlns:a16="http://schemas.microsoft.com/office/drawing/2014/main" id="{D9853B20-3080-7385-2594-7C7A5E395458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24" name="ZoneTexte 1023">
              <a:extLst>
                <a:ext uri="{FF2B5EF4-FFF2-40B4-BE49-F238E27FC236}">
                  <a16:creationId xmlns:a16="http://schemas.microsoft.com/office/drawing/2014/main" id="{2127964F-D420-8E6A-DEA9-9F680039C4D2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041" name="Groupe 1040">
            <a:extLst>
              <a:ext uri="{FF2B5EF4-FFF2-40B4-BE49-F238E27FC236}">
                <a16:creationId xmlns:a16="http://schemas.microsoft.com/office/drawing/2014/main" id="{9146F558-572E-E13A-9DF9-D98AB45C8079}"/>
              </a:ext>
            </a:extLst>
          </p:cNvPr>
          <p:cNvGrpSpPr/>
          <p:nvPr/>
        </p:nvGrpSpPr>
        <p:grpSpPr>
          <a:xfrm>
            <a:off x="3983236" y="1486700"/>
            <a:ext cx="274344" cy="408589"/>
            <a:chOff x="6389138" y="1222598"/>
            <a:chExt cx="618881" cy="903824"/>
          </a:xfrm>
        </p:grpSpPr>
        <p:grpSp>
          <p:nvGrpSpPr>
            <p:cNvPr id="1042" name="Groupe 1041">
              <a:extLst>
                <a:ext uri="{FF2B5EF4-FFF2-40B4-BE49-F238E27FC236}">
                  <a16:creationId xmlns:a16="http://schemas.microsoft.com/office/drawing/2014/main" id="{ED5441D6-26F3-ACCE-E180-49EF9ABC61AF}"/>
                </a:ext>
              </a:extLst>
            </p:cNvPr>
            <p:cNvGrpSpPr/>
            <p:nvPr/>
          </p:nvGrpSpPr>
          <p:grpSpPr>
            <a:xfrm>
              <a:off x="6389138" y="1222598"/>
              <a:ext cx="618881" cy="903824"/>
              <a:chOff x="6389138" y="1222598"/>
              <a:chExt cx="618881" cy="903824"/>
            </a:xfrm>
          </p:grpSpPr>
          <p:pic>
            <p:nvPicPr>
              <p:cNvPr id="1044" name="Picture 6" descr="Illustration de chauffeur d'autobus scolaire. | Vecteur Premium">
                <a:extLst>
                  <a:ext uri="{FF2B5EF4-FFF2-40B4-BE49-F238E27FC236}">
                    <a16:creationId xmlns:a16="http://schemas.microsoft.com/office/drawing/2014/main" id="{F22D2F57-4798-D5A9-E4A1-97D3FB0AF0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>
                            <a14:foregroundMark x1="69169" y1="10064" x2="69169" y2="10064"/>
                            <a14:backgroundMark x1="50799" y1="13419" x2="42492" y2="96645"/>
                            <a14:backgroundMark x1="42492" y1="96645" x2="42492" y2="96645"/>
                            <a14:backgroundMark x1="55112" y1="11022" x2="54792" y2="77636"/>
                            <a14:backgroundMark x1="57188" y1="72684" x2="57188" y2="72684"/>
                            <a14:backgroundMark x1="57508" y1="72364" x2="59105" y2="81310"/>
                            <a14:backgroundMark x1="65176" y1="73003" x2="65815" y2="78275"/>
                            <a14:backgroundMark x1="65495" y1="68371" x2="66134" y2="69649"/>
                            <a14:backgroundMark x1="77476" y1="66613" x2="80831" y2="79073"/>
                            <a14:backgroundMark x1="77796" y1="70607" x2="77796" y2="84345"/>
                            <a14:backgroundMark x1="75879" y1="80671" x2="75879" y2="80671"/>
                            <a14:backgroundMark x1="74760" y1="76358" x2="75399" y2="81949"/>
                            <a14:backgroundMark x1="75080" y1="82268" x2="74441" y2="84026"/>
                            <a14:backgroundMark x1="74121" y1="83067" x2="74121" y2="77955"/>
                            <a14:backgroundMark x1="78115" y1="66933" x2="79553" y2="62620"/>
                            <a14:backgroundMark x1="79073" y1="59744" x2="79073" y2="59744"/>
                            <a14:backgroundMark x1="76837" y1="64058" x2="75559" y2="64058"/>
                            <a14:backgroundMark x1="75399" y1="49042" x2="75559" y2="53355"/>
                            <a14:backgroundMark x1="77476" y1="40735" x2="77476" y2="40735"/>
                            <a14:backgroundMark x1="83546" y1="35304" x2="82109" y2="43610"/>
                            <a14:backgroundMark x1="56550" y1="31949" x2="56550" y2="31949"/>
                            <a14:backgroundMark x1="58147" y1="32748" x2="58147" y2="32748"/>
                            <a14:backgroundMark x1="56869" y1="30351" x2="57508" y2="36741"/>
                            <a14:backgroundMark x1="57508" y1="30351" x2="58147" y2="31310"/>
                            <a14:backgroundMark x1="58147" y1="31310" x2="58147" y2="32588"/>
                            <a14:backgroundMark x1="58147" y1="32588" x2="58147" y2="32588"/>
                            <a14:backgroundMark x1="57827" y1="47604" x2="56070" y2="56390"/>
                            <a14:backgroundMark x1="58786" y1="48722" x2="60064" y2="54313"/>
                            <a14:backgroundMark x1="60064" y1="53994" x2="60064" y2="53994"/>
                            <a14:backgroundMark x1="60064" y1="50958" x2="61182" y2="50958"/>
                            <a14:backgroundMark x1="61182" y1="50958" x2="61182" y2="509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91" r="10388" b="44795"/>
              <a:stretch/>
            </p:blipFill>
            <p:spPr bwMode="auto">
              <a:xfrm>
                <a:off x="6389138" y="1222598"/>
                <a:ext cx="618881" cy="900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45" name="Forme libre : forme 1044">
                <a:extLst>
                  <a:ext uri="{FF2B5EF4-FFF2-40B4-BE49-F238E27FC236}">
                    <a16:creationId xmlns:a16="http://schemas.microsoft.com/office/drawing/2014/main" id="{918F68E9-2675-5E0B-CEA7-9F1FE96B4C7A}"/>
                  </a:ext>
                </a:extLst>
              </p:cNvPr>
              <p:cNvSpPr/>
              <p:nvPr/>
            </p:nvSpPr>
            <p:spPr>
              <a:xfrm>
                <a:off x="6459846" y="1340173"/>
                <a:ext cx="469806" cy="786249"/>
              </a:xfrm>
              <a:custGeom>
                <a:avLst/>
                <a:gdLst>
                  <a:gd name="connsiteX0" fmla="*/ 62142 w 469806"/>
                  <a:gd name="connsiteY0" fmla="*/ 780016 h 786249"/>
                  <a:gd name="connsiteX1" fmla="*/ 103417 w 469806"/>
                  <a:gd name="connsiteY1" fmla="*/ 694291 h 786249"/>
                  <a:gd name="connsiteX2" fmla="*/ 87542 w 469806"/>
                  <a:gd name="connsiteY2" fmla="*/ 624441 h 786249"/>
                  <a:gd name="connsiteX3" fmla="*/ 122467 w 469806"/>
                  <a:gd name="connsiteY3" fmla="*/ 513316 h 786249"/>
                  <a:gd name="connsiteX4" fmla="*/ 39917 w 469806"/>
                  <a:gd name="connsiteY4" fmla="*/ 487916 h 786249"/>
                  <a:gd name="connsiteX5" fmla="*/ 65317 w 469806"/>
                  <a:gd name="connsiteY5" fmla="*/ 237091 h 786249"/>
                  <a:gd name="connsiteX6" fmla="*/ 27217 w 469806"/>
                  <a:gd name="connsiteY6" fmla="*/ 198991 h 786249"/>
                  <a:gd name="connsiteX7" fmla="*/ 1817 w 469806"/>
                  <a:gd name="connsiteY7" fmla="*/ 62466 h 786249"/>
                  <a:gd name="connsiteX8" fmla="*/ 78017 w 469806"/>
                  <a:gd name="connsiteY8" fmla="*/ 2141 h 786249"/>
                  <a:gd name="connsiteX9" fmla="*/ 246292 w 469806"/>
                  <a:gd name="connsiteY9" fmla="*/ 21191 h 786249"/>
                  <a:gd name="connsiteX10" fmla="*/ 395517 w 469806"/>
                  <a:gd name="connsiteY10" fmla="*/ 94216 h 786249"/>
                  <a:gd name="connsiteX11" fmla="*/ 443142 w 469806"/>
                  <a:gd name="connsiteY11" fmla="*/ 173591 h 786249"/>
                  <a:gd name="connsiteX12" fmla="*/ 395517 w 469806"/>
                  <a:gd name="connsiteY12" fmla="*/ 214866 h 786249"/>
                  <a:gd name="connsiteX13" fmla="*/ 420917 w 469806"/>
                  <a:gd name="connsiteY13" fmla="*/ 303766 h 786249"/>
                  <a:gd name="connsiteX14" fmla="*/ 411392 w 469806"/>
                  <a:gd name="connsiteY14" fmla="*/ 484741 h 786249"/>
                  <a:gd name="connsiteX15" fmla="*/ 306617 w 469806"/>
                  <a:gd name="connsiteY15" fmla="*/ 526016 h 786249"/>
                  <a:gd name="connsiteX16" fmla="*/ 401867 w 469806"/>
                  <a:gd name="connsiteY16" fmla="*/ 605391 h 786249"/>
                  <a:gd name="connsiteX17" fmla="*/ 468542 w 469806"/>
                  <a:gd name="connsiteY17" fmla="*/ 716516 h 786249"/>
                  <a:gd name="connsiteX18" fmla="*/ 411392 w 469806"/>
                  <a:gd name="connsiteY18" fmla="*/ 773666 h 786249"/>
                  <a:gd name="connsiteX19" fmla="*/ 62142 w 469806"/>
                  <a:gd name="connsiteY19" fmla="*/ 780016 h 78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69806" h="786249">
                    <a:moveTo>
                      <a:pt x="62142" y="780016"/>
                    </a:moveTo>
                    <a:cubicBezTo>
                      <a:pt x="10813" y="766787"/>
                      <a:pt x="99184" y="720220"/>
                      <a:pt x="103417" y="694291"/>
                    </a:cubicBezTo>
                    <a:cubicBezTo>
                      <a:pt x="107650" y="668362"/>
                      <a:pt x="84367" y="654604"/>
                      <a:pt x="87542" y="624441"/>
                    </a:cubicBezTo>
                    <a:cubicBezTo>
                      <a:pt x="90717" y="594278"/>
                      <a:pt x="130405" y="536070"/>
                      <a:pt x="122467" y="513316"/>
                    </a:cubicBezTo>
                    <a:cubicBezTo>
                      <a:pt x="114530" y="490562"/>
                      <a:pt x="49442" y="533953"/>
                      <a:pt x="39917" y="487916"/>
                    </a:cubicBezTo>
                    <a:cubicBezTo>
                      <a:pt x="30392" y="441878"/>
                      <a:pt x="67434" y="285245"/>
                      <a:pt x="65317" y="237091"/>
                    </a:cubicBezTo>
                    <a:cubicBezTo>
                      <a:pt x="63200" y="188937"/>
                      <a:pt x="37800" y="228095"/>
                      <a:pt x="27217" y="198991"/>
                    </a:cubicBezTo>
                    <a:cubicBezTo>
                      <a:pt x="16634" y="169887"/>
                      <a:pt x="-6650" y="95274"/>
                      <a:pt x="1817" y="62466"/>
                    </a:cubicBezTo>
                    <a:cubicBezTo>
                      <a:pt x="10284" y="29658"/>
                      <a:pt x="37271" y="9020"/>
                      <a:pt x="78017" y="2141"/>
                    </a:cubicBezTo>
                    <a:cubicBezTo>
                      <a:pt x="118763" y="-4738"/>
                      <a:pt x="193375" y="5845"/>
                      <a:pt x="246292" y="21191"/>
                    </a:cubicBezTo>
                    <a:cubicBezTo>
                      <a:pt x="299209" y="36537"/>
                      <a:pt x="362709" y="68816"/>
                      <a:pt x="395517" y="94216"/>
                    </a:cubicBezTo>
                    <a:cubicBezTo>
                      <a:pt x="428325" y="119616"/>
                      <a:pt x="443142" y="153483"/>
                      <a:pt x="443142" y="173591"/>
                    </a:cubicBezTo>
                    <a:cubicBezTo>
                      <a:pt x="443142" y="193699"/>
                      <a:pt x="399221" y="193170"/>
                      <a:pt x="395517" y="214866"/>
                    </a:cubicBezTo>
                    <a:cubicBezTo>
                      <a:pt x="391813" y="236562"/>
                      <a:pt x="418271" y="258787"/>
                      <a:pt x="420917" y="303766"/>
                    </a:cubicBezTo>
                    <a:cubicBezTo>
                      <a:pt x="423563" y="348745"/>
                      <a:pt x="430442" y="447699"/>
                      <a:pt x="411392" y="484741"/>
                    </a:cubicBezTo>
                    <a:cubicBezTo>
                      <a:pt x="392342" y="521783"/>
                      <a:pt x="308205" y="505908"/>
                      <a:pt x="306617" y="526016"/>
                    </a:cubicBezTo>
                    <a:cubicBezTo>
                      <a:pt x="305030" y="546124"/>
                      <a:pt x="374880" y="573641"/>
                      <a:pt x="401867" y="605391"/>
                    </a:cubicBezTo>
                    <a:cubicBezTo>
                      <a:pt x="428854" y="637141"/>
                      <a:pt x="466955" y="688470"/>
                      <a:pt x="468542" y="716516"/>
                    </a:cubicBezTo>
                    <a:cubicBezTo>
                      <a:pt x="470129" y="744562"/>
                      <a:pt x="479125" y="764670"/>
                      <a:pt x="411392" y="773666"/>
                    </a:cubicBezTo>
                    <a:cubicBezTo>
                      <a:pt x="343659" y="782662"/>
                      <a:pt x="113471" y="793245"/>
                      <a:pt x="62142" y="780016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43" name="ZoneTexte 1042">
              <a:extLst>
                <a:ext uri="{FF2B5EF4-FFF2-40B4-BE49-F238E27FC236}">
                  <a16:creationId xmlns:a16="http://schemas.microsoft.com/office/drawing/2014/main" id="{DBD9DFEB-CCB6-EC41-1663-3954645E906C}"/>
                </a:ext>
              </a:extLst>
            </p:cNvPr>
            <p:cNvSpPr txBox="1"/>
            <p:nvPr/>
          </p:nvSpPr>
          <p:spPr>
            <a:xfrm>
              <a:off x="6463787" y="1281364"/>
              <a:ext cx="393279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grpSp>
        <p:nvGrpSpPr>
          <p:cNvPr id="1046" name="Groupe 1045">
            <a:extLst>
              <a:ext uri="{FF2B5EF4-FFF2-40B4-BE49-F238E27FC236}">
                <a16:creationId xmlns:a16="http://schemas.microsoft.com/office/drawing/2014/main" id="{2F882E50-4445-5D8B-E86D-749D685731F7}"/>
              </a:ext>
            </a:extLst>
          </p:cNvPr>
          <p:cNvGrpSpPr/>
          <p:nvPr/>
        </p:nvGrpSpPr>
        <p:grpSpPr>
          <a:xfrm>
            <a:off x="4333442" y="1505025"/>
            <a:ext cx="308831" cy="385251"/>
            <a:chOff x="7205187" y="1274964"/>
            <a:chExt cx="696677" cy="852197"/>
          </a:xfrm>
        </p:grpSpPr>
        <p:grpSp>
          <p:nvGrpSpPr>
            <p:cNvPr id="1047" name="Groupe 1046">
              <a:extLst>
                <a:ext uri="{FF2B5EF4-FFF2-40B4-BE49-F238E27FC236}">
                  <a16:creationId xmlns:a16="http://schemas.microsoft.com/office/drawing/2014/main" id="{A2BDB9BD-3954-F5EE-0AA2-3DAC16342F9A}"/>
                </a:ext>
              </a:extLst>
            </p:cNvPr>
            <p:cNvGrpSpPr/>
            <p:nvPr/>
          </p:nvGrpSpPr>
          <p:grpSpPr>
            <a:xfrm>
              <a:off x="7205187" y="1310923"/>
              <a:ext cx="696677" cy="816238"/>
              <a:chOff x="6683949" y="1330684"/>
              <a:chExt cx="696677" cy="816238"/>
            </a:xfrm>
          </p:grpSpPr>
          <p:pic>
            <p:nvPicPr>
              <p:cNvPr id="1049" name="Picture 2" descr="Illustration De Vecteur De Chauffeur D'autobus Scolaire Illustration de  Vecteur - Illustration of ville, homme: 87254230">
                <a:extLst>
                  <a:ext uri="{FF2B5EF4-FFF2-40B4-BE49-F238E27FC236}">
                    <a16:creationId xmlns:a16="http://schemas.microsoft.com/office/drawing/2014/main" id="{75E987E5-30DF-E7C0-EDDC-43C224F45E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5444" b="90000" l="9763" r="89974">
                            <a14:foregroundMark x1="67150" y1="8889" x2="67150" y2="8889"/>
                            <a14:foregroundMark x1="68470" y1="5444" x2="68470" y2="5444"/>
                            <a14:foregroundMark x1="73747" y1="44444" x2="73747" y2="44444"/>
                            <a14:foregroundMark x1="70053" y1="43333" x2="70053" y2="43333"/>
                            <a14:backgroundMark x1="50396" y1="26222" x2="46042" y2="65556"/>
                            <a14:backgroundMark x1="46042" y1="65556" x2="46306" y2="66000"/>
                            <a14:backgroundMark x1="45910" y1="15222" x2="47493" y2="78667"/>
                            <a14:backgroundMark x1="50792" y1="19444" x2="50792" y2="19444"/>
                            <a14:backgroundMark x1="54222" y1="15333" x2="55805" y2="40556"/>
                            <a14:backgroundMark x1="33773" y1="16556" x2="25462" y2="66000"/>
                            <a14:backgroundMark x1="18865" y1="26222" x2="22296" y2="72111"/>
                            <a14:backgroundMark x1="20580" y1="30556" x2="30079" y2="85444"/>
                            <a14:backgroundMark x1="41161" y1="52000" x2="41293" y2="84444"/>
                            <a14:backgroundMark x1="62137" y1="57444" x2="62269" y2="65333"/>
                            <a14:backgroundMark x1="58971" y1="36111" x2="57124" y2="55889"/>
                            <a14:backgroundMark x1="60554" y1="41778" x2="60686" y2="44667"/>
                            <a14:backgroundMark x1="75726" y1="39889" x2="75726" y2="39889"/>
                            <a14:backgroundMark x1="76121" y1="40444" x2="76121" y2="40444"/>
                            <a14:backgroundMark x1="75989" y1="40778" x2="75989" y2="40778"/>
                            <a14:backgroundMark x1="77704" y1="39889" x2="82850" y2="42889"/>
                            <a14:backgroundMark x1="82982" y1="53778" x2="82982" y2="70889"/>
                            <a14:backgroundMark x1="60686" y1="34778" x2="61741" y2="4133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4133" b="47067"/>
              <a:stretch/>
            </p:blipFill>
            <p:spPr bwMode="auto">
              <a:xfrm>
                <a:off x="6683949" y="1330684"/>
                <a:ext cx="696677" cy="807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50" name="Forme libre : forme 1049">
                <a:extLst>
                  <a:ext uri="{FF2B5EF4-FFF2-40B4-BE49-F238E27FC236}">
                    <a16:creationId xmlns:a16="http://schemas.microsoft.com/office/drawing/2014/main" id="{BEECA4E1-D564-3DBC-41F0-377214235F2C}"/>
                  </a:ext>
                </a:extLst>
              </p:cNvPr>
              <p:cNvSpPr/>
              <p:nvPr/>
            </p:nvSpPr>
            <p:spPr>
              <a:xfrm>
                <a:off x="6773301" y="1349096"/>
                <a:ext cx="468960" cy="797826"/>
              </a:xfrm>
              <a:custGeom>
                <a:avLst/>
                <a:gdLst>
                  <a:gd name="connsiteX0" fmla="*/ 18024 w 468960"/>
                  <a:gd name="connsiteY0" fmla="*/ 778154 h 797826"/>
                  <a:gd name="connsiteX1" fmla="*/ 87874 w 468960"/>
                  <a:gd name="connsiteY1" fmla="*/ 654329 h 797826"/>
                  <a:gd name="connsiteX2" fmla="*/ 170424 w 468960"/>
                  <a:gd name="connsiteY2" fmla="*/ 613054 h 797826"/>
                  <a:gd name="connsiteX3" fmla="*/ 183124 w 468960"/>
                  <a:gd name="connsiteY3" fmla="*/ 587654 h 797826"/>
                  <a:gd name="connsiteX4" fmla="*/ 183124 w 468960"/>
                  <a:gd name="connsiteY4" fmla="*/ 555904 h 797826"/>
                  <a:gd name="connsiteX5" fmla="*/ 116449 w 468960"/>
                  <a:gd name="connsiteY5" fmla="*/ 527329 h 797826"/>
                  <a:gd name="connsiteX6" fmla="*/ 91049 w 468960"/>
                  <a:gd name="connsiteY6" fmla="*/ 235229 h 797826"/>
                  <a:gd name="connsiteX7" fmla="*/ 65649 w 468960"/>
                  <a:gd name="connsiteY7" fmla="*/ 228879 h 797826"/>
                  <a:gd name="connsiteX8" fmla="*/ 33899 w 468960"/>
                  <a:gd name="connsiteY8" fmla="*/ 197129 h 797826"/>
                  <a:gd name="connsiteX9" fmla="*/ 49774 w 468960"/>
                  <a:gd name="connsiteY9" fmla="*/ 181254 h 797826"/>
                  <a:gd name="connsiteX10" fmla="*/ 30724 w 468960"/>
                  <a:gd name="connsiteY10" fmla="*/ 60604 h 797826"/>
                  <a:gd name="connsiteX11" fmla="*/ 173599 w 468960"/>
                  <a:gd name="connsiteY11" fmla="*/ 279 h 797826"/>
                  <a:gd name="connsiteX12" fmla="*/ 411724 w 468960"/>
                  <a:gd name="connsiteY12" fmla="*/ 82829 h 797826"/>
                  <a:gd name="connsiteX13" fmla="*/ 468874 w 468960"/>
                  <a:gd name="connsiteY13" fmla="*/ 190779 h 797826"/>
                  <a:gd name="connsiteX14" fmla="*/ 424424 w 468960"/>
                  <a:gd name="connsiteY14" fmla="*/ 219354 h 797826"/>
                  <a:gd name="connsiteX15" fmla="*/ 414899 w 468960"/>
                  <a:gd name="connsiteY15" fmla="*/ 349529 h 797826"/>
                  <a:gd name="connsiteX16" fmla="*/ 437124 w 468960"/>
                  <a:gd name="connsiteY16" fmla="*/ 365404 h 797826"/>
                  <a:gd name="connsiteX17" fmla="*/ 440299 w 468960"/>
                  <a:gd name="connsiteY17" fmla="*/ 432079 h 797826"/>
                  <a:gd name="connsiteX18" fmla="*/ 392674 w 468960"/>
                  <a:gd name="connsiteY18" fmla="*/ 451129 h 797826"/>
                  <a:gd name="connsiteX19" fmla="*/ 373624 w 468960"/>
                  <a:gd name="connsiteY19" fmla="*/ 451129 h 797826"/>
                  <a:gd name="connsiteX20" fmla="*/ 341874 w 468960"/>
                  <a:gd name="connsiteY20" fmla="*/ 498754 h 797826"/>
                  <a:gd name="connsiteX21" fmla="*/ 303774 w 468960"/>
                  <a:gd name="connsiteY21" fmla="*/ 543204 h 797826"/>
                  <a:gd name="connsiteX22" fmla="*/ 268849 w 468960"/>
                  <a:gd name="connsiteY22" fmla="*/ 546379 h 797826"/>
                  <a:gd name="connsiteX23" fmla="*/ 275199 w 468960"/>
                  <a:gd name="connsiteY23" fmla="*/ 603529 h 797826"/>
                  <a:gd name="connsiteX24" fmla="*/ 335524 w 468960"/>
                  <a:gd name="connsiteY24" fmla="*/ 628929 h 797826"/>
                  <a:gd name="connsiteX25" fmla="*/ 376799 w 468960"/>
                  <a:gd name="connsiteY25" fmla="*/ 686079 h 797826"/>
                  <a:gd name="connsiteX26" fmla="*/ 443474 w 468960"/>
                  <a:gd name="connsiteY26" fmla="*/ 787679 h 797826"/>
                  <a:gd name="connsiteX27" fmla="*/ 18024 w 468960"/>
                  <a:gd name="connsiteY27" fmla="*/ 778154 h 79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8960" h="797826">
                    <a:moveTo>
                      <a:pt x="18024" y="778154"/>
                    </a:moveTo>
                    <a:cubicBezTo>
                      <a:pt x="-41243" y="755929"/>
                      <a:pt x="62474" y="681846"/>
                      <a:pt x="87874" y="654329"/>
                    </a:cubicBezTo>
                    <a:cubicBezTo>
                      <a:pt x="113274" y="626812"/>
                      <a:pt x="154549" y="624166"/>
                      <a:pt x="170424" y="613054"/>
                    </a:cubicBezTo>
                    <a:cubicBezTo>
                      <a:pt x="186299" y="601941"/>
                      <a:pt x="181007" y="597179"/>
                      <a:pt x="183124" y="587654"/>
                    </a:cubicBezTo>
                    <a:cubicBezTo>
                      <a:pt x="185241" y="578129"/>
                      <a:pt x="194236" y="565958"/>
                      <a:pt x="183124" y="555904"/>
                    </a:cubicBezTo>
                    <a:cubicBezTo>
                      <a:pt x="172012" y="545850"/>
                      <a:pt x="131795" y="580775"/>
                      <a:pt x="116449" y="527329"/>
                    </a:cubicBezTo>
                    <a:cubicBezTo>
                      <a:pt x="101103" y="473883"/>
                      <a:pt x="99516" y="284971"/>
                      <a:pt x="91049" y="235229"/>
                    </a:cubicBezTo>
                    <a:cubicBezTo>
                      <a:pt x="82582" y="185487"/>
                      <a:pt x="75174" y="235229"/>
                      <a:pt x="65649" y="228879"/>
                    </a:cubicBezTo>
                    <a:cubicBezTo>
                      <a:pt x="56124" y="222529"/>
                      <a:pt x="36545" y="205066"/>
                      <a:pt x="33899" y="197129"/>
                    </a:cubicBezTo>
                    <a:cubicBezTo>
                      <a:pt x="31253" y="189192"/>
                      <a:pt x="50303" y="204008"/>
                      <a:pt x="49774" y="181254"/>
                    </a:cubicBezTo>
                    <a:cubicBezTo>
                      <a:pt x="49245" y="158500"/>
                      <a:pt x="10087" y="90766"/>
                      <a:pt x="30724" y="60604"/>
                    </a:cubicBezTo>
                    <a:cubicBezTo>
                      <a:pt x="51361" y="30442"/>
                      <a:pt x="110099" y="-3425"/>
                      <a:pt x="173599" y="279"/>
                    </a:cubicBezTo>
                    <a:cubicBezTo>
                      <a:pt x="237099" y="3983"/>
                      <a:pt x="362512" y="51079"/>
                      <a:pt x="411724" y="82829"/>
                    </a:cubicBezTo>
                    <a:cubicBezTo>
                      <a:pt x="460937" y="114579"/>
                      <a:pt x="466757" y="168025"/>
                      <a:pt x="468874" y="190779"/>
                    </a:cubicBezTo>
                    <a:cubicBezTo>
                      <a:pt x="470991" y="213533"/>
                      <a:pt x="433420" y="192896"/>
                      <a:pt x="424424" y="219354"/>
                    </a:cubicBezTo>
                    <a:cubicBezTo>
                      <a:pt x="415428" y="245812"/>
                      <a:pt x="412782" y="325187"/>
                      <a:pt x="414899" y="349529"/>
                    </a:cubicBezTo>
                    <a:cubicBezTo>
                      <a:pt x="417016" y="373871"/>
                      <a:pt x="432891" y="351646"/>
                      <a:pt x="437124" y="365404"/>
                    </a:cubicBezTo>
                    <a:cubicBezTo>
                      <a:pt x="441357" y="379162"/>
                      <a:pt x="447707" y="417792"/>
                      <a:pt x="440299" y="432079"/>
                    </a:cubicBezTo>
                    <a:cubicBezTo>
                      <a:pt x="432891" y="446366"/>
                      <a:pt x="403787" y="447954"/>
                      <a:pt x="392674" y="451129"/>
                    </a:cubicBezTo>
                    <a:cubicBezTo>
                      <a:pt x="381561" y="454304"/>
                      <a:pt x="382091" y="443191"/>
                      <a:pt x="373624" y="451129"/>
                    </a:cubicBezTo>
                    <a:cubicBezTo>
                      <a:pt x="365157" y="459066"/>
                      <a:pt x="353516" y="483408"/>
                      <a:pt x="341874" y="498754"/>
                    </a:cubicBezTo>
                    <a:cubicBezTo>
                      <a:pt x="330232" y="514100"/>
                      <a:pt x="315945" y="535267"/>
                      <a:pt x="303774" y="543204"/>
                    </a:cubicBezTo>
                    <a:cubicBezTo>
                      <a:pt x="291603" y="551141"/>
                      <a:pt x="273612" y="536325"/>
                      <a:pt x="268849" y="546379"/>
                    </a:cubicBezTo>
                    <a:cubicBezTo>
                      <a:pt x="264087" y="556433"/>
                      <a:pt x="264086" y="589771"/>
                      <a:pt x="275199" y="603529"/>
                    </a:cubicBezTo>
                    <a:cubicBezTo>
                      <a:pt x="286312" y="617287"/>
                      <a:pt x="318591" y="615171"/>
                      <a:pt x="335524" y="628929"/>
                    </a:cubicBezTo>
                    <a:cubicBezTo>
                      <a:pt x="352457" y="642687"/>
                      <a:pt x="358807" y="659621"/>
                      <a:pt x="376799" y="686079"/>
                    </a:cubicBezTo>
                    <a:cubicBezTo>
                      <a:pt x="394791" y="712537"/>
                      <a:pt x="498507" y="771275"/>
                      <a:pt x="443474" y="787679"/>
                    </a:cubicBezTo>
                    <a:cubicBezTo>
                      <a:pt x="388441" y="804083"/>
                      <a:pt x="77291" y="800379"/>
                      <a:pt x="18024" y="778154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48" name="ZoneTexte 1047">
              <a:extLst>
                <a:ext uri="{FF2B5EF4-FFF2-40B4-BE49-F238E27FC236}">
                  <a16:creationId xmlns:a16="http://schemas.microsoft.com/office/drawing/2014/main" id="{01FA3CED-9352-6E79-2CE6-1D85FF5DEE6B}"/>
                </a:ext>
              </a:extLst>
            </p:cNvPr>
            <p:cNvSpPr txBox="1"/>
            <p:nvPr/>
          </p:nvSpPr>
          <p:spPr>
            <a:xfrm>
              <a:off x="7322033" y="1274964"/>
              <a:ext cx="393281" cy="68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1051" name="Groupe 1050">
            <a:extLst>
              <a:ext uri="{FF2B5EF4-FFF2-40B4-BE49-F238E27FC236}">
                <a16:creationId xmlns:a16="http://schemas.microsoft.com/office/drawing/2014/main" id="{FF970AA7-3B6E-4882-3C63-1B3A4A0357AD}"/>
              </a:ext>
            </a:extLst>
          </p:cNvPr>
          <p:cNvGrpSpPr/>
          <p:nvPr/>
        </p:nvGrpSpPr>
        <p:grpSpPr>
          <a:xfrm>
            <a:off x="4673716" y="1513266"/>
            <a:ext cx="243811" cy="379019"/>
            <a:chOff x="7966342" y="1283428"/>
            <a:chExt cx="550000" cy="838412"/>
          </a:xfrm>
        </p:grpSpPr>
        <p:grpSp>
          <p:nvGrpSpPr>
            <p:cNvPr id="1052" name="Groupe 1051">
              <a:extLst>
                <a:ext uri="{FF2B5EF4-FFF2-40B4-BE49-F238E27FC236}">
                  <a16:creationId xmlns:a16="http://schemas.microsoft.com/office/drawing/2014/main" id="{E80B36ED-29BF-EB2F-D819-5464DD0BA755}"/>
                </a:ext>
              </a:extLst>
            </p:cNvPr>
            <p:cNvGrpSpPr/>
            <p:nvPr/>
          </p:nvGrpSpPr>
          <p:grpSpPr>
            <a:xfrm>
              <a:off x="7966342" y="1283428"/>
              <a:ext cx="550000" cy="838412"/>
              <a:chOff x="7435579" y="1324618"/>
              <a:chExt cx="550000" cy="838412"/>
            </a:xfrm>
          </p:grpSpPr>
          <p:pic>
            <p:nvPicPr>
              <p:cNvPr id="1054" name="Picture 12" descr="Premium Vector | School bus driver vector illustration.">
                <a:extLst>
                  <a:ext uri="{FF2B5EF4-FFF2-40B4-BE49-F238E27FC236}">
                    <a16:creationId xmlns:a16="http://schemas.microsoft.com/office/drawing/2014/main" id="{7F26ACD0-585B-4AD4-D3EE-42331F6882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10000" b="90000" l="10000" r="90000">
                            <a14:backgroundMark x1="51917" y1="19169" x2="53035" y2="47764"/>
                            <a14:backgroundMark x1="53035" y1="47764" x2="49840" y2="59744"/>
                            <a14:backgroundMark x1="49840" y1="59744" x2="49840" y2="60224"/>
                            <a14:backgroundMark x1="80351" y1="41534" x2="79872" y2="42971"/>
                            <a14:backgroundMark x1="78435" y1="42492" x2="78435" y2="42492"/>
                            <a14:backgroundMark x1="76997" y1="42013" x2="80831" y2="44249"/>
                            <a14:backgroundMark x1="56869" y1="19329" x2="58307" y2="34345"/>
                            <a14:backgroundMark x1="58786" y1="34505" x2="57029" y2="53674"/>
                            <a14:backgroundMark x1="39457" y1="14377" x2="32588" y2="76677"/>
                            <a14:backgroundMark x1="42812" y1="53514" x2="43930" y2="82268"/>
                            <a14:backgroundMark x1="48722" y1="68211" x2="53355" y2="85463"/>
                            <a14:backgroundMark x1="54473" y1="67252" x2="56390" y2="79393"/>
                            <a14:backgroundMark x1="59585" y1="51438" x2="59585" y2="51438"/>
                            <a14:backgroundMark x1="62460" y1="51118" x2="62460" y2="51118"/>
                            <a14:backgroundMark x1="63578" y1="50160" x2="63578" y2="50160"/>
                            <a14:backgroundMark x1="63259" y1="51278" x2="63259" y2="51278"/>
                            <a14:backgroundMark x1="63099" y1="51597" x2="63099" y2="51597"/>
                            <a14:backgroundMark x1="57827" y1="54153" x2="56390" y2="72843"/>
                            <a14:backgroundMark x1="76677" y1="42173" x2="76677" y2="4217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239" t="10107" r="12289" b="40217"/>
              <a:stretch/>
            </p:blipFill>
            <p:spPr bwMode="auto">
              <a:xfrm>
                <a:off x="7435579" y="1324618"/>
                <a:ext cx="550000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55" name="Forme libre : forme 1054">
                <a:extLst>
                  <a:ext uri="{FF2B5EF4-FFF2-40B4-BE49-F238E27FC236}">
                    <a16:creationId xmlns:a16="http://schemas.microsoft.com/office/drawing/2014/main" id="{AE16CF30-87AD-4049-0CAF-F93C6B21349C}"/>
                  </a:ext>
                </a:extLst>
              </p:cNvPr>
              <p:cNvSpPr/>
              <p:nvPr/>
            </p:nvSpPr>
            <p:spPr>
              <a:xfrm>
                <a:off x="7511884" y="1368841"/>
                <a:ext cx="436727" cy="794189"/>
              </a:xfrm>
              <a:custGeom>
                <a:avLst/>
                <a:gdLst>
                  <a:gd name="connsiteX0" fmla="*/ 25857 w 434417"/>
                  <a:gd name="connsiteY0" fmla="*/ 771109 h 794189"/>
                  <a:gd name="connsiteX1" fmla="*/ 73482 w 434417"/>
                  <a:gd name="connsiteY1" fmla="*/ 606009 h 794189"/>
                  <a:gd name="connsiteX2" fmla="*/ 143332 w 434417"/>
                  <a:gd name="connsiteY2" fmla="*/ 548859 h 794189"/>
                  <a:gd name="connsiteX3" fmla="*/ 152857 w 434417"/>
                  <a:gd name="connsiteY3" fmla="*/ 494884 h 794189"/>
                  <a:gd name="connsiteX4" fmla="*/ 79832 w 434417"/>
                  <a:gd name="connsiteY4" fmla="*/ 425034 h 794189"/>
                  <a:gd name="connsiteX5" fmla="*/ 60782 w 434417"/>
                  <a:gd name="connsiteY5" fmla="*/ 352009 h 794189"/>
                  <a:gd name="connsiteX6" fmla="*/ 32207 w 434417"/>
                  <a:gd name="connsiteY6" fmla="*/ 285334 h 794189"/>
                  <a:gd name="connsiteX7" fmla="*/ 35382 w 434417"/>
                  <a:gd name="connsiteY7" fmla="*/ 225009 h 794189"/>
                  <a:gd name="connsiteX8" fmla="*/ 35382 w 434417"/>
                  <a:gd name="connsiteY8" fmla="*/ 186909 h 794189"/>
                  <a:gd name="connsiteX9" fmla="*/ 457 w 434417"/>
                  <a:gd name="connsiteY9" fmla="*/ 88484 h 794189"/>
                  <a:gd name="connsiteX10" fmla="*/ 63957 w 434417"/>
                  <a:gd name="connsiteY10" fmla="*/ 15459 h 794189"/>
                  <a:gd name="connsiteX11" fmla="*/ 171907 w 434417"/>
                  <a:gd name="connsiteY11" fmla="*/ 2759 h 794189"/>
                  <a:gd name="connsiteX12" fmla="*/ 321132 w 434417"/>
                  <a:gd name="connsiteY12" fmla="*/ 53559 h 794189"/>
                  <a:gd name="connsiteX13" fmla="*/ 419557 w 434417"/>
                  <a:gd name="connsiteY13" fmla="*/ 164684 h 794189"/>
                  <a:gd name="connsiteX14" fmla="*/ 356057 w 434417"/>
                  <a:gd name="connsiteY14" fmla="*/ 205959 h 794189"/>
                  <a:gd name="connsiteX15" fmla="*/ 362407 w 434417"/>
                  <a:gd name="connsiteY15" fmla="*/ 228184 h 794189"/>
                  <a:gd name="connsiteX16" fmla="*/ 384632 w 434417"/>
                  <a:gd name="connsiteY16" fmla="*/ 234534 h 794189"/>
                  <a:gd name="connsiteX17" fmla="*/ 381457 w 434417"/>
                  <a:gd name="connsiteY17" fmla="*/ 336134 h 794189"/>
                  <a:gd name="connsiteX18" fmla="*/ 346532 w 434417"/>
                  <a:gd name="connsiteY18" fmla="*/ 355184 h 794189"/>
                  <a:gd name="connsiteX19" fmla="*/ 352882 w 434417"/>
                  <a:gd name="connsiteY19" fmla="*/ 415509 h 794189"/>
                  <a:gd name="connsiteX20" fmla="*/ 283032 w 434417"/>
                  <a:gd name="connsiteY20" fmla="*/ 466309 h 794189"/>
                  <a:gd name="connsiteX21" fmla="*/ 276682 w 434417"/>
                  <a:gd name="connsiteY21" fmla="*/ 494884 h 794189"/>
                  <a:gd name="connsiteX22" fmla="*/ 365582 w 434417"/>
                  <a:gd name="connsiteY22" fmla="*/ 567909 h 794189"/>
                  <a:gd name="connsiteX23" fmla="*/ 413207 w 434417"/>
                  <a:gd name="connsiteY23" fmla="*/ 771109 h 794189"/>
                  <a:gd name="connsiteX24" fmla="*/ 25857 w 434417"/>
                  <a:gd name="connsiteY24" fmla="*/ 771109 h 794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4417" h="794189">
                    <a:moveTo>
                      <a:pt x="25857" y="771109"/>
                    </a:moveTo>
                    <a:cubicBezTo>
                      <a:pt x="-30764" y="743592"/>
                      <a:pt x="53903" y="643051"/>
                      <a:pt x="73482" y="606009"/>
                    </a:cubicBezTo>
                    <a:cubicBezTo>
                      <a:pt x="93061" y="568967"/>
                      <a:pt x="130103" y="567380"/>
                      <a:pt x="143332" y="548859"/>
                    </a:cubicBezTo>
                    <a:cubicBezTo>
                      <a:pt x="156561" y="530338"/>
                      <a:pt x="163440" y="515521"/>
                      <a:pt x="152857" y="494884"/>
                    </a:cubicBezTo>
                    <a:cubicBezTo>
                      <a:pt x="142274" y="474246"/>
                      <a:pt x="95178" y="448846"/>
                      <a:pt x="79832" y="425034"/>
                    </a:cubicBezTo>
                    <a:cubicBezTo>
                      <a:pt x="64486" y="401222"/>
                      <a:pt x="68720" y="375292"/>
                      <a:pt x="60782" y="352009"/>
                    </a:cubicBezTo>
                    <a:cubicBezTo>
                      <a:pt x="52845" y="328726"/>
                      <a:pt x="36440" y="306501"/>
                      <a:pt x="32207" y="285334"/>
                    </a:cubicBezTo>
                    <a:cubicBezTo>
                      <a:pt x="27974" y="264167"/>
                      <a:pt x="34853" y="241413"/>
                      <a:pt x="35382" y="225009"/>
                    </a:cubicBezTo>
                    <a:cubicBezTo>
                      <a:pt x="35911" y="208605"/>
                      <a:pt x="41203" y="209663"/>
                      <a:pt x="35382" y="186909"/>
                    </a:cubicBezTo>
                    <a:cubicBezTo>
                      <a:pt x="29561" y="164155"/>
                      <a:pt x="-4305" y="117059"/>
                      <a:pt x="457" y="88484"/>
                    </a:cubicBezTo>
                    <a:cubicBezTo>
                      <a:pt x="5219" y="59909"/>
                      <a:pt x="35382" y="29746"/>
                      <a:pt x="63957" y="15459"/>
                    </a:cubicBezTo>
                    <a:cubicBezTo>
                      <a:pt x="92532" y="1172"/>
                      <a:pt x="129045" y="-3591"/>
                      <a:pt x="171907" y="2759"/>
                    </a:cubicBezTo>
                    <a:cubicBezTo>
                      <a:pt x="214769" y="9109"/>
                      <a:pt x="279857" y="26572"/>
                      <a:pt x="321132" y="53559"/>
                    </a:cubicBezTo>
                    <a:cubicBezTo>
                      <a:pt x="362407" y="80546"/>
                      <a:pt x="413736" y="139284"/>
                      <a:pt x="419557" y="164684"/>
                    </a:cubicBezTo>
                    <a:cubicBezTo>
                      <a:pt x="425378" y="190084"/>
                      <a:pt x="365582" y="195376"/>
                      <a:pt x="356057" y="205959"/>
                    </a:cubicBezTo>
                    <a:cubicBezTo>
                      <a:pt x="346532" y="216542"/>
                      <a:pt x="357645" y="223422"/>
                      <a:pt x="362407" y="228184"/>
                    </a:cubicBezTo>
                    <a:cubicBezTo>
                      <a:pt x="367169" y="232946"/>
                      <a:pt x="381457" y="216542"/>
                      <a:pt x="384632" y="234534"/>
                    </a:cubicBezTo>
                    <a:cubicBezTo>
                      <a:pt x="387807" y="252526"/>
                      <a:pt x="387807" y="316026"/>
                      <a:pt x="381457" y="336134"/>
                    </a:cubicBezTo>
                    <a:cubicBezTo>
                      <a:pt x="375107" y="356242"/>
                      <a:pt x="351294" y="341955"/>
                      <a:pt x="346532" y="355184"/>
                    </a:cubicBezTo>
                    <a:cubicBezTo>
                      <a:pt x="341770" y="368413"/>
                      <a:pt x="363465" y="396988"/>
                      <a:pt x="352882" y="415509"/>
                    </a:cubicBezTo>
                    <a:cubicBezTo>
                      <a:pt x="342299" y="434030"/>
                      <a:pt x="295732" y="453080"/>
                      <a:pt x="283032" y="466309"/>
                    </a:cubicBezTo>
                    <a:cubicBezTo>
                      <a:pt x="270332" y="479538"/>
                      <a:pt x="262924" y="477951"/>
                      <a:pt x="276682" y="494884"/>
                    </a:cubicBezTo>
                    <a:cubicBezTo>
                      <a:pt x="290440" y="511817"/>
                      <a:pt x="342828" y="521872"/>
                      <a:pt x="365582" y="567909"/>
                    </a:cubicBezTo>
                    <a:cubicBezTo>
                      <a:pt x="388336" y="613946"/>
                      <a:pt x="473532" y="737242"/>
                      <a:pt x="413207" y="771109"/>
                    </a:cubicBezTo>
                    <a:cubicBezTo>
                      <a:pt x="352882" y="804976"/>
                      <a:pt x="82478" y="798626"/>
                      <a:pt x="25857" y="771109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53" name="ZoneTexte 1052">
              <a:extLst>
                <a:ext uri="{FF2B5EF4-FFF2-40B4-BE49-F238E27FC236}">
                  <a16:creationId xmlns:a16="http://schemas.microsoft.com/office/drawing/2014/main" id="{8ABC5304-F107-55F7-9CB4-B30B72755450}"/>
                </a:ext>
              </a:extLst>
            </p:cNvPr>
            <p:cNvSpPr txBox="1"/>
            <p:nvPr/>
          </p:nvSpPr>
          <p:spPr>
            <a:xfrm>
              <a:off x="8045173" y="1301874"/>
              <a:ext cx="393280" cy="68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C8F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</p:grpSp>
      <p:grpSp>
        <p:nvGrpSpPr>
          <p:cNvPr id="2112" name="Groupe 2111">
            <a:extLst>
              <a:ext uri="{FF2B5EF4-FFF2-40B4-BE49-F238E27FC236}">
                <a16:creationId xmlns:a16="http://schemas.microsoft.com/office/drawing/2014/main" id="{71A3954D-52E3-F2BA-022C-47AA88A7D7BA}"/>
              </a:ext>
            </a:extLst>
          </p:cNvPr>
          <p:cNvGrpSpPr/>
          <p:nvPr/>
        </p:nvGrpSpPr>
        <p:grpSpPr>
          <a:xfrm>
            <a:off x="5003697" y="1523069"/>
            <a:ext cx="231598" cy="379318"/>
            <a:chOff x="8715520" y="1301961"/>
            <a:chExt cx="522448" cy="839073"/>
          </a:xfrm>
        </p:grpSpPr>
        <p:grpSp>
          <p:nvGrpSpPr>
            <p:cNvPr id="2113" name="Groupe 2112">
              <a:extLst>
                <a:ext uri="{FF2B5EF4-FFF2-40B4-BE49-F238E27FC236}">
                  <a16:creationId xmlns:a16="http://schemas.microsoft.com/office/drawing/2014/main" id="{45C53ECE-2119-766A-B107-F0E4AD4A89EB}"/>
                </a:ext>
              </a:extLst>
            </p:cNvPr>
            <p:cNvGrpSpPr/>
            <p:nvPr/>
          </p:nvGrpSpPr>
          <p:grpSpPr>
            <a:xfrm>
              <a:off x="8715520" y="1302671"/>
              <a:ext cx="522448" cy="838363"/>
              <a:chOff x="8184757" y="1322432"/>
              <a:chExt cx="522448" cy="838363"/>
            </a:xfrm>
          </p:grpSpPr>
          <p:pic>
            <p:nvPicPr>
              <p:cNvPr id="2115" name="Picture 10" descr="Jeune, caucasien, femelle, autobus scolaire | Vecteur Premium">
                <a:extLst>
                  <a:ext uri="{FF2B5EF4-FFF2-40B4-BE49-F238E27FC236}">
                    <a16:creationId xmlns:a16="http://schemas.microsoft.com/office/drawing/2014/main" id="{B7F73F60-5771-9884-2F5D-143BDA162D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10000" b="90000" l="10000" r="90000">
                            <a14:backgroundMark x1="53355" y1="16773" x2="50160" y2="81949"/>
                            <a14:backgroundMark x1="50160" y1="81949" x2="50639" y2="82588"/>
                            <a14:backgroundMark x1="57348" y1="29553" x2="57348" y2="30032"/>
                            <a14:backgroundMark x1="57029" y1="37859" x2="57029" y2="38339"/>
                            <a14:backgroundMark x1="42013" y1="5112" x2="40256" y2="79073"/>
                            <a14:backgroundMark x1="54473" y1="34665" x2="61821" y2="66134"/>
                            <a14:backgroundMark x1="55591" y1="70447" x2="52875" y2="86581"/>
                            <a14:backgroundMark x1="56390" y1="60224" x2="63099" y2="77316"/>
                            <a14:backgroundMark x1="59744" y1="69968" x2="83387" y2="71246"/>
                            <a14:backgroundMark x1="52396" y1="51597" x2="52396" y2="51597"/>
                            <a14:backgroundMark x1="42173" y1="14377" x2="33067" y2="73642"/>
                            <a14:backgroundMark x1="57188" y1="25080" x2="57827" y2="30831"/>
                            <a14:backgroundMark x1="58626" y1="37540" x2="60383" y2="41693"/>
                            <a14:backgroundMark x1="33866" y1="19968" x2="29872" y2="59585"/>
                            <a14:backgroundMark x1="78594" y1="44409" x2="78594" y2="44409"/>
                            <a14:backgroundMark x1="79553" y1="44569" x2="79553" y2="44569"/>
                            <a14:backgroundMark x1="76198" y1="44888" x2="76198" y2="44888"/>
                            <a14:backgroundMark x1="75879" y1="44888" x2="75879" y2="44888"/>
                            <a14:backgroundMark x1="75879" y1="44888" x2="78754" y2="46805"/>
                            <a14:backgroundMark x1="80032" y1="49042" x2="78754" y2="47444"/>
                            <a14:backgroundMark x1="78115" y1="43930" x2="79872" y2="40575"/>
                            <a14:backgroundMark x1="75719" y1="44728" x2="75719" y2="44728"/>
                            <a14:backgroundMark x1="75559" y1="44728" x2="75559" y2="44728"/>
                            <a14:backgroundMark x1="58147" y1="31949" x2="58147" y2="31949"/>
                            <a14:backgroundMark x1="61022" y1="51597" x2="61022" y2="51597"/>
                            <a14:backgroundMark x1="62780" y1="51917" x2="62780" y2="51917"/>
                            <a14:backgroundMark x1="62780" y1="51118" x2="62780" y2="5111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056" t="10201" r="9962" b="33583"/>
              <a:stretch/>
            </p:blipFill>
            <p:spPr bwMode="auto">
              <a:xfrm>
                <a:off x="8184757" y="1322432"/>
                <a:ext cx="522448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16" name="Forme libre : forme 2115">
                <a:extLst>
                  <a:ext uri="{FF2B5EF4-FFF2-40B4-BE49-F238E27FC236}">
                    <a16:creationId xmlns:a16="http://schemas.microsoft.com/office/drawing/2014/main" id="{54635233-51B1-1DD0-40E9-1C60276A6BCD}"/>
                  </a:ext>
                </a:extLst>
              </p:cNvPr>
              <p:cNvSpPr/>
              <p:nvPr/>
            </p:nvSpPr>
            <p:spPr>
              <a:xfrm>
                <a:off x="8246047" y="1349635"/>
                <a:ext cx="421861" cy="811160"/>
              </a:xfrm>
              <a:custGeom>
                <a:avLst/>
                <a:gdLst>
                  <a:gd name="connsiteX0" fmla="*/ 54991 w 421861"/>
                  <a:gd name="connsiteY0" fmla="*/ 788728 h 811160"/>
                  <a:gd name="connsiteX1" fmla="*/ 71659 w 421861"/>
                  <a:gd name="connsiteY1" fmla="*/ 562509 h 811160"/>
                  <a:gd name="connsiteX2" fmla="*/ 121666 w 421861"/>
                  <a:gd name="connsiteY2" fmla="*/ 538696 h 811160"/>
                  <a:gd name="connsiteX3" fmla="*/ 131191 w 421861"/>
                  <a:gd name="connsiteY3" fmla="*/ 479165 h 811160"/>
                  <a:gd name="connsiteX4" fmla="*/ 71659 w 421861"/>
                  <a:gd name="connsiteY4" fmla="*/ 410109 h 811160"/>
                  <a:gd name="connsiteX5" fmla="*/ 62134 w 421861"/>
                  <a:gd name="connsiteY5" fmla="*/ 341053 h 811160"/>
                  <a:gd name="connsiteX6" fmla="*/ 12128 w 421861"/>
                  <a:gd name="connsiteY6" fmla="*/ 279140 h 811160"/>
                  <a:gd name="connsiteX7" fmla="*/ 12128 w 421861"/>
                  <a:gd name="connsiteY7" fmla="*/ 171984 h 811160"/>
                  <a:gd name="connsiteX8" fmla="*/ 222 w 421861"/>
                  <a:gd name="connsiteY8" fmla="*/ 86259 h 811160"/>
                  <a:gd name="connsiteX9" fmla="*/ 24034 w 421861"/>
                  <a:gd name="connsiteY9" fmla="*/ 33871 h 811160"/>
                  <a:gd name="connsiteX10" fmla="*/ 83566 w 421861"/>
                  <a:gd name="connsiteY10" fmla="*/ 534 h 811160"/>
                  <a:gd name="connsiteX11" fmla="*/ 338359 w 421861"/>
                  <a:gd name="connsiteY11" fmla="*/ 60065 h 811160"/>
                  <a:gd name="connsiteX12" fmla="*/ 421703 w 421861"/>
                  <a:gd name="connsiteY12" fmla="*/ 176746 h 811160"/>
                  <a:gd name="connsiteX13" fmla="*/ 359791 w 421861"/>
                  <a:gd name="connsiteY13" fmla="*/ 205321 h 811160"/>
                  <a:gd name="connsiteX14" fmla="*/ 376459 w 421861"/>
                  <a:gd name="connsiteY14" fmla="*/ 210084 h 811160"/>
                  <a:gd name="connsiteX15" fmla="*/ 369316 w 421861"/>
                  <a:gd name="connsiteY15" fmla="*/ 271996 h 811160"/>
                  <a:gd name="connsiteX16" fmla="*/ 364553 w 421861"/>
                  <a:gd name="connsiteY16" fmla="*/ 379153 h 811160"/>
                  <a:gd name="connsiteX17" fmla="*/ 316928 w 421861"/>
                  <a:gd name="connsiteY17" fmla="*/ 362484 h 811160"/>
                  <a:gd name="connsiteX18" fmla="*/ 305022 w 421861"/>
                  <a:gd name="connsiteY18" fmla="*/ 414871 h 811160"/>
                  <a:gd name="connsiteX19" fmla="*/ 250253 w 421861"/>
                  <a:gd name="connsiteY19" fmla="*/ 467259 h 811160"/>
                  <a:gd name="connsiteX20" fmla="*/ 269303 w 421861"/>
                  <a:gd name="connsiteY20" fmla="*/ 495834 h 811160"/>
                  <a:gd name="connsiteX21" fmla="*/ 359791 w 421861"/>
                  <a:gd name="connsiteY21" fmla="*/ 593465 h 811160"/>
                  <a:gd name="connsiteX22" fmla="*/ 405034 w 421861"/>
                  <a:gd name="connsiteY22" fmla="*/ 679190 h 811160"/>
                  <a:gd name="connsiteX23" fmla="*/ 343122 w 421861"/>
                  <a:gd name="connsiteY23" fmla="*/ 791109 h 811160"/>
                  <a:gd name="connsiteX24" fmla="*/ 54991 w 421861"/>
                  <a:gd name="connsiteY24" fmla="*/ 788728 h 81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21861" h="811160">
                    <a:moveTo>
                      <a:pt x="54991" y="788728"/>
                    </a:moveTo>
                    <a:cubicBezTo>
                      <a:pt x="9747" y="750628"/>
                      <a:pt x="60547" y="604181"/>
                      <a:pt x="71659" y="562509"/>
                    </a:cubicBezTo>
                    <a:cubicBezTo>
                      <a:pt x="82771" y="520837"/>
                      <a:pt x="111744" y="552587"/>
                      <a:pt x="121666" y="538696"/>
                    </a:cubicBezTo>
                    <a:cubicBezTo>
                      <a:pt x="131588" y="524805"/>
                      <a:pt x="139526" y="500596"/>
                      <a:pt x="131191" y="479165"/>
                    </a:cubicBezTo>
                    <a:cubicBezTo>
                      <a:pt x="122856" y="457734"/>
                      <a:pt x="83169" y="433128"/>
                      <a:pt x="71659" y="410109"/>
                    </a:cubicBezTo>
                    <a:cubicBezTo>
                      <a:pt x="60150" y="387090"/>
                      <a:pt x="72056" y="362881"/>
                      <a:pt x="62134" y="341053"/>
                    </a:cubicBezTo>
                    <a:cubicBezTo>
                      <a:pt x="52212" y="319225"/>
                      <a:pt x="20462" y="307318"/>
                      <a:pt x="12128" y="279140"/>
                    </a:cubicBezTo>
                    <a:cubicBezTo>
                      <a:pt x="3794" y="250962"/>
                      <a:pt x="14112" y="204131"/>
                      <a:pt x="12128" y="171984"/>
                    </a:cubicBezTo>
                    <a:cubicBezTo>
                      <a:pt x="10144" y="139837"/>
                      <a:pt x="-1762" y="109278"/>
                      <a:pt x="222" y="86259"/>
                    </a:cubicBezTo>
                    <a:cubicBezTo>
                      <a:pt x="2206" y="63240"/>
                      <a:pt x="10143" y="48158"/>
                      <a:pt x="24034" y="33871"/>
                    </a:cubicBezTo>
                    <a:cubicBezTo>
                      <a:pt x="37925" y="19583"/>
                      <a:pt x="31179" y="-3832"/>
                      <a:pt x="83566" y="534"/>
                    </a:cubicBezTo>
                    <a:cubicBezTo>
                      <a:pt x="135953" y="4900"/>
                      <a:pt x="282003" y="30696"/>
                      <a:pt x="338359" y="60065"/>
                    </a:cubicBezTo>
                    <a:cubicBezTo>
                      <a:pt x="394715" y="89434"/>
                      <a:pt x="418131" y="152537"/>
                      <a:pt x="421703" y="176746"/>
                    </a:cubicBezTo>
                    <a:cubicBezTo>
                      <a:pt x="425275" y="200955"/>
                      <a:pt x="367332" y="199765"/>
                      <a:pt x="359791" y="205321"/>
                    </a:cubicBezTo>
                    <a:cubicBezTo>
                      <a:pt x="352250" y="210877"/>
                      <a:pt x="374872" y="198972"/>
                      <a:pt x="376459" y="210084"/>
                    </a:cubicBezTo>
                    <a:cubicBezTo>
                      <a:pt x="378046" y="221196"/>
                      <a:pt x="371300" y="243818"/>
                      <a:pt x="369316" y="271996"/>
                    </a:cubicBezTo>
                    <a:cubicBezTo>
                      <a:pt x="367332" y="300174"/>
                      <a:pt x="373284" y="364072"/>
                      <a:pt x="364553" y="379153"/>
                    </a:cubicBezTo>
                    <a:cubicBezTo>
                      <a:pt x="355822" y="394234"/>
                      <a:pt x="326850" y="356531"/>
                      <a:pt x="316928" y="362484"/>
                    </a:cubicBezTo>
                    <a:cubicBezTo>
                      <a:pt x="307006" y="368437"/>
                      <a:pt x="316134" y="397409"/>
                      <a:pt x="305022" y="414871"/>
                    </a:cubicBezTo>
                    <a:cubicBezTo>
                      <a:pt x="293910" y="432333"/>
                      <a:pt x="256206" y="453765"/>
                      <a:pt x="250253" y="467259"/>
                    </a:cubicBezTo>
                    <a:cubicBezTo>
                      <a:pt x="244300" y="480753"/>
                      <a:pt x="251047" y="474800"/>
                      <a:pt x="269303" y="495834"/>
                    </a:cubicBezTo>
                    <a:cubicBezTo>
                      <a:pt x="287559" y="516868"/>
                      <a:pt x="337169" y="562906"/>
                      <a:pt x="359791" y="593465"/>
                    </a:cubicBezTo>
                    <a:cubicBezTo>
                      <a:pt x="382413" y="624024"/>
                      <a:pt x="407812" y="646250"/>
                      <a:pt x="405034" y="679190"/>
                    </a:cubicBezTo>
                    <a:cubicBezTo>
                      <a:pt x="402256" y="712130"/>
                      <a:pt x="397891" y="773647"/>
                      <a:pt x="343122" y="791109"/>
                    </a:cubicBezTo>
                    <a:cubicBezTo>
                      <a:pt x="288353" y="808571"/>
                      <a:pt x="100235" y="826828"/>
                      <a:pt x="54991" y="788728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2114" name="ZoneTexte 2113">
              <a:extLst>
                <a:ext uri="{FF2B5EF4-FFF2-40B4-BE49-F238E27FC236}">
                  <a16:creationId xmlns:a16="http://schemas.microsoft.com/office/drawing/2014/main" id="{47281974-3D4B-CA83-4D3C-DDA23FB86BAA}"/>
                </a:ext>
              </a:extLst>
            </p:cNvPr>
            <p:cNvSpPr txBox="1"/>
            <p:nvPr/>
          </p:nvSpPr>
          <p:spPr>
            <a:xfrm>
              <a:off x="8780105" y="1301961"/>
              <a:ext cx="393281" cy="68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8265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0.60494 0.1310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247" y="655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44444E-6 L -0.6108 0.1164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547" y="5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12A2-3A2D-9A6C-245B-2AE28D0C3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21946A13-A405-B191-2783-CF00C23A9AB5}"/>
              </a:ext>
            </a:extLst>
          </p:cNvPr>
          <p:cNvSpPr/>
          <p:nvPr/>
        </p:nvSpPr>
        <p:spPr>
          <a:xfrm>
            <a:off x="2358706" y="352425"/>
            <a:ext cx="9833294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23444B-04A0-5E90-20F0-ED923B7C5E36}"/>
              </a:ext>
            </a:extLst>
          </p:cNvPr>
          <p:cNvSpPr/>
          <p:nvPr/>
        </p:nvSpPr>
        <p:spPr>
          <a:xfrm>
            <a:off x="1038224" y="0"/>
            <a:ext cx="13335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62EAD5-BE6B-4505-4590-F51CB840DCA2}"/>
              </a:ext>
            </a:extLst>
          </p:cNvPr>
          <p:cNvSpPr/>
          <p:nvPr/>
        </p:nvSpPr>
        <p:spPr>
          <a:xfrm>
            <a:off x="1085849" y="352425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Lundi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DC362-341A-116D-A664-6E9115EC0907}"/>
              </a:ext>
            </a:extLst>
          </p:cNvPr>
          <p:cNvSpPr/>
          <p:nvPr/>
        </p:nvSpPr>
        <p:spPr>
          <a:xfrm>
            <a:off x="1085849" y="1294289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Mardi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325488-501F-5DC1-04E5-91DFB37EF92F}"/>
              </a:ext>
            </a:extLst>
          </p:cNvPr>
          <p:cNvSpPr/>
          <p:nvPr/>
        </p:nvSpPr>
        <p:spPr>
          <a:xfrm>
            <a:off x="1085849" y="2236153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Mercredi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75E345-CA7B-1EC4-1326-870B236B0F2F}"/>
              </a:ext>
            </a:extLst>
          </p:cNvPr>
          <p:cNvSpPr/>
          <p:nvPr/>
        </p:nvSpPr>
        <p:spPr>
          <a:xfrm>
            <a:off x="2371724" y="0"/>
            <a:ext cx="9820275" cy="3524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136F74-3C9C-181F-A048-8CA99237596A}"/>
              </a:ext>
            </a:extLst>
          </p:cNvPr>
          <p:cNvSpPr/>
          <p:nvPr/>
        </p:nvSpPr>
        <p:spPr>
          <a:xfrm>
            <a:off x="3232625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Paris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BA2E54-D7B1-8476-A36B-88FBDDFC971D}"/>
              </a:ext>
            </a:extLst>
          </p:cNvPr>
          <p:cNvSpPr/>
          <p:nvPr/>
        </p:nvSpPr>
        <p:spPr>
          <a:xfrm>
            <a:off x="7008019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Lyon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807BA0-489E-B90F-D0DC-47562E049A8D}"/>
              </a:ext>
            </a:extLst>
          </p:cNvPr>
          <p:cNvSpPr/>
          <p:nvPr/>
        </p:nvSpPr>
        <p:spPr>
          <a:xfrm>
            <a:off x="10783413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Marseille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EC125610-0C50-351B-DECB-5F6E5DC23CB9}"/>
              </a:ext>
            </a:extLst>
          </p:cNvPr>
          <p:cNvSpPr txBox="1"/>
          <p:nvPr/>
        </p:nvSpPr>
        <p:spPr>
          <a:xfrm>
            <a:off x="6815513" y="517493"/>
            <a:ext cx="1651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chemeClr val="accent2"/>
                </a:solidFill>
              </a:rPr>
              <a:t>12h15 | 10h40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546E086F-78A3-0EAB-BFB7-5E30E1071BC3}"/>
              </a:ext>
            </a:extLst>
          </p:cNvPr>
          <p:cNvSpPr txBox="1"/>
          <p:nvPr/>
        </p:nvSpPr>
        <p:spPr>
          <a:xfrm>
            <a:off x="6835548" y="989900"/>
            <a:ext cx="1647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chemeClr val="accent2"/>
                </a:solidFill>
              </a:rPr>
              <a:t>13h15 | 12h30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C90A96-ADD0-1CB9-C1D8-3D880313EC24}"/>
              </a:ext>
            </a:extLst>
          </p:cNvPr>
          <p:cNvSpPr/>
          <p:nvPr/>
        </p:nvSpPr>
        <p:spPr>
          <a:xfrm>
            <a:off x="2364803" y="1244484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3CC61C-D4C0-1193-727C-5E7AD4A91D99}"/>
              </a:ext>
            </a:extLst>
          </p:cNvPr>
          <p:cNvSpPr/>
          <p:nvPr/>
        </p:nvSpPr>
        <p:spPr>
          <a:xfrm>
            <a:off x="2364802" y="213654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3FB20F-4A8B-2FB6-3791-958543F4601E}"/>
              </a:ext>
            </a:extLst>
          </p:cNvPr>
          <p:cNvSpPr/>
          <p:nvPr/>
        </p:nvSpPr>
        <p:spPr>
          <a:xfrm>
            <a:off x="2365437" y="3916647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58C779-990D-B3D3-2C00-7E0ED1004115}"/>
              </a:ext>
            </a:extLst>
          </p:cNvPr>
          <p:cNvSpPr/>
          <p:nvPr/>
        </p:nvSpPr>
        <p:spPr>
          <a:xfrm>
            <a:off x="2365437" y="4810271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72999A-6425-4F1A-3BDB-E42435A0122C}"/>
              </a:ext>
            </a:extLst>
          </p:cNvPr>
          <p:cNvSpPr/>
          <p:nvPr/>
        </p:nvSpPr>
        <p:spPr>
          <a:xfrm>
            <a:off x="2365437" y="5702331"/>
            <a:ext cx="9823769" cy="1155670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544BC47A-7A98-8AC0-D42B-196DBCB16FBE}"/>
              </a:ext>
            </a:extLst>
          </p:cNvPr>
          <p:cNvCxnSpPr>
            <a:cxnSpLocks/>
          </p:cNvCxnSpPr>
          <p:nvPr/>
        </p:nvCxnSpPr>
        <p:spPr>
          <a:xfrm>
            <a:off x="3065013" y="638436"/>
            <a:ext cx="1326110" cy="343320"/>
          </a:xfrm>
          <a:prstGeom prst="bentConnector3">
            <a:avLst>
              <a:gd name="adj1" fmla="val 301114"/>
            </a:avLst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49C6B42F-0004-0F4D-7E43-B3729DD3992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309940" y="638436"/>
            <a:ext cx="1044808" cy="344462"/>
          </a:xfrm>
          <a:prstGeom prst="bentConnector3">
            <a:avLst>
              <a:gd name="adj1" fmla="val 298740"/>
            </a:avLst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82634E16-41C2-364E-3CB6-B42E0724C0B0}"/>
              </a:ext>
            </a:extLst>
          </p:cNvPr>
          <p:cNvSpPr txBox="1"/>
          <p:nvPr/>
        </p:nvSpPr>
        <p:spPr>
          <a:xfrm>
            <a:off x="2359079" y="2238529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0D5848C-3A24-7D12-5E1B-B4956FF3DA80}"/>
              </a:ext>
            </a:extLst>
          </p:cNvPr>
          <p:cNvSpPr txBox="1"/>
          <p:nvPr/>
        </p:nvSpPr>
        <p:spPr>
          <a:xfrm>
            <a:off x="2616775" y="2694791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778ABAB-E002-7201-2FAF-AF33A4944262}"/>
              </a:ext>
            </a:extLst>
          </p:cNvPr>
          <p:cNvSpPr txBox="1"/>
          <p:nvPr/>
        </p:nvSpPr>
        <p:spPr>
          <a:xfrm>
            <a:off x="11561217" y="2208188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8CCADD57-01EB-EC47-21BD-1AD6BF9E632B}"/>
              </a:ext>
            </a:extLst>
          </p:cNvPr>
          <p:cNvSpPr txBox="1"/>
          <p:nvPr/>
        </p:nvSpPr>
        <p:spPr>
          <a:xfrm>
            <a:off x="11362496" y="2690293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39616BB8-5E1D-AC0F-CD6A-8225322A1E96}"/>
              </a:ext>
            </a:extLst>
          </p:cNvPr>
          <p:cNvCxnSpPr>
            <a:cxnSpLocks/>
          </p:cNvCxnSpPr>
          <p:nvPr/>
        </p:nvCxnSpPr>
        <p:spPr>
          <a:xfrm>
            <a:off x="3262445" y="2370755"/>
            <a:ext cx="7917351" cy="428311"/>
          </a:xfrm>
          <a:prstGeom prst="straightConnector1">
            <a:avLst/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078BBFE7-2B80-A199-8C40-AFCB6A5F2A78}"/>
              </a:ext>
            </a:extLst>
          </p:cNvPr>
          <p:cNvCxnSpPr>
            <a:cxnSpLocks/>
          </p:cNvCxnSpPr>
          <p:nvPr/>
        </p:nvCxnSpPr>
        <p:spPr>
          <a:xfrm flipH="1">
            <a:off x="3330044" y="2341649"/>
            <a:ext cx="8086781" cy="487143"/>
          </a:xfrm>
          <a:prstGeom prst="straightConnector1">
            <a:avLst/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0A00872-2273-7496-EA7E-6DBA1B5BE1CC}"/>
              </a:ext>
            </a:extLst>
          </p:cNvPr>
          <p:cNvSpPr/>
          <p:nvPr/>
        </p:nvSpPr>
        <p:spPr>
          <a:xfrm>
            <a:off x="2365437" y="3024353"/>
            <a:ext cx="9823769" cy="26779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E717D618-ADDF-B2E3-A62C-E1345A310AFC}"/>
              </a:ext>
            </a:extLst>
          </p:cNvPr>
          <p:cNvSpPr txBox="1"/>
          <p:nvPr/>
        </p:nvSpPr>
        <p:spPr>
          <a:xfrm>
            <a:off x="2359079" y="3563362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3571B148-32AC-F044-56DF-6E0130896147}"/>
              </a:ext>
            </a:extLst>
          </p:cNvPr>
          <p:cNvSpPr txBox="1"/>
          <p:nvPr/>
        </p:nvSpPr>
        <p:spPr>
          <a:xfrm>
            <a:off x="2427313" y="4571199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0FEA1BEA-14E0-5736-7067-DF83AD7B3F7C}"/>
              </a:ext>
            </a:extLst>
          </p:cNvPr>
          <p:cNvSpPr txBox="1"/>
          <p:nvPr/>
        </p:nvSpPr>
        <p:spPr>
          <a:xfrm>
            <a:off x="11561217" y="3563361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F6E16270-40F4-362B-B69A-4B77190E51D5}"/>
              </a:ext>
            </a:extLst>
          </p:cNvPr>
          <p:cNvSpPr txBox="1"/>
          <p:nvPr/>
        </p:nvSpPr>
        <p:spPr>
          <a:xfrm>
            <a:off x="11561217" y="4567934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158A31-C355-0C83-CEDB-EBD7C4388F19}"/>
              </a:ext>
            </a:extLst>
          </p:cNvPr>
          <p:cNvSpPr/>
          <p:nvPr/>
        </p:nvSpPr>
        <p:spPr>
          <a:xfrm>
            <a:off x="2427313" y="3091752"/>
            <a:ext cx="1224000" cy="288000"/>
          </a:xfrm>
          <a:prstGeom prst="rect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Jeudi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9AB89EF6-ADB8-711F-EDD9-049E320B8BB3}"/>
              </a:ext>
            </a:extLst>
          </p:cNvPr>
          <p:cNvGrpSpPr/>
          <p:nvPr/>
        </p:nvGrpSpPr>
        <p:grpSpPr>
          <a:xfrm>
            <a:off x="325916" y="4001382"/>
            <a:ext cx="364450" cy="532250"/>
            <a:chOff x="6389138" y="1222598"/>
            <a:chExt cx="618881" cy="903824"/>
          </a:xfrm>
        </p:grpSpPr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C4F660D5-1FAE-A601-CA83-016557B75BAB}"/>
                </a:ext>
              </a:extLst>
            </p:cNvPr>
            <p:cNvGrpSpPr/>
            <p:nvPr/>
          </p:nvGrpSpPr>
          <p:grpSpPr>
            <a:xfrm>
              <a:off x="6389138" y="1222598"/>
              <a:ext cx="618881" cy="903824"/>
              <a:chOff x="6389138" y="1222598"/>
              <a:chExt cx="618881" cy="903824"/>
            </a:xfrm>
          </p:grpSpPr>
          <p:pic>
            <p:nvPicPr>
              <p:cNvPr id="35" name="Picture 6" descr="Illustration de chauffeur d'autobus scolaire. | Vecteur Premium">
                <a:extLst>
                  <a:ext uri="{FF2B5EF4-FFF2-40B4-BE49-F238E27FC236}">
                    <a16:creationId xmlns:a16="http://schemas.microsoft.com/office/drawing/2014/main" id="{FF6480D7-5C2A-59E2-87EA-B9BEA0FE6B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69169" y1="10064" x2="69169" y2="10064"/>
                            <a14:backgroundMark x1="50799" y1="13419" x2="42492" y2="96645"/>
                            <a14:backgroundMark x1="42492" y1="96645" x2="42492" y2="96645"/>
                            <a14:backgroundMark x1="55112" y1="11022" x2="54792" y2="77636"/>
                            <a14:backgroundMark x1="57188" y1="72684" x2="57188" y2="72684"/>
                            <a14:backgroundMark x1="57508" y1="72364" x2="59105" y2="81310"/>
                            <a14:backgroundMark x1="65176" y1="73003" x2="65815" y2="78275"/>
                            <a14:backgroundMark x1="65495" y1="68371" x2="66134" y2="69649"/>
                            <a14:backgroundMark x1="77476" y1="66613" x2="80831" y2="79073"/>
                            <a14:backgroundMark x1="77796" y1="70607" x2="77796" y2="84345"/>
                            <a14:backgroundMark x1="75879" y1="80671" x2="75879" y2="80671"/>
                            <a14:backgroundMark x1="74760" y1="76358" x2="75399" y2="81949"/>
                            <a14:backgroundMark x1="75080" y1="82268" x2="74441" y2="84026"/>
                            <a14:backgroundMark x1="74121" y1="83067" x2="74121" y2="77955"/>
                            <a14:backgroundMark x1="78115" y1="66933" x2="79553" y2="62620"/>
                            <a14:backgroundMark x1="79073" y1="59744" x2="79073" y2="59744"/>
                            <a14:backgroundMark x1="76837" y1="64058" x2="75559" y2="64058"/>
                            <a14:backgroundMark x1="75399" y1="49042" x2="75559" y2="53355"/>
                            <a14:backgroundMark x1="77476" y1="40735" x2="77476" y2="40735"/>
                            <a14:backgroundMark x1="83546" y1="35304" x2="82109" y2="43610"/>
                            <a14:backgroundMark x1="56550" y1="31949" x2="56550" y2="31949"/>
                            <a14:backgroundMark x1="58147" y1="32748" x2="58147" y2="32748"/>
                            <a14:backgroundMark x1="56869" y1="30351" x2="57508" y2="36741"/>
                            <a14:backgroundMark x1="57508" y1="30351" x2="58147" y2="31310"/>
                            <a14:backgroundMark x1="58147" y1="31310" x2="58147" y2="32588"/>
                            <a14:backgroundMark x1="58147" y1="32588" x2="58147" y2="32588"/>
                            <a14:backgroundMark x1="57827" y1="47604" x2="56070" y2="56390"/>
                            <a14:backgroundMark x1="58786" y1="48722" x2="60064" y2="54313"/>
                            <a14:backgroundMark x1="60064" y1="53994" x2="60064" y2="53994"/>
                            <a14:backgroundMark x1="60064" y1="50958" x2="61182" y2="50958"/>
                            <a14:backgroundMark x1="61182" y1="50958" x2="61182" y2="509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91" r="10388" b="44795"/>
              <a:stretch/>
            </p:blipFill>
            <p:spPr bwMode="auto">
              <a:xfrm>
                <a:off x="6389138" y="1222598"/>
                <a:ext cx="618881" cy="900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" name="Forme libre : forme 38">
                <a:extLst>
                  <a:ext uri="{FF2B5EF4-FFF2-40B4-BE49-F238E27FC236}">
                    <a16:creationId xmlns:a16="http://schemas.microsoft.com/office/drawing/2014/main" id="{3BFCE310-9DF7-767E-353F-E95243431111}"/>
                  </a:ext>
                </a:extLst>
              </p:cNvPr>
              <p:cNvSpPr/>
              <p:nvPr/>
            </p:nvSpPr>
            <p:spPr>
              <a:xfrm>
                <a:off x="6459846" y="1340173"/>
                <a:ext cx="469806" cy="786249"/>
              </a:xfrm>
              <a:custGeom>
                <a:avLst/>
                <a:gdLst>
                  <a:gd name="connsiteX0" fmla="*/ 62142 w 469806"/>
                  <a:gd name="connsiteY0" fmla="*/ 780016 h 786249"/>
                  <a:gd name="connsiteX1" fmla="*/ 103417 w 469806"/>
                  <a:gd name="connsiteY1" fmla="*/ 694291 h 786249"/>
                  <a:gd name="connsiteX2" fmla="*/ 87542 w 469806"/>
                  <a:gd name="connsiteY2" fmla="*/ 624441 h 786249"/>
                  <a:gd name="connsiteX3" fmla="*/ 122467 w 469806"/>
                  <a:gd name="connsiteY3" fmla="*/ 513316 h 786249"/>
                  <a:gd name="connsiteX4" fmla="*/ 39917 w 469806"/>
                  <a:gd name="connsiteY4" fmla="*/ 487916 h 786249"/>
                  <a:gd name="connsiteX5" fmla="*/ 65317 w 469806"/>
                  <a:gd name="connsiteY5" fmla="*/ 237091 h 786249"/>
                  <a:gd name="connsiteX6" fmla="*/ 27217 w 469806"/>
                  <a:gd name="connsiteY6" fmla="*/ 198991 h 786249"/>
                  <a:gd name="connsiteX7" fmla="*/ 1817 w 469806"/>
                  <a:gd name="connsiteY7" fmla="*/ 62466 h 786249"/>
                  <a:gd name="connsiteX8" fmla="*/ 78017 w 469806"/>
                  <a:gd name="connsiteY8" fmla="*/ 2141 h 786249"/>
                  <a:gd name="connsiteX9" fmla="*/ 246292 w 469806"/>
                  <a:gd name="connsiteY9" fmla="*/ 21191 h 786249"/>
                  <a:gd name="connsiteX10" fmla="*/ 395517 w 469806"/>
                  <a:gd name="connsiteY10" fmla="*/ 94216 h 786249"/>
                  <a:gd name="connsiteX11" fmla="*/ 443142 w 469806"/>
                  <a:gd name="connsiteY11" fmla="*/ 173591 h 786249"/>
                  <a:gd name="connsiteX12" fmla="*/ 395517 w 469806"/>
                  <a:gd name="connsiteY12" fmla="*/ 214866 h 786249"/>
                  <a:gd name="connsiteX13" fmla="*/ 420917 w 469806"/>
                  <a:gd name="connsiteY13" fmla="*/ 303766 h 786249"/>
                  <a:gd name="connsiteX14" fmla="*/ 411392 w 469806"/>
                  <a:gd name="connsiteY14" fmla="*/ 484741 h 786249"/>
                  <a:gd name="connsiteX15" fmla="*/ 306617 w 469806"/>
                  <a:gd name="connsiteY15" fmla="*/ 526016 h 786249"/>
                  <a:gd name="connsiteX16" fmla="*/ 401867 w 469806"/>
                  <a:gd name="connsiteY16" fmla="*/ 605391 h 786249"/>
                  <a:gd name="connsiteX17" fmla="*/ 468542 w 469806"/>
                  <a:gd name="connsiteY17" fmla="*/ 716516 h 786249"/>
                  <a:gd name="connsiteX18" fmla="*/ 411392 w 469806"/>
                  <a:gd name="connsiteY18" fmla="*/ 773666 h 786249"/>
                  <a:gd name="connsiteX19" fmla="*/ 62142 w 469806"/>
                  <a:gd name="connsiteY19" fmla="*/ 780016 h 78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69806" h="786249">
                    <a:moveTo>
                      <a:pt x="62142" y="780016"/>
                    </a:moveTo>
                    <a:cubicBezTo>
                      <a:pt x="10813" y="766787"/>
                      <a:pt x="99184" y="720220"/>
                      <a:pt x="103417" y="694291"/>
                    </a:cubicBezTo>
                    <a:cubicBezTo>
                      <a:pt x="107650" y="668362"/>
                      <a:pt x="84367" y="654604"/>
                      <a:pt x="87542" y="624441"/>
                    </a:cubicBezTo>
                    <a:cubicBezTo>
                      <a:pt x="90717" y="594278"/>
                      <a:pt x="130405" y="536070"/>
                      <a:pt x="122467" y="513316"/>
                    </a:cubicBezTo>
                    <a:cubicBezTo>
                      <a:pt x="114530" y="490562"/>
                      <a:pt x="49442" y="533953"/>
                      <a:pt x="39917" y="487916"/>
                    </a:cubicBezTo>
                    <a:cubicBezTo>
                      <a:pt x="30392" y="441878"/>
                      <a:pt x="67434" y="285245"/>
                      <a:pt x="65317" y="237091"/>
                    </a:cubicBezTo>
                    <a:cubicBezTo>
                      <a:pt x="63200" y="188937"/>
                      <a:pt x="37800" y="228095"/>
                      <a:pt x="27217" y="198991"/>
                    </a:cubicBezTo>
                    <a:cubicBezTo>
                      <a:pt x="16634" y="169887"/>
                      <a:pt x="-6650" y="95274"/>
                      <a:pt x="1817" y="62466"/>
                    </a:cubicBezTo>
                    <a:cubicBezTo>
                      <a:pt x="10284" y="29658"/>
                      <a:pt x="37271" y="9020"/>
                      <a:pt x="78017" y="2141"/>
                    </a:cubicBezTo>
                    <a:cubicBezTo>
                      <a:pt x="118763" y="-4738"/>
                      <a:pt x="193375" y="5845"/>
                      <a:pt x="246292" y="21191"/>
                    </a:cubicBezTo>
                    <a:cubicBezTo>
                      <a:pt x="299209" y="36537"/>
                      <a:pt x="362709" y="68816"/>
                      <a:pt x="395517" y="94216"/>
                    </a:cubicBezTo>
                    <a:cubicBezTo>
                      <a:pt x="428325" y="119616"/>
                      <a:pt x="443142" y="153483"/>
                      <a:pt x="443142" y="173591"/>
                    </a:cubicBezTo>
                    <a:cubicBezTo>
                      <a:pt x="443142" y="193699"/>
                      <a:pt x="399221" y="193170"/>
                      <a:pt x="395517" y="214866"/>
                    </a:cubicBezTo>
                    <a:cubicBezTo>
                      <a:pt x="391813" y="236562"/>
                      <a:pt x="418271" y="258787"/>
                      <a:pt x="420917" y="303766"/>
                    </a:cubicBezTo>
                    <a:cubicBezTo>
                      <a:pt x="423563" y="348745"/>
                      <a:pt x="430442" y="447699"/>
                      <a:pt x="411392" y="484741"/>
                    </a:cubicBezTo>
                    <a:cubicBezTo>
                      <a:pt x="392342" y="521783"/>
                      <a:pt x="308205" y="505908"/>
                      <a:pt x="306617" y="526016"/>
                    </a:cubicBezTo>
                    <a:cubicBezTo>
                      <a:pt x="305030" y="546124"/>
                      <a:pt x="374880" y="573641"/>
                      <a:pt x="401867" y="605391"/>
                    </a:cubicBezTo>
                    <a:cubicBezTo>
                      <a:pt x="428854" y="637141"/>
                      <a:pt x="466955" y="688470"/>
                      <a:pt x="468542" y="716516"/>
                    </a:cubicBezTo>
                    <a:cubicBezTo>
                      <a:pt x="470129" y="744562"/>
                      <a:pt x="479125" y="764670"/>
                      <a:pt x="411392" y="773666"/>
                    </a:cubicBezTo>
                    <a:cubicBezTo>
                      <a:pt x="343659" y="782662"/>
                      <a:pt x="113471" y="793245"/>
                      <a:pt x="62142" y="780016"/>
                    </a:cubicBezTo>
                    <a:close/>
                  </a:path>
                </a:pathLst>
              </a:custGeom>
              <a:solidFill>
                <a:srgbClr val="00B050">
                  <a:alpha val="50196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57FAC65A-45B4-8556-EEF8-68768663F5B5}"/>
                </a:ext>
              </a:extLst>
            </p:cNvPr>
            <p:cNvSpPr txBox="1"/>
            <p:nvPr/>
          </p:nvSpPr>
          <p:spPr>
            <a:xfrm>
              <a:off x="6463786" y="1281363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BF693121-DF1A-9B60-EF1B-2FB6E84D607A}"/>
              </a:ext>
            </a:extLst>
          </p:cNvPr>
          <p:cNvGrpSpPr/>
          <p:nvPr/>
        </p:nvGrpSpPr>
        <p:grpSpPr>
          <a:xfrm>
            <a:off x="303009" y="4609411"/>
            <a:ext cx="410264" cy="501848"/>
            <a:chOff x="7205187" y="1274964"/>
            <a:chExt cx="696677" cy="852197"/>
          </a:xfrm>
        </p:grpSpPr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1044F9CE-DAB4-365C-52E4-486248CC97A2}"/>
                </a:ext>
              </a:extLst>
            </p:cNvPr>
            <p:cNvGrpSpPr/>
            <p:nvPr/>
          </p:nvGrpSpPr>
          <p:grpSpPr>
            <a:xfrm>
              <a:off x="7205187" y="1310923"/>
              <a:ext cx="696677" cy="816238"/>
              <a:chOff x="6683949" y="1330684"/>
              <a:chExt cx="696677" cy="816238"/>
            </a:xfrm>
          </p:grpSpPr>
          <p:pic>
            <p:nvPicPr>
              <p:cNvPr id="1027" name="Picture 2" descr="Illustration De Vecteur De Chauffeur D'autobus Scolaire Illustration de  Vecteur - Illustration of ville, homme: 87254230">
                <a:extLst>
                  <a:ext uri="{FF2B5EF4-FFF2-40B4-BE49-F238E27FC236}">
                    <a16:creationId xmlns:a16="http://schemas.microsoft.com/office/drawing/2014/main" id="{4AD2975B-BCFD-BDA7-5B85-E6D4EE1562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5444" b="90000" l="9763" r="89974">
                            <a14:foregroundMark x1="67150" y1="8889" x2="67150" y2="8889"/>
                            <a14:foregroundMark x1="68470" y1="5444" x2="68470" y2="5444"/>
                            <a14:foregroundMark x1="73747" y1="44444" x2="73747" y2="44444"/>
                            <a14:foregroundMark x1="70053" y1="43333" x2="70053" y2="43333"/>
                            <a14:backgroundMark x1="50396" y1="26222" x2="46042" y2="65556"/>
                            <a14:backgroundMark x1="46042" y1="65556" x2="46306" y2="66000"/>
                            <a14:backgroundMark x1="45910" y1="15222" x2="47493" y2="78667"/>
                            <a14:backgroundMark x1="50792" y1="19444" x2="50792" y2="19444"/>
                            <a14:backgroundMark x1="54222" y1="15333" x2="55805" y2="40556"/>
                            <a14:backgroundMark x1="33773" y1="16556" x2="25462" y2="66000"/>
                            <a14:backgroundMark x1="18865" y1="26222" x2="22296" y2="72111"/>
                            <a14:backgroundMark x1="20580" y1="30556" x2="30079" y2="85444"/>
                            <a14:backgroundMark x1="41161" y1="52000" x2="41293" y2="84444"/>
                            <a14:backgroundMark x1="62137" y1="57444" x2="62269" y2="65333"/>
                            <a14:backgroundMark x1="58971" y1="36111" x2="57124" y2="55889"/>
                            <a14:backgroundMark x1="60554" y1="41778" x2="60686" y2="44667"/>
                            <a14:backgroundMark x1="75726" y1="39889" x2="75726" y2="39889"/>
                            <a14:backgroundMark x1="76121" y1="40444" x2="76121" y2="40444"/>
                            <a14:backgroundMark x1="75989" y1="40778" x2="75989" y2="40778"/>
                            <a14:backgroundMark x1="77704" y1="39889" x2="82850" y2="42889"/>
                            <a14:backgroundMark x1="82982" y1="53778" x2="82982" y2="70889"/>
                            <a14:backgroundMark x1="60686" y1="34778" x2="61741" y2="4133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4133" b="47067"/>
              <a:stretch/>
            </p:blipFill>
            <p:spPr bwMode="auto">
              <a:xfrm>
                <a:off x="6683949" y="1330684"/>
                <a:ext cx="696677" cy="807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28" name="Forme libre : forme 1027">
                <a:extLst>
                  <a:ext uri="{FF2B5EF4-FFF2-40B4-BE49-F238E27FC236}">
                    <a16:creationId xmlns:a16="http://schemas.microsoft.com/office/drawing/2014/main" id="{37729406-382F-7790-AC90-5A04930A14F3}"/>
                  </a:ext>
                </a:extLst>
              </p:cNvPr>
              <p:cNvSpPr/>
              <p:nvPr/>
            </p:nvSpPr>
            <p:spPr>
              <a:xfrm>
                <a:off x="6773301" y="1349096"/>
                <a:ext cx="468960" cy="797826"/>
              </a:xfrm>
              <a:custGeom>
                <a:avLst/>
                <a:gdLst>
                  <a:gd name="connsiteX0" fmla="*/ 18024 w 468960"/>
                  <a:gd name="connsiteY0" fmla="*/ 778154 h 797826"/>
                  <a:gd name="connsiteX1" fmla="*/ 87874 w 468960"/>
                  <a:gd name="connsiteY1" fmla="*/ 654329 h 797826"/>
                  <a:gd name="connsiteX2" fmla="*/ 170424 w 468960"/>
                  <a:gd name="connsiteY2" fmla="*/ 613054 h 797826"/>
                  <a:gd name="connsiteX3" fmla="*/ 183124 w 468960"/>
                  <a:gd name="connsiteY3" fmla="*/ 587654 h 797826"/>
                  <a:gd name="connsiteX4" fmla="*/ 183124 w 468960"/>
                  <a:gd name="connsiteY4" fmla="*/ 555904 h 797826"/>
                  <a:gd name="connsiteX5" fmla="*/ 116449 w 468960"/>
                  <a:gd name="connsiteY5" fmla="*/ 527329 h 797826"/>
                  <a:gd name="connsiteX6" fmla="*/ 91049 w 468960"/>
                  <a:gd name="connsiteY6" fmla="*/ 235229 h 797826"/>
                  <a:gd name="connsiteX7" fmla="*/ 65649 w 468960"/>
                  <a:gd name="connsiteY7" fmla="*/ 228879 h 797826"/>
                  <a:gd name="connsiteX8" fmla="*/ 33899 w 468960"/>
                  <a:gd name="connsiteY8" fmla="*/ 197129 h 797826"/>
                  <a:gd name="connsiteX9" fmla="*/ 49774 w 468960"/>
                  <a:gd name="connsiteY9" fmla="*/ 181254 h 797826"/>
                  <a:gd name="connsiteX10" fmla="*/ 30724 w 468960"/>
                  <a:gd name="connsiteY10" fmla="*/ 60604 h 797826"/>
                  <a:gd name="connsiteX11" fmla="*/ 173599 w 468960"/>
                  <a:gd name="connsiteY11" fmla="*/ 279 h 797826"/>
                  <a:gd name="connsiteX12" fmla="*/ 411724 w 468960"/>
                  <a:gd name="connsiteY12" fmla="*/ 82829 h 797826"/>
                  <a:gd name="connsiteX13" fmla="*/ 468874 w 468960"/>
                  <a:gd name="connsiteY13" fmla="*/ 190779 h 797826"/>
                  <a:gd name="connsiteX14" fmla="*/ 424424 w 468960"/>
                  <a:gd name="connsiteY14" fmla="*/ 219354 h 797826"/>
                  <a:gd name="connsiteX15" fmla="*/ 414899 w 468960"/>
                  <a:gd name="connsiteY15" fmla="*/ 349529 h 797826"/>
                  <a:gd name="connsiteX16" fmla="*/ 437124 w 468960"/>
                  <a:gd name="connsiteY16" fmla="*/ 365404 h 797826"/>
                  <a:gd name="connsiteX17" fmla="*/ 440299 w 468960"/>
                  <a:gd name="connsiteY17" fmla="*/ 432079 h 797826"/>
                  <a:gd name="connsiteX18" fmla="*/ 392674 w 468960"/>
                  <a:gd name="connsiteY18" fmla="*/ 451129 h 797826"/>
                  <a:gd name="connsiteX19" fmla="*/ 373624 w 468960"/>
                  <a:gd name="connsiteY19" fmla="*/ 451129 h 797826"/>
                  <a:gd name="connsiteX20" fmla="*/ 341874 w 468960"/>
                  <a:gd name="connsiteY20" fmla="*/ 498754 h 797826"/>
                  <a:gd name="connsiteX21" fmla="*/ 303774 w 468960"/>
                  <a:gd name="connsiteY21" fmla="*/ 543204 h 797826"/>
                  <a:gd name="connsiteX22" fmla="*/ 268849 w 468960"/>
                  <a:gd name="connsiteY22" fmla="*/ 546379 h 797826"/>
                  <a:gd name="connsiteX23" fmla="*/ 275199 w 468960"/>
                  <a:gd name="connsiteY23" fmla="*/ 603529 h 797826"/>
                  <a:gd name="connsiteX24" fmla="*/ 335524 w 468960"/>
                  <a:gd name="connsiteY24" fmla="*/ 628929 h 797826"/>
                  <a:gd name="connsiteX25" fmla="*/ 376799 w 468960"/>
                  <a:gd name="connsiteY25" fmla="*/ 686079 h 797826"/>
                  <a:gd name="connsiteX26" fmla="*/ 443474 w 468960"/>
                  <a:gd name="connsiteY26" fmla="*/ 787679 h 797826"/>
                  <a:gd name="connsiteX27" fmla="*/ 18024 w 468960"/>
                  <a:gd name="connsiteY27" fmla="*/ 778154 h 79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8960" h="797826">
                    <a:moveTo>
                      <a:pt x="18024" y="778154"/>
                    </a:moveTo>
                    <a:cubicBezTo>
                      <a:pt x="-41243" y="755929"/>
                      <a:pt x="62474" y="681846"/>
                      <a:pt x="87874" y="654329"/>
                    </a:cubicBezTo>
                    <a:cubicBezTo>
                      <a:pt x="113274" y="626812"/>
                      <a:pt x="154549" y="624166"/>
                      <a:pt x="170424" y="613054"/>
                    </a:cubicBezTo>
                    <a:cubicBezTo>
                      <a:pt x="186299" y="601941"/>
                      <a:pt x="181007" y="597179"/>
                      <a:pt x="183124" y="587654"/>
                    </a:cubicBezTo>
                    <a:cubicBezTo>
                      <a:pt x="185241" y="578129"/>
                      <a:pt x="194236" y="565958"/>
                      <a:pt x="183124" y="555904"/>
                    </a:cubicBezTo>
                    <a:cubicBezTo>
                      <a:pt x="172012" y="545850"/>
                      <a:pt x="131795" y="580775"/>
                      <a:pt x="116449" y="527329"/>
                    </a:cubicBezTo>
                    <a:cubicBezTo>
                      <a:pt x="101103" y="473883"/>
                      <a:pt x="99516" y="284971"/>
                      <a:pt x="91049" y="235229"/>
                    </a:cubicBezTo>
                    <a:cubicBezTo>
                      <a:pt x="82582" y="185487"/>
                      <a:pt x="75174" y="235229"/>
                      <a:pt x="65649" y="228879"/>
                    </a:cubicBezTo>
                    <a:cubicBezTo>
                      <a:pt x="56124" y="222529"/>
                      <a:pt x="36545" y="205066"/>
                      <a:pt x="33899" y="197129"/>
                    </a:cubicBezTo>
                    <a:cubicBezTo>
                      <a:pt x="31253" y="189192"/>
                      <a:pt x="50303" y="204008"/>
                      <a:pt x="49774" y="181254"/>
                    </a:cubicBezTo>
                    <a:cubicBezTo>
                      <a:pt x="49245" y="158500"/>
                      <a:pt x="10087" y="90766"/>
                      <a:pt x="30724" y="60604"/>
                    </a:cubicBezTo>
                    <a:cubicBezTo>
                      <a:pt x="51361" y="30442"/>
                      <a:pt x="110099" y="-3425"/>
                      <a:pt x="173599" y="279"/>
                    </a:cubicBezTo>
                    <a:cubicBezTo>
                      <a:pt x="237099" y="3983"/>
                      <a:pt x="362512" y="51079"/>
                      <a:pt x="411724" y="82829"/>
                    </a:cubicBezTo>
                    <a:cubicBezTo>
                      <a:pt x="460937" y="114579"/>
                      <a:pt x="466757" y="168025"/>
                      <a:pt x="468874" y="190779"/>
                    </a:cubicBezTo>
                    <a:cubicBezTo>
                      <a:pt x="470991" y="213533"/>
                      <a:pt x="433420" y="192896"/>
                      <a:pt x="424424" y="219354"/>
                    </a:cubicBezTo>
                    <a:cubicBezTo>
                      <a:pt x="415428" y="245812"/>
                      <a:pt x="412782" y="325187"/>
                      <a:pt x="414899" y="349529"/>
                    </a:cubicBezTo>
                    <a:cubicBezTo>
                      <a:pt x="417016" y="373871"/>
                      <a:pt x="432891" y="351646"/>
                      <a:pt x="437124" y="365404"/>
                    </a:cubicBezTo>
                    <a:cubicBezTo>
                      <a:pt x="441357" y="379162"/>
                      <a:pt x="447707" y="417792"/>
                      <a:pt x="440299" y="432079"/>
                    </a:cubicBezTo>
                    <a:cubicBezTo>
                      <a:pt x="432891" y="446366"/>
                      <a:pt x="403787" y="447954"/>
                      <a:pt x="392674" y="451129"/>
                    </a:cubicBezTo>
                    <a:cubicBezTo>
                      <a:pt x="381561" y="454304"/>
                      <a:pt x="382091" y="443191"/>
                      <a:pt x="373624" y="451129"/>
                    </a:cubicBezTo>
                    <a:cubicBezTo>
                      <a:pt x="365157" y="459066"/>
                      <a:pt x="353516" y="483408"/>
                      <a:pt x="341874" y="498754"/>
                    </a:cubicBezTo>
                    <a:cubicBezTo>
                      <a:pt x="330232" y="514100"/>
                      <a:pt x="315945" y="535267"/>
                      <a:pt x="303774" y="543204"/>
                    </a:cubicBezTo>
                    <a:cubicBezTo>
                      <a:pt x="291603" y="551141"/>
                      <a:pt x="273612" y="536325"/>
                      <a:pt x="268849" y="546379"/>
                    </a:cubicBezTo>
                    <a:cubicBezTo>
                      <a:pt x="264087" y="556433"/>
                      <a:pt x="264086" y="589771"/>
                      <a:pt x="275199" y="603529"/>
                    </a:cubicBezTo>
                    <a:cubicBezTo>
                      <a:pt x="286312" y="617287"/>
                      <a:pt x="318591" y="615171"/>
                      <a:pt x="335524" y="628929"/>
                    </a:cubicBezTo>
                    <a:cubicBezTo>
                      <a:pt x="352457" y="642687"/>
                      <a:pt x="358807" y="659621"/>
                      <a:pt x="376799" y="686079"/>
                    </a:cubicBezTo>
                    <a:cubicBezTo>
                      <a:pt x="394791" y="712537"/>
                      <a:pt x="498507" y="771275"/>
                      <a:pt x="443474" y="787679"/>
                    </a:cubicBezTo>
                    <a:cubicBezTo>
                      <a:pt x="388441" y="804083"/>
                      <a:pt x="77291" y="800379"/>
                      <a:pt x="18024" y="778154"/>
                    </a:cubicBezTo>
                    <a:close/>
                  </a:path>
                </a:pathLst>
              </a:custGeom>
              <a:solidFill>
                <a:srgbClr val="00B0F0">
                  <a:alpha val="50196"/>
                </a:srgbClr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026" name="ZoneTexte 1025">
              <a:extLst>
                <a:ext uri="{FF2B5EF4-FFF2-40B4-BE49-F238E27FC236}">
                  <a16:creationId xmlns:a16="http://schemas.microsoft.com/office/drawing/2014/main" id="{34CD4509-487F-89AF-A253-089E82ECF12D}"/>
                </a:ext>
              </a:extLst>
            </p:cNvPr>
            <p:cNvSpPr txBox="1"/>
            <p:nvPr/>
          </p:nvSpPr>
          <p:spPr>
            <a:xfrm>
              <a:off x="7322033" y="1274964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1029" name="Groupe 1028">
            <a:extLst>
              <a:ext uri="{FF2B5EF4-FFF2-40B4-BE49-F238E27FC236}">
                <a16:creationId xmlns:a16="http://schemas.microsoft.com/office/drawing/2014/main" id="{908B05C6-71C2-7EC5-CC5A-46E8C95A3F69}"/>
              </a:ext>
            </a:extLst>
          </p:cNvPr>
          <p:cNvGrpSpPr/>
          <p:nvPr/>
        </p:nvGrpSpPr>
        <p:grpSpPr>
          <a:xfrm>
            <a:off x="346197" y="5187038"/>
            <a:ext cx="323888" cy="493730"/>
            <a:chOff x="7966342" y="1283428"/>
            <a:chExt cx="550000" cy="838412"/>
          </a:xfrm>
        </p:grpSpPr>
        <p:grpSp>
          <p:nvGrpSpPr>
            <p:cNvPr id="1030" name="Groupe 1029">
              <a:extLst>
                <a:ext uri="{FF2B5EF4-FFF2-40B4-BE49-F238E27FC236}">
                  <a16:creationId xmlns:a16="http://schemas.microsoft.com/office/drawing/2014/main" id="{61AE79F4-D989-A966-C586-EA495E369D21}"/>
                </a:ext>
              </a:extLst>
            </p:cNvPr>
            <p:cNvGrpSpPr/>
            <p:nvPr/>
          </p:nvGrpSpPr>
          <p:grpSpPr>
            <a:xfrm>
              <a:off x="7966342" y="1283428"/>
              <a:ext cx="550000" cy="838412"/>
              <a:chOff x="7435579" y="1324618"/>
              <a:chExt cx="550000" cy="838412"/>
            </a:xfrm>
          </p:grpSpPr>
          <p:pic>
            <p:nvPicPr>
              <p:cNvPr id="1032" name="Picture 12" descr="Premium Vector | School bus driver vector illustration.">
                <a:extLst>
                  <a:ext uri="{FF2B5EF4-FFF2-40B4-BE49-F238E27FC236}">
                    <a16:creationId xmlns:a16="http://schemas.microsoft.com/office/drawing/2014/main" id="{AAD0DEEF-6237-04A9-AD10-E53BDC32DD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>
                            <a14:backgroundMark x1="51917" y1="19169" x2="53035" y2="47764"/>
                            <a14:backgroundMark x1="53035" y1="47764" x2="49840" y2="59744"/>
                            <a14:backgroundMark x1="49840" y1="59744" x2="49840" y2="60224"/>
                            <a14:backgroundMark x1="80351" y1="41534" x2="79872" y2="42971"/>
                            <a14:backgroundMark x1="78435" y1="42492" x2="78435" y2="42492"/>
                            <a14:backgroundMark x1="76997" y1="42013" x2="80831" y2="44249"/>
                            <a14:backgroundMark x1="56869" y1="19329" x2="58307" y2="34345"/>
                            <a14:backgroundMark x1="58786" y1="34505" x2="57029" y2="53674"/>
                            <a14:backgroundMark x1="39457" y1="14377" x2="32588" y2="76677"/>
                            <a14:backgroundMark x1="42812" y1="53514" x2="43930" y2="82268"/>
                            <a14:backgroundMark x1="48722" y1="68211" x2="53355" y2="85463"/>
                            <a14:backgroundMark x1="54473" y1="67252" x2="56390" y2="79393"/>
                            <a14:backgroundMark x1="59585" y1="51438" x2="59585" y2="51438"/>
                            <a14:backgroundMark x1="62460" y1="51118" x2="62460" y2="51118"/>
                            <a14:backgroundMark x1="63578" y1="50160" x2="63578" y2="50160"/>
                            <a14:backgroundMark x1="63259" y1="51278" x2="63259" y2="51278"/>
                            <a14:backgroundMark x1="63099" y1="51597" x2="63099" y2="51597"/>
                            <a14:backgroundMark x1="57827" y1="54153" x2="56390" y2="72843"/>
                            <a14:backgroundMark x1="76677" y1="42173" x2="76677" y2="4217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239" t="10107" r="12289" b="40217"/>
              <a:stretch/>
            </p:blipFill>
            <p:spPr bwMode="auto">
              <a:xfrm>
                <a:off x="7435579" y="1324618"/>
                <a:ext cx="550000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34" name="Forme libre : forme 1033">
                <a:extLst>
                  <a:ext uri="{FF2B5EF4-FFF2-40B4-BE49-F238E27FC236}">
                    <a16:creationId xmlns:a16="http://schemas.microsoft.com/office/drawing/2014/main" id="{132DE8D5-D426-01E0-05A1-87A59D1F2D4D}"/>
                  </a:ext>
                </a:extLst>
              </p:cNvPr>
              <p:cNvSpPr/>
              <p:nvPr/>
            </p:nvSpPr>
            <p:spPr>
              <a:xfrm>
                <a:off x="7511884" y="1368841"/>
                <a:ext cx="436727" cy="794189"/>
              </a:xfrm>
              <a:custGeom>
                <a:avLst/>
                <a:gdLst>
                  <a:gd name="connsiteX0" fmla="*/ 25857 w 434417"/>
                  <a:gd name="connsiteY0" fmla="*/ 771109 h 794189"/>
                  <a:gd name="connsiteX1" fmla="*/ 73482 w 434417"/>
                  <a:gd name="connsiteY1" fmla="*/ 606009 h 794189"/>
                  <a:gd name="connsiteX2" fmla="*/ 143332 w 434417"/>
                  <a:gd name="connsiteY2" fmla="*/ 548859 h 794189"/>
                  <a:gd name="connsiteX3" fmla="*/ 152857 w 434417"/>
                  <a:gd name="connsiteY3" fmla="*/ 494884 h 794189"/>
                  <a:gd name="connsiteX4" fmla="*/ 79832 w 434417"/>
                  <a:gd name="connsiteY4" fmla="*/ 425034 h 794189"/>
                  <a:gd name="connsiteX5" fmla="*/ 60782 w 434417"/>
                  <a:gd name="connsiteY5" fmla="*/ 352009 h 794189"/>
                  <a:gd name="connsiteX6" fmla="*/ 32207 w 434417"/>
                  <a:gd name="connsiteY6" fmla="*/ 285334 h 794189"/>
                  <a:gd name="connsiteX7" fmla="*/ 35382 w 434417"/>
                  <a:gd name="connsiteY7" fmla="*/ 225009 h 794189"/>
                  <a:gd name="connsiteX8" fmla="*/ 35382 w 434417"/>
                  <a:gd name="connsiteY8" fmla="*/ 186909 h 794189"/>
                  <a:gd name="connsiteX9" fmla="*/ 457 w 434417"/>
                  <a:gd name="connsiteY9" fmla="*/ 88484 h 794189"/>
                  <a:gd name="connsiteX10" fmla="*/ 63957 w 434417"/>
                  <a:gd name="connsiteY10" fmla="*/ 15459 h 794189"/>
                  <a:gd name="connsiteX11" fmla="*/ 171907 w 434417"/>
                  <a:gd name="connsiteY11" fmla="*/ 2759 h 794189"/>
                  <a:gd name="connsiteX12" fmla="*/ 321132 w 434417"/>
                  <a:gd name="connsiteY12" fmla="*/ 53559 h 794189"/>
                  <a:gd name="connsiteX13" fmla="*/ 419557 w 434417"/>
                  <a:gd name="connsiteY13" fmla="*/ 164684 h 794189"/>
                  <a:gd name="connsiteX14" fmla="*/ 356057 w 434417"/>
                  <a:gd name="connsiteY14" fmla="*/ 205959 h 794189"/>
                  <a:gd name="connsiteX15" fmla="*/ 362407 w 434417"/>
                  <a:gd name="connsiteY15" fmla="*/ 228184 h 794189"/>
                  <a:gd name="connsiteX16" fmla="*/ 384632 w 434417"/>
                  <a:gd name="connsiteY16" fmla="*/ 234534 h 794189"/>
                  <a:gd name="connsiteX17" fmla="*/ 381457 w 434417"/>
                  <a:gd name="connsiteY17" fmla="*/ 336134 h 794189"/>
                  <a:gd name="connsiteX18" fmla="*/ 346532 w 434417"/>
                  <a:gd name="connsiteY18" fmla="*/ 355184 h 794189"/>
                  <a:gd name="connsiteX19" fmla="*/ 352882 w 434417"/>
                  <a:gd name="connsiteY19" fmla="*/ 415509 h 794189"/>
                  <a:gd name="connsiteX20" fmla="*/ 283032 w 434417"/>
                  <a:gd name="connsiteY20" fmla="*/ 466309 h 794189"/>
                  <a:gd name="connsiteX21" fmla="*/ 276682 w 434417"/>
                  <a:gd name="connsiteY21" fmla="*/ 494884 h 794189"/>
                  <a:gd name="connsiteX22" fmla="*/ 365582 w 434417"/>
                  <a:gd name="connsiteY22" fmla="*/ 567909 h 794189"/>
                  <a:gd name="connsiteX23" fmla="*/ 413207 w 434417"/>
                  <a:gd name="connsiteY23" fmla="*/ 771109 h 794189"/>
                  <a:gd name="connsiteX24" fmla="*/ 25857 w 434417"/>
                  <a:gd name="connsiteY24" fmla="*/ 771109 h 794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4417" h="794189">
                    <a:moveTo>
                      <a:pt x="25857" y="771109"/>
                    </a:moveTo>
                    <a:cubicBezTo>
                      <a:pt x="-30764" y="743592"/>
                      <a:pt x="53903" y="643051"/>
                      <a:pt x="73482" y="606009"/>
                    </a:cubicBezTo>
                    <a:cubicBezTo>
                      <a:pt x="93061" y="568967"/>
                      <a:pt x="130103" y="567380"/>
                      <a:pt x="143332" y="548859"/>
                    </a:cubicBezTo>
                    <a:cubicBezTo>
                      <a:pt x="156561" y="530338"/>
                      <a:pt x="163440" y="515521"/>
                      <a:pt x="152857" y="494884"/>
                    </a:cubicBezTo>
                    <a:cubicBezTo>
                      <a:pt x="142274" y="474246"/>
                      <a:pt x="95178" y="448846"/>
                      <a:pt x="79832" y="425034"/>
                    </a:cubicBezTo>
                    <a:cubicBezTo>
                      <a:pt x="64486" y="401222"/>
                      <a:pt x="68720" y="375292"/>
                      <a:pt x="60782" y="352009"/>
                    </a:cubicBezTo>
                    <a:cubicBezTo>
                      <a:pt x="52845" y="328726"/>
                      <a:pt x="36440" y="306501"/>
                      <a:pt x="32207" y="285334"/>
                    </a:cubicBezTo>
                    <a:cubicBezTo>
                      <a:pt x="27974" y="264167"/>
                      <a:pt x="34853" y="241413"/>
                      <a:pt x="35382" y="225009"/>
                    </a:cubicBezTo>
                    <a:cubicBezTo>
                      <a:pt x="35911" y="208605"/>
                      <a:pt x="41203" y="209663"/>
                      <a:pt x="35382" y="186909"/>
                    </a:cubicBezTo>
                    <a:cubicBezTo>
                      <a:pt x="29561" y="164155"/>
                      <a:pt x="-4305" y="117059"/>
                      <a:pt x="457" y="88484"/>
                    </a:cubicBezTo>
                    <a:cubicBezTo>
                      <a:pt x="5219" y="59909"/>
                      <a:pt x="35382" y="29746"/>
                      <a:pt x="63957" y="15459"/>
                    </a:cubicBezTo>
                    <a:cubicBezTo>
                      <a:pt x="92532" y="1172"/>
                      <a:pt x="129045" y="-3591"/>
                      <a:pt x="171907" y="2759"/>
                    </a:cubicBezTo>
                    <a:cubicBezTo>
                      <a:pt x="214769" y="9109"/>
                      <a:pt x="279857" y="26572"/>
                      <a:pt x="321132" y="53559"/>
                    </a:cubicBezTo>
                    <a:cubicBezTo>
                      <a:pt x="362407" y="80546"/>
                      <a:pt x="413736" y="139284"/>
                      <a:pt x="419557" y="164684"/>
                    </a:cubicBezTo>
                    <a:cubicBezTo>
                      <a:pt x="425378" y="190084"/>
                      <a:pt x="365582" y="195376"/>
                      <a:pt x="356057" y="205959"/>
                    </a:cubicBezTo>
                    <a:cubicBezTo>
                      <a:pt x="346532" y="216542"/>
                      <a:pt x="357645" y="223422"/>
                      <a:pt x="362407" y="228184"/>
                    </a:cubicBezTo>
                    <a:cubicBezTo>
                      <a:pt x="367169" y="232946"/>
                      <a:pt x="381457" y="216542"/>
                      <a:pt x="384632" y="234534"/>
                    </a:cubicBezTo>
                    <a:cubicBezTo>
                      <a:pt x="387807" y="252526"/>
                      <a:pt x="387807" y="316026"/>
                      <a:pt x="381457" y="336134"/>
                    </a:cubicBezTo>
                    <a:cubicBezTo>
                      <a:pt x="375107" y="356242"/>
                      <a:pt x="351294" y="341955"/>
                      <a:pt x="346532" y="355184"/>
                    </a:cubicBezTo>
                    <a:cubicBezTo>
                      <a:pt x="341770" y="368413"/>
                      <a:pt x="363465" y="396988"/>
                      <a:pt x="352882" y="415509"/>
                    </a:cubicBezTo>
                    <a:cubicBezTo>
                      <a:pt x="342299" y="434030"/>
                      <a:pt x="295732" y="453080"/>
                      <a:pt x="283032" y="466309"/>
                    </a:cubicBezTo>
                    <a:cubicBezTo>
                      <a:pt x="270332" y="479538"/>
                      <a:pt x="262924" y="477951"/>
                      <a:pt x="276682" y="494884"/>
                    </a:cubicBezTo>
                    <a:cubicBezTo>
                      <a:pt x="290440" y="511817"/>
                      <a:pt x="342828" y="521872"/>
                      <a:pt x="365582" y="567909"/>
                    </a:cubicBezTo>
                    <a:cubicBezTo>
                      <a:pt x="388336" y="613946"/>
                      <a:pt x="473532" y="737242"/>
                      <a:pt x="413207" y="771109"/>
                    </a:cubicBezTo>
                    <a:cubicBezTo>
                      <a:pt x="352882" y="804976"/>
                      <a:pt x="82478" y="798626"/>
                      <a:pt x="25857" y="771109"/>
                    </a:cubicBezTo>
                    <a:close/>
                  </a:path>
                </a:pathLst>
              </a:custGeom>
              <a:solidFill>
                <a:srgbClr val="FC8F0C">
                  <a:alpha val="50196"/>
                </a:srgbClr>
              </a:solidFill>
              <a:ln>
                <a:solidFill>
                  <a:srgbClr val="FC8F0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031" name="ZoneTexte 1030">
              <a:extLst>
                <a:ext uri="{FF2B5EF4-FFF2-40B4-BE49-F238E27FC236}">
                  <a16:creationId xmlns:a16="http://schemas.microsoft.com/office/drawing/2014/main" id="{CEEE7C7A-A0CF-D388-913C-B021392C8328}"/>
                </a:ext>
              </a:extLst>
            </p:cNvPr>
            <p:cNvSpPr txBox="1"/>
            <p:nvPr/>
          </p:nvSpPr>
          <p:spPr>
            <a:xfrm>
              <a:off x="8045173" y="1301875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C8F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</p:grpSp>
      <p:grpSp>
        <p:nvGrpSpPr>
          <p:cNvPr id="1035" name="Groupe 1034">
            <a:extLst>
              <a:ext uri="{FF2B5EF4-FFF2-40B4-BE49-F238E27FC236}">
                <a16:creationId xmlns:a16="http://schemas.microsoft.com/office/drawing/2014/main" id="{4335B909-FA94-C685-D3FB-2334D7029842}"/>
              </a:ext>
            </a:extLst>
          </p:cNvPr>
          <p:cNvGrpSpPr/>
          <p:nvPr/>
        </p:nvGrpSpPr>
        <p:grpSpPr>
          <a:xfrm>
            <a:off x="354309" y="5756549"/>
            <a:ext cx="307664" cy="494120"/>
            <a:chOff x="8715520" y="1301961"/>
            <a:chExt cx="522448" cy="839073"/>
          </a:xfrm>
        </p:grpSpPr>
        <p:grpSp>
          <p:nvGrpSpPr>
            <p:cNvPr id="1036" name="Groupe 1035">
              <a:extLst>
                <a:ext uri="{FF2B5EF4-FFF2-40B4-BE49-F238E27FC236}">
                  <a16:creationId xmlns:a16="http://schemas.microsoft.com/office/drawing/2014/main" id="{82A5CDD5-4EB4-9E40-F808-AAD3C31733F8}"/>
                </a:ext>
              </a:extLst>
            </p:cNvPr>
            <p:cNvGrpSpPr/>
            <p:nvPr/>
          </p:nvGrpSpPr>
          <p:grpSpPr>
            <a:xfrm>
              <a:off x="8715520" y="1302671"/>
              <a:ext cx="522448" cy="838363"/>
              <a:chOff x="8184757" y="1322432"/>
              <a:chExt cx="522448" cy="838363"/>
            </a:xfrm>
          </p:grpSpPr>
          <p:pic>
            <p:nvPicPr>
              <p:cNvPr id="1038" name="Picture 10" descr="Jeune, caucasien, femelle, autobus scolaire | Vecteur Premium">
                <a:extLst>
                  <a:ext uri="{FF2B5EF4-FFF2-40B4-BE49-F238E27FC236}">
                    <a16:creationId xmlns:a16="http://schemas.microsoft.com/office/drawing/2014/main" id="{2536A19F-057C-86ED-E22F-DF53429520F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10000" b="90000" l="10000" r="90000">
                            <a14:backgroundMark x1="53355" y1="16773" x2="50160" y2="81949"/>
                            <a14:backgroundMark x1="50160" y1="81949" x2="50639" y2="82588"/>
                            <a14:backgroundMark x1="57348" y1="29553" x2="57348" y2="30032"/>
                            <a14:backgroundMark x1="57029" y1="37859" x2="57029" y2="38339"/>
                            <a14:backgroundMark x1="42013" y1="5112" x2="40256" y2="79073"/>
                            <a14:backgroundMark x1="54473" y1="34665" x2="61821" y2="66134"/>
                            <a14:backgroundMark x1="55591" y1="70447" x2="52875" y2="86581"/>
                            <a14:backgroundMark x1="56390" y1="60224" x2="63099" y2="77316"/>
                            <a14:backgroundMark x1="59744" y1="69968" x2="83387" y2="71246"/>
                            <a14:backgroundMark x1="52396" y1="51597" x2="52396" y2="51597"/>
                            <a14:backgroundMark x1="42173" y1="14377" x2="33067" y2="73642"/>
                            <a14:backgroundMark x1="57188" y1="25080" x2="57827" y2="30831"/>
                            <a14:backgroundMark x1="58626" y1="37540" x2="60383" y2="41693"/>
                            <a14:backgroundMark x1="33866" y1="19968" x2="29872" y2="59585"/>
                            <a14:backgroundMark x1="78594" y1="44409" x2="78594" y2="44409"/>
                            <a14:backgroundMark x1="79553" y1="44569" x2="79553" y2="44569"/>
                            <a14:backgroundMark x1="76198" y1="44888" x2="76198" y2="44888"/>
                            <a14:backgroundMark x1="75879" y1="44888" x2="75879" y2="44888"/>
                            <a14:backgroundMark x1="75879" y1="44888" x2="78754" y2="46805"/>
                            <a14:backgroundMark x1="80032" y1="49042" x2="78754" y2="47444"/>
                            <a14:backgroundMark x1="78115" y1="43930" x2="79872" y2="40575"/>
                            <a14:backgroundMark x1="75719" y1="44728" x2="75719" y2="44728"/>
                            <a14:backgroundMark x1="75559" y1="44728" x2="75559" y2="44728"/>
                            <a14:backgroundMark x1="58147" y1="31949" x2="58147" y2="31949"/>
                            <a14:backgroundMark x1="61022" y1="51597" x2="61022" y2="51597"/>
                            <a14:backgroundMark x1="62780" y1="51917" x2="62780" y2="51917"/>
                            <a14:backgroundMark x1="62780" y1="51118" x2="62780" y2="5111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056" t="10201" r="9962" b="33583"/>
              <a:stretch/>
            </p:blipFill>
            <p:spPr bwMode="auto">
              <a:xfrm>
                <a:off x="8184757" y="1322432"/>
                <a:ext cx="522448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39" name="Forme libre : forme 1038">
                <a:extLst>
                  <a:ext uri="{FF2B5EF4-FFF2-40B4-BE49-F238E27FC236}">
                    <a16:creationId xmlns:a16="http://schemas.microsoft.com/office/drawing/2014/main" id="{68DC43B3-FA0B-CF37-81C2-7E4A9F32E393}"/>
                  </a:ext>
                </a:extLst>
              </p:cNvPr>
              <p:cNvSpPr/>
              <p:nvPr/>
            </p:nvSpPr>
            <p:spPr>
              <a:xfrm>
                <a:off x="8246047" y="1349635"/>
                <a:ext cx="421861" cy="811160"/>
              </a:xfrm>
              <a:custGeom>
                <a:avLst/>
                <a:gdLst>
                  <a:gd name="connsiteX0" fmla="*/ 54991 w 421861"/>
                  <a:gd name="connsiteY0" fmla="*/ 788728 h 811160"/>
                  <a:gd name="connsiteX1" fmla="*/ 71659 w 421861"/>
                  <a:gd name="connsiteY1" fmla="*/ 562509 h 811160"/>
                  <a:gd name="connsiteX2" fmla="*/ 121666 w 421861"/>
                  <a:gd name="connsiteY2" fmla="*/ 538696 h 811160"/>
                  <a:gd name="connsiteX3" fmla="*/ 131191 w 421861"/>
                  <a:gd name="connsiteY3" fmla="*/ 479165 h 811160"/>
                  <a:gd name="connsiteX4" fmla="*/ 71659 w 421861"/>
                  <a:gd name="connsiteY4" fmla="*/ 410109 h 811160"/>
                  <a:gd name="connsiteX5" fmla="*/ 62134 w 421861"/>
                  <a:gd name="connsiteY5" fmla="*/ 341053 h 811160"/>
                  <a:gd name="connsiteX6" fmla="*/ 12128 w 421861"/>
                  <a:gd name="connsiteY6" fmla="*/ 279140 h 811160"/>
                  <a:gd name="connsiteX7" fmla="*/ 12128 w 421861"/>
                  <a:gd name="connsiteY7" fmla="*/ 171984 h 811160"/>
                  <a:gd name="connsiteX8" fmla="*/ 222 w 421861"/>
                  <a:gd name="connsiteY8" fmla="*/ 86259 h 811160"/>
                  <a:gd name="connsiteX9" fmla="*/ 24034 w 421861"/>
                  <a:gd name="connsiteY9" fmla="*/ 33871 h 811160"/>
                  <a:gd name="connsiteX10" fmla="*/ 83566 w 421861"/>
                  <a:gd name="connsiteY10" fmla="*/ 534 h 811160"/>
                  <a:gd name="connsiteX11" fmla="*/ 338359 w 421861"/>
                  <a:gd name="connsiteY11" fmla="*/ 60065 h 811160"/>
                  <a:gd name="connsiteX12" fmla="*/ 421703 w 421861"/>
                  <a:gd name="connsiteY12" fmla="*/ 176746 h 811160"/>
                  <a:gd name="connsiteX13" fmla="*/ 359791 w 421861"/>
                  <a:gd name="connsiteY13" fmla="*/ 205321 h 811160"/>
                  <a:gd name="connsiteX14" fmla="*/ 376459 w 421861"/>
                  <a:gd name="connsiteY14" fmla="*/ 210084 h 811160"/>
                  <a:gd name="connsiteX15" fmla="*/ 369316 w 421861"/>
                  <a:gd name="connsiteY15" fmla="*/ 271996 h 811160"/>
                  <a:gd name="connsiteX16" fmla="*/ 364553 w 421861"/>
                  <a:gd name="connsiteY16" fmla="*/ 379153 h 811160"/>
                  <a:gd name="connsiteX17" fmla="*/ 316928 w 421861"/>
                  <a:gd name="connsiteY17" fmla="*/ 362484 h 811160"/>
                  <a:gd name="connsiteX18" fmla="*/ 305022 w 421861"/>
                  <a:gd name="connsiteY18" fmla="*/ 414871 h 811160"/>
                  <a:gd name="connsiteX19" fmla="*/ 250253 w 421861"/>
                  <a:gd name="connsiteY19" fmla="*/ 467259 h 811160"/>
                  <a:gd name="connsiteX20" fmla="*/ 269303 w 421861"/>
                  <a:gd name="connsiteY20" fmla="*/ 495834 h 811160"/>
                  <a:gd name="connsiteX21" fmla="*/ 359791 w 421861"/>
                  <a:gd name="connsiteY21" fmla="*/ 593465 h 811160"/>
                  <a:gd name="connsiteX22" fmla="*/ 405034 w 421861"/>
                  <a:gd name="connsiteY22" fmla="*/ 679190 h 811160"/>
                  <a:gd name="connsiteX23" fmla="*/ 343122 w 421861"/>
                  <a:gd name="connsiteY23" fmla="*/ 791109 h 811160"/>
                  <a:gd name="connsiteX24" fmla="*/ 54991 w 421861"/>
                  <a:gd name="connsiteY24" fmla="*/ 788728 h 81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21861" h="811160">
                    <a:moveTo>
                      <a:pt x="54991" y="788728"/>
                    </a:moveTo>
                    <a:cubicBezTo>
                      <a:pt x="9747" y="750628"/>
                      <a:pt x="60547" y="604181"/>
                      <a:pt x="71659" y="562509"/>
                    </a:cubicBezTo>
                    <a:cubicBezTo>
                      <a:pt x="82771" y="520837"/>
                      <a:pt x="111744" y="552587"/>
                      <a:pt x="121666" y="538696"/>
                    </a:cubicBezTo>
                    <a:cubicBezTo>
                      <a:pt x="131588" y="524805"/>
                      <a:pt x="139526" y="500596"/>
                      <a:pt x="131191" y="479165"/>
                    </a:cubicBezTo>
                    <a:cubicBezTo>
                      <a:pt x="122856" y="457734"/>
                      <a:pt x="83169" y="433128"/>
                      <a:pt x="71659" y="410109"/>
                    </a:cubicBezTo>
                    <a:cubicBezTo>
                      <a:pt x="60150" y="387090"/>
                      <a:pt x="72056" y="362881"/>
                      <a:pt x="62134" y="341053"/>
                    </a:cubicBezTo>
                    <a:cubicBezTo>
                      <a:pt x="52212" y="319225"/>
                      <a:pt x="20462" y="307318"/>
                      <a:pt x="12128" y="279140"/>
                    </a:cubicBezTo>
                    <a:cubicBezTo>
                      <a:pt x="3794" y="250962"/>
                      <a:pt x="14112" y="204131"/>
                      <a:pt x="12128" y="171984"/>
                    </a:cubicBezTo>
                    <a:cubicBezTo>
                      <a:pt x="10144" y="139837"/>
                      <a:pt x="-1762" y="109278"/>
                      <a:pt x="222" y="86259"/>
                    </a:cubicBezTo>
                    <a:cubicBezTo>
                      <a:pt x="2206" y="63240"/>
                      <a:pt x="10143" y="48158"/>
                      <a:pt x="24034" y="33871"/>
                    </a:cubicBezTo>
                    <a:cubicBezTo>
                      <a:pt x="37925" y="19583"/>
                      <a:pt x="31179" y="-3832"/>
                      <a:pt x="83566" y="534"/>
                    </a:cubicBezTo>
                    <a:cubicBezTo>
                      <a:pt x="135953" y="4900"/>
                      <a:pt x="282003" y="30696"/>
                      <a:pt x="338359" y="60065"/>
                    </a:cubicBezTo>
                    <a:cubicBezTo>
                      <a:pt x="394715" y="89434"/>
                      <a:pt x="418131" y="152537"/>
                      <a:pt x="421703" y="176746"/>
                    </a:cubicBezTo>
                    <a:cubicBezTo>
                      <a:pt x="425275" y="200955"/>
                      <a:pt x="367332" y="199765"/>
                      <a:pt x="359791" y="205321"/>
                    </a:cubicBezTo>
                    <a:cubicBezTo>
                      <a:pt x="352250" y="210877"/>
                      <a:pt x="374872" y="198972"/>
                      <a:pt x="376459" y="210084"/>
                    </a:cubicBezTo>
                    <a:cubicBezTo>
                      <a:pt x="378046" y="221196"/>
                      <a:pt x="371300" y="243818"/>
                      <a:pt x="369316" y="271996"/>
                    </a:cubicBezTo>
                    <a:cubicBezTo>
                      <a:pt x="367332" y="300174"/>
                      <a:pt x="373284" y="364072"/>
                      <a:pt x="364553" y="379153"/>
                    </a:cubicBezTo>
                    <a:cubicBezTo>
                      <a:pt x="355822" y="394234"/>
                      <a:pt x="326850" y="356531"/>
                      <a:pt x="316928" y="362484"/>
                    </a:cubicBezTo>
                    <a:cubicBezTo>
                      <a:pt x="307006" y="368437"/>
                      <a:pt x="316134" y="397409"/>
                      <a:pt x="305022" y="414871"/>
                    </a:cubicBezTo>
                    <a:cubicBezTo>
                      <a:pt x="293910" y="432333"/>
                      <a:pt x="256206" y="453765"/>
                      <a:pt x="250253" y="467259"/>
                    </a:cubicBezTo>
                    <a:cubicBezTo>
                      <a:pt x="244300" y="480753"/>
                      <a:pt x="251047" y="474800"/>
                      <a:pt x="269303" y="495834"/>
                    </a:cubicBezTo>
                    <a:cubicBezTo>
                      <a:pt x="287559" y="516868"/>
                      <a:pt x="337169" y="562906"/>
                      <a:pt x="359791" y="593465"/>
                    </a:cubicBezTo>
                    <a:cubicBezTo>
                      <a:pt x="382413" y="624024"/>
                      <a:pt x="407812" y="646250"/>
                      <a:pt x="405034" y="679190"/>
                    </a:cubicBezTo>
                    <a:cubicBezTo>
                      <a:pt x="402256" y="712130"/>
                      <a:pt x="397891" y="773647"/>
                      <a:pt x="343122" y="791109"/>
                    </a:cubicBezTo>
                    <a:cubicBezTo>
                      <a:pt x="288353" y="808571"/>
                      <a:pt x="100235" y="826828"/>
                      <a:pt x="54991" y="788728"/>
                    </a:cubicBezTo>
                    <a:close/>
                  </a:path>
                </a:pathLst>
              </a:custGeom>
              <a:solidFill>
                <a:srgbClr val="7030A0">
                  <a:alpha val="50196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037" name="ZoneTexte 1036">
              <a:extLst>
                <a:ext uri="{FF2B5EF4-FFF2-40B4-BE49-F238E27FC236}">
                  <a16:creationId xmlns:a16="http://schemas.microsoft.com/office/drawing/2014/main" id="{CAF6400F-BE7D-B1F3-C878-809A42DB25F9}"/>
                </a:ext>
              </a:extLst>
            </p:cNvPr>
            <p:cNvSpPr txBox="1"/>
            <p:nvPr/>
          </p:nvSpPr>
          <p:spPr>
            <a:xfrm>
              <a:off x="8780104" y="1301961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</a:p>
          </p:txBody>
        </p:sp>
      </p:grpSp>
      <p:pic>
        <p:nvPicPr>
          <p:cNvPr id="1052" name="Google Shape;88;p1">
            <a:extLst>
              <a:ext uri="{FF2B5EF4-FFF2-40B4-BE49-F238E27FC236}">
                <a16:creationId xmlns:a16="http://schemas.microsoft.com/office/drawing/2014/main" id="{BAF9A7B6-3954-4F2F-5107-002A80543B96}"/>
              </a:ext>
            </a:extLst>
          </p:cNvPr>
          <p:cNvPicPr preferRelativeResize="0"/>
          <p:nvPr/>
        </p:nvPicPr>
        <p:blipFill rotWithShape="1"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799" b="90437" l="8974" r="86643">
                        <a14:foregroundMark x1="86694" y1="66234" x2="86694" y2="66234"/>
                        <a14:foregroundMark x1="40743" y1="90437" x2="40743" y2="90437"/>
                        <a14:foregroundMark x1="62352" y1="84652" x2="62352" y2="84652"/>
                        <a14:foregroundMark x1="62867" y1="84652" x2="62867" y2="84652"/>
                        <a14:foregroundMark x1="62867" y1="86305" x2="62867" y2="86305"/>
                        <a14:foregroundMark x1="62713" y1="85124" x2="62713" y2="85124"/>
                        <a14:foregroundMark x1="63899" y1="85832" x2="63899" y2="85832"/>
                        <a14:foregroundMark x1="61320" y1="85832" x2="62197" y2="85832"/>
                        <a14:foregroundMark x1="64260" y1="84298" x2="64260" y2="84298"/>
                        <a14:foregroundMark x1="65446" y1="81582" x2="65446" y2="81582"/>
                      </a14:backgroundRemoval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r="9853"/>
          <a:stretch/>
        </p:blipFill>
        <p:spPr>
          <a:xfrm flipH="1">
            <a:off x="3007783" y="3377246"/>
            <a:ext cx="1287060" cy="607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88;p1">
            <a:extLst>
              <a:ext uri="{FF2B5EF4-FFF2-40B4-BE49-F238E27FC236}">
                <a16:creationId xmlns:a16="http://schemas.microsoft.com/office/drawing/2014/main" id="{7F5CA7B3-2245-71FB-9AFB-5C894768AB50}"/>
              </a:ext>
            </a:extLst>
          </p:cNvPr>
          <p:cNvPicPr preferRelativeResize="0"/>
          <p:nvPr/>
        </p:nvPicPr>
        <p:blipFill rotWithShape="1">
          <a:blip r:embed="rId13">
            <a:duotone>
              <a:schemeClr val="accent4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799" b="90437" l="8974" r="86643">
                        <a14:foregroundMark x1="86694" y1="66234" x2="86694" y2="66234"/>
                        <a14:foregroundMark x1="40743" y1="90437" x2="40743" y2="90437"/>
                        <a14:foregroundMark x1="62352" y1="84652" x2="62352" y2="84652"/>
                        <a14:foregroundMark x1="62867" y1="84652" x2="62867" y2="84652"/>
                        <a14:foregroundMark x1="62867" y1="86305" x2="62867" y2="86305"/>
                        <a14:foregroundMark x1="62713" y1="85124" x2="62713" y2="85124"/>
                        <a14:foregroundMark x1="63899" y1="85832" x2="63899" y2="85832"/>
                        <a14:foregroundMark x1="61320" y1="85832" x2="62197" y2="85832"/>
                        <a14:foregroundMark x1="64260" y1="84298" x2="64260" y2="84298"/>
                        <a14:foregroundMark x1="65446" y1="81582" x2="65446" y2="81582"/>
                      </a14:backgroundRemoval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 r="9853"/>
          <a:stretch/>
        </p:blipFill>
        <p:spPr>
          <a:xfrm>
            <a:off x="10228422" y="3475875"/>
            <a:ext cx="1288800" cy="60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0" name="Groupe 1039">
            <a:extLst>
              <a:ext uri="{FF2B5EF4-FFF2-40B4-BE49-F238E27FC236}">
                <a16:creationId xmlns:a16="http://schemas.microsoft.com/office/drawing/2014/main" id="{9BF6C02C-4D77-68C3-50ED-CF2A175467EF}"/>
              </a:ext>
            </a:extLst>
          </p:cNvPr>
          <p:cNvGrpSpPr/>
          <p:nvPr/>
        </p:nvGrpSpPr>
        <p:grpSpPr>
          <a:xfrm>
            <a:off x="11019909" y="3411454"/>
            <a:ext cx="369858" cy="534152"/>
            <a:chOff x="4693615" y="1216747"/>
            <a:chExt cx="628062" cy="907054"/>
          </a:xfrm>
        </p:grpSpPr>
        <p:grpSp>
          <p:nvGrpSpPr>
            <p:cNvPr id="1041" name="Groupe 1040">
              <a:extLst>
                <a:ext uri="{FF2B5EF4-FFF2-40B4-BE49-F238E27FC236}">
                  <a16:creationId xmlns:a16="http://schemas.microsoft.com/office/drawing/2014/main" id="{A69CE888-5579-D749-E779-6BDDBABA5B95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043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948D2E4C-8DEC-916C-83BD-31BA2A8C5E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44" name="Forme libre : forme 1043">
                <a:extLst>
                  <a:ext uri="{FF2B5EF4-FFF2-40B4-BE49-F238E27FC236}">
                    <a16:creationId xmlns:a16="http://schemas.microsoft.com/office/drawing/2014/main" id="{A54442B7-2D66-164E-3856-0BDE92AABD39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rgbClr val="FFFF00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042" name="ZoneTexte 1041">
              <a:extLst>
                <a:ext uri="{FF2B5EF4-FFF2-40B4-BE49-F238E27FC236}">
                  <a16:creationId xmlns:a16="http://schemas.microsoft.com/office/drawing/2014/main" id="{CD5978A6-C04C-DD15-B4EA-4D09FDE1E7B1}"/>
                </a:ext>
              </a:extLst>
            </p:cNvPr>
            <p:cNvSpPr txBox="1"/>
            <p:nvPr/>
          </p:nvSpPr>
          <p:spPr>
            <a:xfrm>
              <a:off x="4768481" y="1216747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045" name="Groupe 1044">
            <a:extLst>
              <a:ext uri="{FF2B5EF4-FFF2-40B4-BE49-F238E27FC236}">
                <a16:creationId xmlns:a16="http://schemas.microsoft.com/office/drawing/2014/main" id="{E23CFBE4-1241-F26D-FA2B-1C1C1D47EB36}"/>
              </a:ext>
            </a:extLst>
          </p:cNvPr>
          <p:cNvGrpSpPr/>
          <p:nvPr/>
        </p:nvGrpSpPr>
        <p:grpSpPr>
          <a:xfrm>
            <a:off x="3171104" y="3337318"/>
            <a:ext cx="339058" cy="529036"/>
            <a:chOff x="5633373" y="1227577"/>
            <a:chExt cx="575763" cy="898368"/>
          </a:xfrm>
        </p:grpSpPr>
        <p:grpSp>
          <p:nvGrpSpPr>
            <p:cNvPr id="1047" name="Groupe 1046">
              <a:extLst>
                <a:ext uri="{FF2B5EF4-FFF2-40B4-BE49-F238E27FC236}">
                  <a16:creationId xmlns:a16="http://schemas.microsoft.com/office/drawing/2014/main" id="{94EE0423-A104-C281-461D-006F8F060A43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49" name="Image 1048">
                <a:extLst>
                  <a:ext uri="{FF2B5EF4-FFF2-40B4-BE49-F238E27FC236}">
                    <a16:creationId xmlns:a16="http://schemas.microsoft.com/office/drawing/2014/main" id="{03A17B45-BC1E-CC13-1568-2BC184233B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50" name="Forme libre : forme 1049">
                <a:extLst>
                  <a:ext uri="{FF2B5EF4-FFF2-40B4-BE49-F238E27FC236}">
                    <a16:creationId xmlns:a16="http://schemas.microsoft.com/office/drawing/2014/main" id="{E01B79C6-39AE-46F5-155A-DE922F952FD8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rgbClr val="E6007E">
                  <a:alpha val="50196"/>
                </a:srgb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048" name="ZoneTexte 1047">
              <a:extLst>
                <a:ext uri="{FF2B5EF4-FFF2-40B4-BE49-F238E27FC236}">
                  <a16:creationId xmlns:a16="http://schemas.microsoft.com/office/drawing/2014/main" id="{2BE7A196-B869-F04C-40F9-0D94A7924BD9}"/>
                </a:ext>
              </a:extLst>
            </p:cNvPr>
            <p:cNvSpPr txBox="1"/>
            <p:nvPr/>
          </p:nvSpPr>
          <p:spPr>
            <a:xfrm>
              <a:off x="5684343" y="1227577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7CA54F61-7CD2-59FC-C8AC-7FDFB9D4399C}"/>
              </a:ext>
            </a:extLst>
          </p:cNvPr>
          <p:cNvSpPr txBox="1"/>
          <p:nvPr/>
        </p:nvSpPr>
        <p:spPr>
          <a:xfrm>
            <a:off x="2311905" y="533667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86A0492C-6946-77E0-B280-9BAB43D2445C}"/>
              </a:ext>
            </a:extLst>
          </p:cNvPr>
          <p:cNvSpPr txBox="1"/>
          <p:nvPr/>
        </p:nvSpPr>
        <p:spPr>
          <a:xfrm>
            <a:off x="2560370" y="977135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121385CC-B266-36E2-A039-2AC1E7ED5C15}"/>
              </a:ext>
            </a:extLst>
          </p:cNvPr>
          <p:cNvGrpSpPr/>
          <p:nvPr/>
        </p:nvGrpSpPr>
        <p:grpSpPr>
          <a:xfrm>
            <a:off x="2418526" y="372631"/>
            <a:ext cx="278415" cy="410049"/>
            <a:chOff x="4693615" y="1216747"/>
            <a:chExt cx="628062" cy="907054"/>
          </a:xfrm>
        </p:grpSpPr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A7205C99-493A-F43C-EDE3-CA3F86451CD4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49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69AB8388-FD7E-E7AB-3F3D-9DB680922C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4" name="Forme libre : forme 53">
                <a:extLst>
                  <a:ext uri="{FF2B5EF4-FFF2-40B4-BE49-F238E27FC236}">
                    <a16:creationId xmlns:a16="http://schemas.microsoft.com/office/drawing/2014/main" id="{E42EB47F-275C-5D20-C633-D7439D2543A9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4386B6CE-BF16-A3E0-BB80-900BE5B4CF35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8A5E81B0-8888-01B9-DBC5-134306F0E04C}"/>
              </a:ext>
            </a:extLst>
          </p:cNvPr>
          <p:cNvGrpSpPr/>
          <p:nvPr/>
        </p:nvGrpSpPr>
        <p:grpSpPr>
          <a:xfrm>
            <a:off x="2422150" y="801430"/>
            <a:ext cx="278415" cy="410049"/>
            <a:chOff x="4693615" y="1216747"/>
            <a:chExt cx="628062" cy="907054"/>
          </a:xfrm>
        </p:grpSpPr>
        <p:grpSp>
          <p:nvGrpSpPr>
            <p:cNvPr id="56" name="Groupe 55">
              <a:extLst>
                <a:ext uri="{FF2B5EF4-FFF2-40B4-BE49-F238E27FC236}">
                  <a16:creationId xmlns:a16="http://schemas.microsoft.com/office/drawing/2014/main" id="{2DEDE0F2-0996-37E1-C391-AEF858D0AA73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58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C43B1D50-657E-5675-D4AD-474B7CC3C5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9" name="Forme libre : forme 58">
                <a:extLst>
                  <a:ext uri="{FF2B5EF4-FFF2-40B4-BE49-F238E27FC236}">
                    <a16:creationId xmlns:a16="http://schemas.microsoft.com/office/drawing/2014/main" id="{9CF17C46-70E7-47B6-7132-82267A216E38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E0D2BB71-7F12-6949-4B7B-9D4E2BDA26EB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sp>
        <p:nvSpPr>
          <p:cNvPr id="60" name="ZoneTexte 59">
            <a:extLst>
              <a:ext uri="{FF2B5EF4-FFF2-40B4-BE49-F238E27FC236}">
                <a16:creationId xmlns:a16="http://schemas.microsoft.com/office/drawing/2014/main" id="{61F70897-76BB-C15B-95C8-801AD1491F11}"/>
              </a:ext>
            </a:extLst>
          </p:cNvPr>
          <p:cNvSpPr txBox="1"/>
          <p:nvPr/>
        </p:nvSpPr>
        <p:spPr>
          <a:xfrm>
            <a:off x="11572984" y="502027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183DFEB6-7587-A0BE-F078-C90EAC4EF1BB}"/>
              </a:ext>
            </a:extLst>
          </p:cNvPr>
          <p:cNvSpPr txBox="1"/>
          <p:nvPr/>
        </p:nvSpPr>
        <p:spPr>
          <a:xfrm>
            <a:off x="11347601" y="989929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15h10</a:t>
            </a:r>
          </a:p>
        </p:txBody>
      </p: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90383D0E-64A4-6494-E267-7857939B2E0E}"/>
              </a:ext>
            </a:extLst>
          </p:cNvPr>
          <p:cNvGrpSpPr/>
          <p:nvPr/>
        </p:nvGrpSpPr>
        <p:grpSpPr>
          <a:xfrm>
            <a:off x="11918273" y="372904"/>
            <a:ext cx="255230" cy="406122"/>
            <a:chOff x="5633373" y="1227577"/>
            <a:chExt cx="575763" cy="898368"/>
          </a:xfrm>
        </p:grpSpPr>
        <p:grpSp>
          <p:nvGrpSpPr>
            <p:cNvPr id="63" name="Groupe 62">
              <a:extLst>
                <a:ext uri="{FF2B5EF4-FFF2-40B4-BE49-F238E27FC236}">
                  <a16:creationId xmlns:a16="http://schemas.microsoft.com/office/drawing/2014/main" id="{AD837909-1CF9-DD7F-8287-C3D08C010C04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25" name="Image 1024">
                <a:extLst>
                  <a:ext uri="{FF2B5EF4-FFF2-40B4-BE49-F238E27FC236}">
                    <a16:creationId xmlns:a16="http://schemas.microsoft.com/office/drawing/2014/main" id="{65A72F03-911D-8A36-8687-E3FEBF80AA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33" name="Forme libre : forme 1032">
                <a:extLst>
                  <a:ext uri="{FF2B5EF4-FFF2-40B4-BE49-F238E27FC236}">
                    <a16:creationId xmlns:a16="http://schemas.microsoft.com/office/drawing/2014/main" id="{06201544-7B6E-AF2D-5C0C-DFEFF1FE01A5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24" name="ZoneTexte 1023">
              <a:extLst>
                <a:ext uri="{FF2B5EF4-FFF2-40B4-BE49-F238E27FC236}">
                  <a16:creationId xmlns:a16="http://schemas.microsoft.com/office/drawing/2014/main" id="{3B8FA33F-5101-3B1F-7CCC-21CCDE961B11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046" name="Groupe 1045">
            <a:extLst>
              <a:ext uri="{FF2B5EF4-FFF2-40B4-BE49-F238E27FC236}">
                <a16:creationId xmlns:a16="http://schemas.microsoft.com/office/drawing/2014/main" id="{AF9659A7-B9F7-10EB-CE3D-9DA80A40146C}"/>
              </a:ext>
            </a:extLst>
          </p:cNvPr>
          <p:cNvGrpSpPr/>
          <p:nvPr/>
        </p:nvGrpSpPr>
        <p:grpSpPr>
          <a:xfrm>
            <a:off x="11903820" y="782552"/>
            <a:ext cx="255230" cy="406122"/>
            <a:chOff x="5633373" y="1227577"/>
            <a:chExt cx="575763" cy="898368"/>
          </a:xfrm>
        </p:grpSpPr>
        <p:grpSp>
          <p:nvGrpSpPr>
            <p:cNvPr id="1051" name="Groupe 1050">
              <a:extLst>
                <a:ext uri="{FF2B5EF4-FFF2-40B4-BE49-F238E27FC236}">
                  <a16:creationId xmlns:a16="http://schemas.microsoft.com/office/drawing/2014/main" id="{F70A8D4B-9C6D-E1A4-F3F9-7A2ADE26D247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54" name="Image 1053">
                <a:extLst>
                  <a:ext uri="{FF2B5EF4-FFF2-40B4-BE49-F238E27FC236}">
                    <a16:creationId xmlns:a16="http://schemas.microsoft.com/office/drawing/2014/main" id="{D1E53776-1818-9EE2-F166-05F77A1EBA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55" name="Forme libre : forme 1054">
                <a:extLst>
                  <a:ext uri="{FF2B5EF4-FFF2-40B4-BE49-F238E27FC236}">
                    <a16:creationId xmlns:a16="http://schemas.microsoft.com/office/drawing/2014/main" id="{4581D5D2-B3BB-4295-944D-D2A331F3F959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53" name="ZoneTexte 1052">
              <a:extLst>
                <a:ext uri="{FF2B5EF4-FFF2-40B4-BE49-F238E27FC236}">
                  <a16:creationId xmlns:a16="http://schemas.microsoft.com/office/drawing/2014/main" id="{FBD4A6B4-9916-AF25-884A-26764B4A1176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056" name="Groupe 1055">
            <a:extLst>
              <a:ext uri="{FF2B5EF4-FFF2-40B4-BE49-F238E27FC236}">
                <a16:creationId xmlns:a16="http://schemas.microsoft.com/office/drawing/2014/main" id="{BAD7156A-B8B1-9529-A18A-5744B6539556}"/>
              </a:ext>
            </a:extLst>
          </p:cNvPr>
          <p:cNvGrpSpPr/>
          <p:nvPr/>
        </p:nvGrpSpPr>
        <p:grpSpPr>
          <a:xfrm>
            <a:off x="3297023" y="1490935"/>
            <a:ext cx="278415" cy="410049"/>
            <a:chOff x="4693615" y="1216747"/>
            <a:chExt cx="628062" cy="907054"/>
          </a:xfrm>
        </p:grpSpPr>
        <p:grpSp>
          <p:nvGrpSpPr>
            <p:cNvPr id="1057" name="Groupe 1056">
              <a:extLst>
                <a:ext uri="{FF2B5EF4-FFF2-40B4-BE49-F238E27FC236}">
                  <a16:creationId xmlns:a16="http://schemas.microsoft.com/office/drawing/2014/main" id="{4FD79B01-D11E-1E7A-9074-63DDA098CD06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060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24357C25-CDBB-C585-84CC-67D31A3FC8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1" name="Forme libre : forme 1060">
                <a:extLst>
                  <a:ext uri="{FF2B5EF4-FFF2-40B4-BE49-F238E27FC236}">
                    <a16:creationId xmlns:a16="http://schemas.microsoft.com/office/drawing/2014/main" id="{6F9E2AA8-7F63-B0E3-8157-703FA5D5A85F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58" name="ZoneTexte 1057">
              <a:extLst>
                <a:ext uri="{FF2B5EF4-FFF2-40B4-BE49-F238E27FC236}">
                  <a16:creationId xmlns:a16="http://schemas.microsoft.com/office/drawing/2014/main" id="{C8344D33-DADD-5F3D-E1E2-F393BD15F8A5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062" name="Groupe 1061">
            <a:extLst>
              <a:ext uri="{FF2B5EF4-FFF2-40B4-BE49-F238E27FC236}">
                <a16:creationId xmlns:a16="http://schemas.microsoft.com/office/drawing/2014/main" id="{9B6C2F74-3916-84A0-D21C-7F58D518FC58}"/>
              </a:ext>
            </a:extLst>
          </p:cNvPr>
          <p:cNvGrpSpPr/>
          <p:nvPr/>
        </p:nvGrpSpPr>
        <p:grpSpPr>
          <a:xfrm>
            <a:off x="3660655" y="1494941"/>
            <a:ext cx="255230" cy="406122"/>
            <a:chOff x="5633373" y="1227577"/>
            <a:chExt cx="575763" cy="898368"/>
          </a:xfrm>
        </p:grpSpPr>
        <p:grpSp>
          <p:nvGrpSpPr>
            <p:cNvPr id="1063" name="Groupe 1062">
              <a:extLst>
                <a:ext uri="{FF2B5EF4-FFF2-40B4-BE49-F238E27FC236}">
                  <a16:creationId xmlns:a16="http://schemas.microsoft.com/office/drawing/2014/main" id="{5E0A0E91-3B0E-5428-7EE4-4750468E15F3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65" name="Image 1064">
                <a:extLst>
                  <a:ext uri="{FF2B5EF4-FFF2-40B4-BE49-F238E27FC236}">
                    <a16:creationId xmlns:a16="http://schemas.microsoft.com/office/drawing/2014/main" id="{534F5E3A-C6C5-E09D-5D55-A72A6EE4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66" name="Forme libre : forme 1065">
                <a:extLst>
                  <a:ext uri="{FF2B5EF4-FFF2-40B4-BE49-F238E27FC236}">
                    <a16:creationId xmlns:a16="http://schemas.microsoft.com/office/drawing/2014/main" id="{B19FC0ED-E5E7-1CE4-20C9-DD07A001E6C5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64" name="ZoneTexte 1063">
              <a:extLst>
                <a:ext uri="{FF2B5EF4-FFF2-40B4-BE49-F238E27FC236}">
                  <a16:creationId xmlns:a16="http://schemas.microsoft.com/office/drawing/2014/main" id="{FA755B18-41E7-7F3C-3395-7977C3EB3A5E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067" name="Groupe 1066">
            <a:extLst>
              <a:ext uri="{FF2B5EF4-FFF2-40B4-BE49-F238E27FC236}">
                <a16:creationId xmlns:a16="http://schemas.microsoft.com/office/drawing/2014/main" id="{C1019543-8B5E-7DDA-2F28-5E341DA66357}"/>
              </a:ext>
            </a:extLst>
          </p:cNvPr>
          <p:cNvGrpSpPr/>
          <p:nvPr/>
        </p:nvGrpSpPr>
        <p:grpSpPr>
          <a:xfrm>
            <a:off x="3983236" y="1486700"/>
            <a:ext cx="274344" cy="408589"/>
            <a:chOff x="6389138" y="1222598"/>
            <a:chExt cx="618881" cy="903824"/>
          </a:xfrm>
        </p:grpSpPr>
        <p:grpSp>
          <p:nvGrpSpPr>
            <p:cNvPr id="1068" name="Groupe 1067">
              <a:extLst>
                <a:ext uri="{FF2B5EF4-FFF2-40B4-BE49-F238E27FC236}">
                  <a16:creationId xmlns:a16="http://schemas.microsoft.com/office/drawing/2014/main" id="{808CCF1F-75EB-7BF2-4FD0-2758B5DEAEFA}"/>
                </a:ext>
              </a:extLst>
            </p:cNvPr>
            <p:cNvGrpSpPr/>
            <p:nvPr/>
          </p:nvGrpSpPr>
          <p:grpSpPr>
            <a:xfrm>
              <a:off x="6389138" y="1222598"/>
              <a:ext cx="618881" cy="903824"/>
              <a:chOff x="6389138" y="1222598"/>
              <a:chExt cx="618881" cy="903824"/>
            </a:xfrm>
          </p:grpSpPr>
          <p:pic>
            <p:nvPicPr>
              <p:cNvPr id="1070" name="Picture 6" descr="Illustration de chauffeur d'autobus scolaire. | Vecteur Premium">
                <a:extLst>
                  <a:ext uri="{FF2B5EF4-FFF2-40B4-BE49-F238E27FC236}">
                    <a16:creationId xmlns:a16="http://schemas.microsoft.com/office/drawing/2014/main" id="{3169AC3A-DC3D-83CD-A981-A6427C6941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69169" y1="10064" x2="69169" y2="10064"/>
                            <a14:backgroundMark x1="50799" y1="13419" x2="42492" y2="96645"/>
                            <a14:backgroundMark x1="42492" y1="96645" x2="42492" y2="96645"/>
                            <a14:backgroundMark x1="55112" y1="11022" x2="54792" y2="77636"/>
                            <a14:backgroundMark x1="57188" y1="72684" x2="57188" y2="72684"/>
                            <a14:backgroundMark x1="57508" y1="72364" x2="59105" y2="81310"/>
                            <a14:backgroundMark x1="65176" y1="73003" x2="65815" y2="78275"/>
                            <a14:backgroundMark x1="65495" y1="68371" x2="66134" y2="69649"/>
                            <a14:backgroundMark x1="77476" y1="66613" x2="80831" y2="79073"/>
                            <a14:backgroundMark x1="77796" y1="70607" x2="77796" y2="84345"/>
                            <a14:backgroundMark x1="75879" y1="80671" x2="75879" y2="80671"/>
                            <a14:backgroundMark x1="74760" y1="76358" x2="75399" y2="81949"/>
                            <a14:backgroundMark x1="75080" y1="82268" x2="74441" y2="84026"/>
                            <a14:backgroundMark x1="74121" y1="83067" x2="74121" y2="77955"/>
                            <a14:backgroundMark x1="78115" y1="66933" x2="79553" y2="62620"/>
                            <a14:backgroundMark x1="79073" y1="59744" x2="79073" y2="59744"/>
                            <a14:backgroundMark x1="76837" y1="64058" x2="75559" y2="64058"/>
                            <a14:backgroundMark x1="75399" y1="49042" x2="75559" y2="53355"/>
                            <a14:backgroundMark x1="77476" y1="40735" x2="77476" y2="40735"/>
                            <a14:backgroundMark x1="83546" y1="35304" x2="82109" y2="43610"/>
                            <a14:backgroundMark x1="56550" y1="31949" x2="56550" y2="31949"/>
                            <a14:backgroundMark x1="58147" y1="32748" x2="58147" y2="32748"/>
                            <a14:backgroundMark x1="56869" y1="30351" x2="57508" y2="36741"/>
                            <a14:backgroundMark x1="57508" y1="30351" x2="58147" y2="31310"/>
                            <a14:backgroundMark x1="58147" y1="31310" x2="58147" y2="32588"/>
                            <a14:backgroundMark x1="58147" y1="32588" x2="58147" y2="32588"/>
                            <a14:backgroundMark x1="57827" y1="47604" x2="56070" y2="56390"/>
                            <a14:backgroundMark x1="58786" y1="48722" x2="60064" y2="54313"/>
                            <a14:backgroundMark x1="60064" y1="53994" x2="60064" y2="53994"/>
                            <a14:backgroundMark x1="60064" y1="50958" x2="61182" y2="50958"/>
                            <a14:backgroundMark x1="61182" y1="50958" x2="61182" y2="509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91" r="10388" b="44795"/>
              <a:stretch/>
            </p:blipFill>
            <p:spPr bwMode="auto">
              <a:xfrm>
                <a:off x="6389138" y="1222598"/>
                <a:ext cx="618881" cy="900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71" name="Forme libre : forme 1070">
                <a:extLst>
                  <a:ext uri="{FF2B5EF4-FFF2-40B4-BE49-F238E27FC236}">
                    <a16:creationId xmlns:a16="http://schemas.microsoft.com/office/drawing/2014/main" id="{C4D3E6C7-4A33-6AB3-5368-86AEF0F51E7D}"/>
                  </a:ext>
                </a:extLst>
              </p:cNvPr>
              <p:cNvSpPr/>
              <p:nvPr/>
            </p:nvSpPr>
            <p:spPr>
              <a:xfrm>
                <a:off x="6459846" y="1340173"/>
                <a:ext cx="469806" cy="786249"/>
              </a:xfrm>
              <a:custGeom>
                <a:avLst/>
                <a:gdLst>
                  <a:gd name="connsiteX0" fmla="*/ 62142 w 469806"/>
                  <a:gd name="connsiteY0" fmla="*/ 780016 h 786249"/>
                  <a:gd name="connsiteX1" fmla="*/ 103417 w 469806"/>
                  <a:gd name="connsiteY1" fmla="*/ 694291 h 786249"/>
                  <a:gd name="connsiteX2" fmla="*/ 87542 w 469806"/>
                  <a:gd name="connsiteY2" fmla="*/ 624441 h 786249"/>
                  <a:gd name="connsiteX3" fmla="*/ 122467 w 469806"/>
                  <a:gd name="connsiteY3" fmla="*/ 513316 h 786249"/>
                  <a:gd name="connsiteX4" fmla="*/ 39917 w 469806"/>
                  <a:gd name="connsiteY4" fmla="*/ 487916 h 786249"/>
                  <a:gd name="connsiteX5" fmla="*/ 65317 w 469806"/>
                  <a:gd name="connsiteY5" fmla="*/ 237091 h 786249"/>
                  <a:gd name="connsiteX6" fmla="*/ 27217 w 469806"/>
                  <a:gd name="connsiteY6" fmla="*/ 198991 h 786249"/>
                  <a:gd name="connsiteX7" fmla="*/ 1817 w 469806"/>
                  <a:gd name="connsiteY7" fmla="*/ 62466 h 786249"/>
                  <a:gd name="connsiteX8" fmla="*/ 78017 w 469806"/>
                  <a:gd name="connsiteY8" fmla="*/ 2141 h 786249"/>
                  <a:gd name="connsiteX9" fmla="*/ 246292 w 469806"/>
                  <a:gd name="connsiteY9" fmla="*/ 21191 h 786249"/>
                  <a:gd name="connsiteX10" fmla="*/ 395517 w 469806"/>
                  <a:gd name="connsiteY10" fmla="*/ 94216 h 786249"/>
                  <a:gd name="connsiteX11" fmla="*/ 443142 w 469806"/>
                  <a:gd name="connsiteY11" fmla="*/ 173591 h 786249"/>
                  <a:gd name="connsiteX12" fmla="*/ 395517 w 469806"/>
                  <a:gd name="connsiteY12" fmla="*/ 214866 h 786249"/>
                  <a:gd name="connsiteX13" fmla="*/ 420917 w 469806"/>
                  <a:gd name="connsiteY13" fmla="*/ 303766 h 786249"/>
                  <a:gd name="connsiteX14" fmla="*/ 411392 w 469806"/>
                  <a:gd name="connsiteY14" fmla="*/ 484741 h 786249"/>
                  <a:gd name="connsiteX15" fmla="*/ 306617 w 469806"/>
                  <a:gd name="connsiteY15" fmla="*/ 526016 h 786249"/>
                  <a:gd name="connsiteX16" fmla="*/ 401867 w 469806"/>
                  <a:gd name="connsiteY16" fmla="*/ 605391 h 786249"/>
                  <a:gd name="connsiteX17" fmla="*/ 468542 w 469806"/>
                  <a:gd name="connsiteY17" fmla="*/ 716516 h 786249"/>
                  <a:gd name="connsiteX18" fmla="*/ 411392 w 469806"/>
                  <a:gd name="connsiteY18" fmla="*/ 773666 h 786249"/>
                  <a:gd name="connsiteX19" fmla="*/ 62142 w 469806"/>
                  <a:gd name="connsiteY19" fmla="*/ 780016 h 78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69806" h="786249">
                    <a:moveTo>
                      <a:pt x="62142" y="780016"/>
                    </a:moveTo>
                    <a:cubicBezTo>
                      <a:pt x="10813" y="766787"/>
                      <a:pt x="99184" y="720220"/>
                      <a:pt x="103417" y="694291"/>
                    </a:cubicBezTo>
                    <a:cubicBezTo>
                      <a:pt x="107650" y="668362"/>
                      <a:pt x="84367" y="654604"/>
                      <a:pt x="87542" y="624441"/>
                    </a:cubicBezTo>
                    <a:cubicBezTo>
                      <a:pt x="90717" y="594278"/>
                      <a:pt x="130405" y="536070"/>
                      <a:pt x="122467" y="513316"/>
                    </a:cubicBezTo>
                    <a:cubicBezTo>
                      <a:pt x="114530" y="490562"/>
                      <a:pt x="49442" y="533953"/>
                      <a:pt x="39917" y="487916"/>
                    </a:cubicBezTo>
                    <a:cubicBezTo>
                      <a:pt x="30392" y="441878"/>
                      <a:pt x="67434" y="285245"/>
                      <a:pt x="65317" y="237091"/>
                    </a:cubicBezTo>
                    <a:cubicBezTo>
                      <a:pt x="63200" y="188937"/>
                      <a:pt x="37800" y="228095"/>
                      <a:pt x="27217" y="198991"/>
                    </a:cubicBezTo>
                    <a:cubicBezTo>
                      <a:pt x="16634" y="169887"/>
                      <a:pt x="-6650" y="95274"/>
                      <a:pt x="1817" y="62466"/>
                    </a:cubicBezTo>
                    <a:cubicBezTo>
                      <a:pt x="10284" y="29658"/>
                      <a:pt x="37271" y="9020"/>
                      <a:pt x="78017" y="2141"/>
                    </a:cubicBezTo>
                    <a:cubicBezTo>
                      <a:pt x="118763" y="-4738"/>
                      <a:pt x="193375" y="5845"/>
                      <a:pt x="246292" y="21191"/>
                    </a:cubicBezTo>
                    <a:cubicBezTo>
                      <a:pt x="299209" y="36537"/>
                      <a:pt x="362709" y="68816"/>
                      <a:pt x="395517" y="94216"/>
                    </a:cubicBezTo>
                    <a:cubicBezTo>
                      <a:pt x="428325" y="119616"/>
                      <a:pt x="443142" y="153483"/>
                      <a:pt x="443142" y="173591"/>
                    </a:cubicBezTo>
                    <a:cubicBezTo>
                      <a:pt x="443142" y="193699"/>
                      <a:pt x="399221" y="193170"/>
                      <a:pt x="395517" y="214866"/>
                    </a:cubicBezTo>
                    <a:cubicBezTo>
                      <a:pt x="391813" y="236562"/>
                      <a:pt x="418271" y="258787"/>
                      <a:pt x="420917" y="303766"/>
                    </a:cubicBezTo>
                    <a:cubicBezTo>
                      <a:pt x="423563" y="348745"/>
                      <a:pt x="430442" y="447699"/>
                      <a:pt x="411392" y="484741"/>
                    </a:cubicBezTo>
                    <a:cubicBezTo>
                      <a:pt x="392342" y="521783"/>
                      <a:pt x="308205" y="505908"/>
                      <a:pt x="306617" y="526016"/>
                    </a:cubicBezTo>
                    <a:cubicBezTo>
                      <a:pt x="305030" y="546124"/>
                      <a:pt x="374880" y="573641"/>
                      <a:pt x="401867" y="605391"/>
                    </a:cubicBezTo>
                    <a:cubicBezTo>
                      <a:pt x="428854" y="637141"/>
                      <a:pt x="466955" y="688470"/>
                      <a:pt x="468542" y="716516"/>
                    </a:cubicBezTo>
                    <a:cubicBezTo>
                      <a:pt x="470129" y="744562"/>
                      <a:pt x="479125" y="764670"/>
                      <a:pt x="411392" y="773666"/>
                    </a:cubicBezTo>
                    <a:cubicBezTo>
                      <a:pt x="343659" y="782662"/>
                      <a:pt x="113471" y="793245"/>
                      <a:pt x="62142" y="780016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69" name="ZoneTexte 1068">
              <a:extLst>
                <a:ext uri="{FF2B5EF4-FFF2-40B4-BE49-F238E27FC236}">
                  <a16:creationId xmlns:a16="http://schemas.microsoft.com/office/drawing/2014/main" id="{8E459B9B-CD48-A5AF-F215-2688F3B18462}"/>
                </a:ext>
              </a:extLst>
            </p:cNvPr>
            <p:cNvSpPr txBox="1"/>
            <p:nvPr/>
          </p:nvSpPr>
          <p:spPr>
            <a:xfrm>
              <a:off x="6463787" y="1281364"/>
              <a:ext cx="393279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grpSp>
        <p:nvGrpSpPr>
          <p:cNvPr id="1072" name="Groupe 1071">
            <a:extLst>
              <a:ext uri="{FF2B5EF4-FFF2-40B4-BE49-F238E27FC236}">
                <a16:creationId xmlns:a16="http://schemas.microsoft.com/office/drawing/2014/main" id="{BE8788A6-FCBF-1342-5C63-45635C6DA6E6}"/>
              </a:ext>
            </a:extLst>
          </p:cNvPr>
          <p:cNvGrpSpPr/>
          <p:nvPr/>
        </p:nvGrpSpPr>
        <p:grpSpPr>
          <a:xfrm>
            <a:off x="4333442" y="1505025"/>
            <a:ext cx="308831" cy="385251"/>
            <a:chOff x="7205187" y="1274964"/>
            <a:chExt cx="696677" cy="852197"/>
          </a:xfrm>
        </p:grpSpPr>
        <p:grpSp>
          <p:nvGrpSpPr>
            <p:cNvPr id="1073" name="Groupe 1072">
              <a:extLst>
                <a:ext uri="{FF2B5EF4-FFF2-40B4-BE49-F238E27FC236}">
                  <a16:creationId xmlns:a16="http://schemas.microsoft.com/office/drawing/2014/main" id="{81F80C4C-5F63-6A7C-FD40-96640BF11514}"/>
                </a:ext>
              </a:extLst>
            </p:cNvPr>
            <p:cNvGrpSpPr/>
            <p:nvPr/>
          </p:nvGrpSpPr>
          <p:grpSpPr>
            <a:xfrm>
              <a:off x="7205187" y="1310923"/>
              <a:ext cx="696677" cy="816238"/>
              <a:chOff x="6683949" y="1330684"/>
              <a:chExt cx="696677" cy="816238"/>
            </a:xfrm>
          </p:grpSpPr>
          <p:pic>
            <p:nvPicPr>
              <p:cNvPr id="1075" name="Picture 2" descr="Illustration De Vecteur De Chauffeur D'autobus Scolaire Illustration de  Vecteur - Illustration of ville, homme: 87254230">
                <a:extLst>
                  <a:ext uri="{FF2B5EF4-FFF2-40B4-BE49-F238E27FC236}">
                    <a16:creationId xmlns:a16="http://schemas.microsoft.com/office/drawing/2014/main" id="{0071DD8B-876E-14C8-D0B4-764A4CAB2C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5444" b="90000" l="9763" r="89974">
                            <a14:foregroundMark x1="67150" y1="8889" x2="67150" y2="8889"/>
                            <a14:foregroundMark x1="68470" y1="5444" x2="68470" y2="5444"/>
                            <a14:foregroundMark x1="73747" y1="44444" x2="73747" y2="44444"/>
                            <a14:foregroundMark x1="70053" y1="43333" x2="70053" y2="43333"/>
                            <a14:backgroundMark x1="50396" y1="26222" x2="46042" y2="65556"/>
                            <a14:backgroundMark x1="46042" y1="65556" x2="46306" y2="66000"/>
                            <a14:backgroundMark x1="45910" y1="15222" x2="47493" y2="78667"/>
                            <a14:backgroundMark x1="50792" y1="19444" x2="50792" y2="19444"/>
                            <a14:backgroundMark x1="54222" y1="15333" x2="55805" y2="40556"/>
                            <a14:backgroundMark x1="33773" y1="16556" x2="25462" y2="66000"/>
                            <a14:backgroundMark x1="18865" y1="26222" x2="22296" y2="72111"/>
                            <a14:backgroundMark x1="20580" y1="30556" x2="30079" y2="85444"/>
                            <a14:backgroundMark x1="41161" y1="52000" x2="41293" y2="84444"/>
                            <a14:backgroundMark x1="62137" y1="57444" x2="62269" y2="65333"/>
                            <a14:backgroundMark x1="58971" y1="36111" x2="57124" y2="55889"/>
                            <a14:backgroundMark x1="60554" y1="41778" x2="60686" y2="44667"/>
                            <a14:backgroundMark x1="75726" y1="39889" x2="75726" y2="39889"/>
                            <a14:backgroundMark x1="76121" y1="40444" x2="76121" y2="40444"/>
                            <a14:backgroundMark x1="75989" y1="40778" x2="75989" y2="40778"/>
                            <a14:backgroundMark x1="77704" y1="39889" x2="82850" y2="42889"/>
                            <a14:backgroundMark x1="82982" y1="53778" x2="82982" y2="70889"/>
                            <a14:backgroundMark x1="60686" y1="34778" x2="61741" y2="4133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4133" b="47067"/>
              <a:stretch/>
            </p:blipFill>
            <p:spPr bwMode="auto">
              <a:xfrm>
                <a:off x="6683949" y="1330684"/>
                <a:ext cx="696677" cy="807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76" name="Forme libre : forme 1075">
                <a:extLst>
                  <a:ext uri="{FF2B5EF4-FFF2-40B4-BE49-F238E27FC236}">
                    <a16:creationId xmlns:a16="http://schemas.microsoft.com/office/drawing/2014/main" id="{8D921A82-E93A-B196-DD63-3D6D68A0E3F1}"/>
                  </a:ext>
                </a:extLst>
              </p:cNvPr>
              <p:cNvSpPr/>
              <p:nvPr/>
            </p:nvSpPr>
            <p:spPr>
              <a:xfrm>
                <a:off x="6773301" y="1349096"/>
                <a:ext cx="468960" cy="797826"/>
              </a:xfrm>
              <a:custGeom>
                <a:avLst/>
                <a:gdLst>
                  <a:gd name="connsiteX0" fmla="*/ 18024 w 468960"/>
                  <a:gd name="connsiteY0" fmla="*/ 778154 h 797826"/>
                  <a:gd name="connsiteX1" fmla="*/ 87874 w 468960"/>
                  <a:gd name="connsiteY1" fmla="*/ 654329 h 797826"/>
                  <a:gd name="connsiteX2" fmla="*/ 170424 w 468960"/>
                  <a:gd name="connsiteY2" fmla="*/ 613054 h 797826"/>
                  <a:gd name="connsiteX3" fmla="*/ 183124 w 468960"/>
                  <a:gd name="connsiteY3" fmla="*/ 587654 h 797826"/>
                  <a:gd name="connsiteX4" fmla="*/ 183124 w 468960"/>
                  <a:gd name="connsiteY4" fmla="*/ 555904 h 797826"/>
                  <a:gd name="connsiteX5" fmla="*/ 116449 w 468960"/>
                  <a:gd name="connsiteY5" fmla="*/ 527329 h 797826"/>
                  <a:gd name="connsiteX6" fmla="*/ 91049 w 468960"/>
                  <a:gd name="connsiteY6" fmla="*/ 235229 h 797826"/>
                  <a:gd name="connsiteX7" fmla="*/ 65649 w 468960"/>
                  <a:gd name="connsiteY7" fmla="*/ 228879 h 797826"/>
                  <a:gd name="connsiteX8" fmla="*/ 33899 w 468960"/>
                  <a:gd name="connsiteY8" fmla="*/ 197129 h 797826"/>
                  <a:gd name="connsiteX9" fmla="*/ 49774 w 468960"/>
                  <a:gd name="connsiteY9" fmla="*/ 181254 h 797826"/>
                  <a:gd name="connsiteX10" fmla="*/ 30724 w 468960"/>
                  <a:gd name="connsiteY10" fmla="*/ 60604 h 797826"/>
                  <a:gd name="connsiteX11" fmla="*/ 173599 w 468960"/>
                  <a:gd name="connsiteY11" fmla="*/ 279 h 797826"/>
                  <a:gd name="connsiteX12" fmla="*/ 411724 w 468960"/>
                  <a:gd name="connsiteY12" fmla="*/ 82829 h 797826"/>
                  <a:gd name="connsiteX13" fmla="*/ 468874 w 468960"/>
                  <a:gd name="connsiteY13" fmla="*/ 190779 h 797826"/>
                  <a:gd name="connsiteX14" fmla="*/ 424424 w 468960"/>
                  <a:gd name="connsiteY14" fmla="*/ 219354 h 797826"/>
                  <a:gd name="connsiteX15" fmla="*/ 414899 w 468960"/>
                  <a:gd name="connsiteY15" fmla="*/ 349529 h 797826"/>
                  <a:gd name="connsiteX16" fmla="*/ 437124 w 468960"/>
                  <a:gd name="connsiteY16" fmla="*/ 365404 h 797826"/>
                  <a:gd name="connsiteX17" fmla="*/ 440299 w 468960"/>
                  <a:gd name="connsiteY17" fmla="*/ 432079 h 797826"/>
                  <a:gd name="connsiteX18" fmla="*/ 392674 w 468960"/>
                  <a:gd name="connsiteY18" fmla="*/ 451129 h 797826"/>
                  <a:gd name="connsiteX19" fmla="*/ 373624 w 468960"/>
                  <a:gd name="connsiteY19" fmla="*/ 451129 h 797826"/>
                  <a:gd name="connsiteX20" fmla="*/ 341874 w 468960"/>
                  <a:gd name="connsiteY20" fmla="*/ 498754 h 797826"/>
                  <a:gd name="connsiteX21" fmla="*/ 303774 w 468960"/>
                  <a:gd name="connsiteY21" fmla="*/ 543204 h 797826"/>
                  <a:gd name="connsiteX22" fmla="*/ 268849 w 468960"/>
                  <a:gd name="connsiteY22" fmla="*/ 546379 h 797826"/>
                  <a:gd name="connsiteX23" fmla="*/ 275199 w 468960"/>
                  <a:gd name="connsiteY23" fmla="*/ 603529 h 797826"/>
                  <a:gd name="connsiteX24" fmla="*/ 335524 w 468960"/>
                  <a:gd name="connsiteY24" fmla="*/ 628929 h 797826"/>
                  <a:gd name="connsiteX25" fmla="*/ 376799 w 468960"/>
                  <a:gd name="connsiteY25" fmla="*/ 686079 h 797826"/>
                  <a:gd name="connsiteX26" fmla="*/ 443474 w 468960"/>
                  <a:gd name="connsiteY26" fmla="*/ 787679 h 797826"/>
                  <a:gd name="connsiteX27" fmla="*/ 18024 w 468960"/>
                  <a:gd name="connsiteY27" fmla="*/ 778154 h 79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8960" h="797826">
                    <a:moveTo>
                      <a:pt x="18024" y="778154"/>
                    </a:moveTo>
                    <a:cubicBezTo>
                      <a:pt x="-41243" y="755929"/>
                      <a:pt x="62474" y="681846"/>
                      <a:pt x="87874" y="654329"/>
                    </a:cubicBezTo>
                    <a:cubicBezTo>
                      <a:pt x="113274" y="626812"/>
                      <a:pt x="154549" y="624166"/>
                      <a:pt x="170424" y="613054"/>
                    </a:cubicBezTo>
                    <a:cubicBezTo>
                      <a:pt x="186299" y="601941"/>
                      <a:pt x="181007" y="597179"/>
                      <a:pt x="183124" y="587654"/>
                    </a:cubicBezTo>
                    <a:cubicBezTo>
                      <a:pt x="185241" y="578129"/>
                      <a:pt x="194236" y="565958"/>
                      <a:pt x="183124" y="555904"/>
                    </a:cubicBezTo>
                    <a:cubicBezTo>
                      <a:pt x="172012" y="545850"/>
                      <a:pt x="131795" y="580775"/>
                      <a:pt x="116449" y="527329"/>
                    </a:cubicBezTo>
                    <a:cubicBezTo>
                      <a:pt x="101103" y="473883"/>
                      <a:pt x="99516" y="284971"/>
                      <a:pt x="91049" y="235229"/>
                    </a:cubicBezTo>
                    <a:cubicBezTo>
                      <a:pt x="82582" y="185487"/>
                      <a:pt x="75174" y="235229"/>
                      <a:pt x="65649" y="228879"/>
                    </a:cubicBezTo>
                    <a:cubicBezTo>
                      <a:pt x="56124" y="222529"/>
                      <a:pt x="36545" y="205066"/>
                      <a:pt x="33899" y="197129"/>
                    </a:cubicBezTo>
                    <a:cubicBezTo>
                      <a:pt x="31253" y="189192"/>
                      <a:pt x="50303" y="204008"/>
                      <a:pt x="49774" y="181254"/>
                    </a:cubicBezTo>
                    <a:cubicBezTo>
                      <a:pt x="49245" y="158500"/>
                      <a:pt x="10087" y="90766"/>
                      <a:pt x="30724" y="60604"/>
                    </a:cubicBezTo>
                    <a:cubicBezTo>
                      <a:pt x="51361" y="30442"/>
                      <a:pt x="110099" y="-3425"/>
                      <a:pt x="173599" y="279"/>
                    </a:cubicBezTo>
                    <a:cubicBezTo>
                      <a:pt x="237099" y="3983"/>
                      <a:pt x="362512" y="51079"/>
                      <a:pt x="411724" y="82829"/>
                    </a:cubicBezTo>
                    <a:cubicBezTo>
                      <a:pt x="460937" y="114579"/>
                      <a:pt x="466757" y="168025"/>
                      <a:pt x="468874" y="190779"/>
                    </a:cubicBezTo>
                    <a:cubicBezTo>
                      <a:pt x="470991" y="213533"/>
                      <a:pt x="433420" y="192896"/>
                      <a:pt x="424424" y="219354"/>
                    </a:cubicBezTo>
                    <a:cubicBezTo>
                      <a:pt x="415428" y="245812"/>
                      <a:pt x="412782" y="325187"/>
                      <a:pt x="414899" y="349529"/>
                    </a:cubicBezTo>
                    <a:cubicBezTo>
                      <a:pt x="417016" y="373871"/>
                      <a:pt x="432891" y="351646"/>
                      <a:pt x="437124" y="365404"/>
                    </a:cubicBezTo>
                    <a:cubicBezTo>
                      <a:pt x="441357" y="379162"/>
                      <a:pt x="447707" y="417792"/>
                      <a:pt x="440299" y="432079"/>
                    </a:cubicBezTo>
                    <a:cubicBezTo>
                      <a:pt x="432891" y="446366"/>
                      <a:pt x="403787" y="447954"/>
                      <a:pt x="392674" y="451129"/>
                    </a:cubicBezTo>
                    <a:cubicBezTo>
                      <a:pt x="381561" y="454304"/>
                      <a:pt x="382091" y="443191"/>
                      <a:pt x="373624" y="451129"/>
                    </a:cubicBezTo>
                    <a:cubicBezTo>
                      <a:pt x="365157" y="459066"/>
                      <a:pt x="353516" y="483408"/>
                      <a:pt x="341874" y="498754"/>
                    </a:cubicBezTo>
                    <a:cubicBezTo>
                      <a:pt x="330232" y="514100"/>
                      <a:pt x="315945" y="535267"/>
                      <a:pt x="303774" y="543204"/>
                    </a:cubicBezTo>
                    <a:cubicBezTo>
                      <a:pt x="291603" y="551141"/>
                      <a:pt x="273612" y="536325"/>
                      <a:pt x="268849" y="546379"/>
                    </a:cubicBezTo>
                    <a:cubicBezTo>
                      <a:pt x="264087" y="556433"/>
                      <a:pt x="264086" y="589771"/>
                      <a:pt x="275199" y="603529"/>
                    </a:cubicBezTo>
                    <a:cubicBezTo>
                      <a:pt x="286312" y="617287"/>
                      <a:pt x="318591" y="615171"/>
                      <a:pt x="335524" y="628929"/>
                    </a:cubicBezTo>
                    <a:cubicBezTo>
                      <a:pt x="352457" y="642687"/>
                      <a:pt x="358807" y="659621"/>
                      <a:pt x="376799" y="686079"/>
                    </a:cubicBezTo>
                    <a:cubicBezTo>
                      <a:pt x="394791" y="712537"/>
                      <a:pt x="498507" y="771275"/>
                      <a:pt x="443474" y="787679"/>
                    </a:cubicBezTo>
                    <a:cubicBezTo>
                      <a:pt x="388441" y="804083"/>
                      <a:pt x="77291" y="800379"/>
                      <a:pt x="18024" y="778154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74" name="ZoneTexte 1073">
              <a:extLst>
                <a:ext uri="{FF2B5EF4-FFF2-40B4-BE49-F238E27FC236}">
                  <a16:creationId xmlns:a16="http://schemas.microsoft.com/office/drawing/2014/main" id="{CB070B02-5EC0-2EC8-D827-8E897D1AFB38}"/>
                </a:ext>
              </a:extLst>
            </p:cNvPr>
            <p:cNvSpPr txBox="1"/>
            <p:nvPr/>
          </p:nvSpPr>
          <p:spPr>
            <a:xfrm>
              <a:off x="7322033" y="1274964"/>
              <a:ext cx="393281" cy="68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1077" name="Groupe 1076">
            <a:extLst>
              <a:ext uri="{FF2B5EF4-FFF2-40B4-BE49-F238E27FC236}">
                <a16:creationId xmlns:a16="http://schemas.microsoft.com/office/drawing/2014/main" id="{0DBB5A8B-65E4-4FFA-07C7-499A510AE78B}"/>
              </a:ext>
            </a:extLst>
          </p:cNvPr>
          <p:cNvGrpSpPr/>
          <p:nvPr/>
        </p:nvGrpSpPr>
        <p:grpSpPr>
          <a:xfrm>
            <a:off x="4673716" y="1513266"/>
            <a:ext cx="243811" cy="379019"/>
            <a:chOff x="7966342" y="1283428"/>
            <a:chExt cx="550000" cy="838412"/>
          </a:xfrm>
        </p:grpSpPr>
        <p:grpSp>
          <p:nvGrpSpPr>
            <p:cNvPr id="1078" name="Groupe 1077">
              <a:extLst>
                <a:ext uri="{FF2B5EF4-FFF2-40B4-BE49-F238E27FC236}">
                  <a16:creationId xmlns:a16="http://schemas.microsoft.com/office/drawing/2014/main" id="{E32507BE-7C12-AEF9-7877-FDB46292EC12}"/>
                </a:ext>
              </a:extLst>
            </p:cNvPr>
            <p:cNvGrpSpPr/>
            <p:nvPr/>
          </p:nvGrpSpPr>
          <p:grpSpPr>
            <a:xfrm>
              <a:off x="7966342" y="1283428"/>
              <a:ext cx="550000" cy="838412"/>
              <a:chOff x="7435579" y="1324618"/>
              <a:chExt cx="550000" cy="838412"/>
            </a:xfrm>
          </p:grpSpPr>
          <p:pic>
            <p:nvPicPr>
              <p:cNvPr id="1080" name="Picture 12" descr="Premium Vector | School bus driver vector illustration.">
                <a:extLst>
                  <a:ext uri="{FF2B5EF4-FFF2-40B4-BE49-F238E27FC236}">
                    <a16:creationId xmlns:a16="http://schemas.microsoft.com/office/drawing/2014/main" id="{92C579C0-9C2A-606D-B59F-EF24B49C57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>
                            <a14:backgroundMark x1="51917" y1="19169" x2="53035" y2="47764"/>
                            <a14:backgroundMark x1="53035" y1="47764" x2="49840" y2="59744"/>
                            <a14:backgroundMark x1="49840" y1="59744" x2="49840" y2="60224"/>
                            <a14:backgroundMark x1="80351" y1="41534" x2="79872" y2="42971"/>
                            <a14:backgroundMark x1="78435" y1="42492" x2="78435" y2="42492"/>
                            <a14:backgroundMark x1="76997" y1="42013" x2="80831" y2="44249"/>
                            <a14:backgroundMark x1="56869" y1="19329" x2="58307" y2="34345"/>
                            <a14:backgroundMark x1="58786" y1="34505" x2="57029" y2="53674"/>
                            <a14:backgroundMark x1="39457" y1="14377" x2="32588" y2="76677"/>
                            <a14:backgroundMark x1="42812" y1="53514" x2="43930" y2="82268"/>
                            <a14:backgroundMark x1="48722" y1="68211" x2="53355" y2="85463"/>
                            <a14:backgroundMark x1="54473" y1="67252" x2="56390" y2="79393"/>
                            <a14:backgroundMark x1="59585" y1="51438" x2="59585" y2="51438"/>
                            <a14:backgroundMark x1="62460" y1="51118" x2="62460" y2="51118"/>
                            <a14:backgroundMark x1="63578" y1="50160" x2="63578" y2="50160"/>
                            <a14:backgroundMark x1="63259" y1="51278" x2="63259" y2="51278"/>
                            <a14:backgroundMark x1="63099" y1="51597" x2="63099" y2="51597"/>
                            <a14:backgroundMark x1="57827" y1="54153" x2="56390" y2="72843"/>
                            <a14:backgroundMark x1="76677" y1="42173" x2="76677" y2="4217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239" t="10107" r="12289" b="40217"/>
              <a:stretch/>
            </p:blipFill>
            <p:spPr bwMode="auto">
              <a:xfrm>
                <a:off x="7435579" y="1324618"/>
                <a:ext cx="550000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81" name="Forme libre : forme 1080">
                <a:extLst>
                  <a:ext uri="{FF2B5EF4-FFF2-40B4-BE49-F238E27FC236}">
                    <a16:creationId xmlns:a16="http://schemas.microsoft.com/office/drawing/2014/main" id="{FBF05BD0-6EDA-9244-9990-C36F35544B42}"/>
                  </a:ext>
                </a:extLst>
              </p:cNvPr>
              <p:cNvSpPr/>
              <p:nvPr/>
            </p:nvSpPr>
            <p:spPr>
              <a:xfrm>
                <a:off x="7511884" y="1368841"/>
                <a:ext cx="436727" cy="794189"/>
              </a:xfrm>
              <a:custGeom>
                <a:avLst/>
                <a:gdLst>
                  <a:gd name="connsiteX0" fmla="*/ 25857 w 434417"/>
                  <a:gd name="connsiteY0" fmla="*/ 771109 h 794189"/>
                  <a:gd name="connsiteX1" fmla="*/ 73482 w 434417"/>
                  <a:gd name="connsiteY1" fmla="*/ 606009 h 794189"/>
                  <a:gd name="connsiteX2" fmla="*/ 143332 w 434417"/>
                  <a:gd name="connsiteY2" fmla="*/ 548859 h 794189"/>
                  <a:gd name="connsiteX3" fmla="*/ 152857 w 434417"/>
                  <a:gd name="connsiteY3" fmla="*/ 494884 h 794189"/>
                  <a:gd name="connsiteX4" fmla="*/ 79832 w 434417"/>
                  <a:gd name="connsiteY4" fmla="*/ 425034 h 794189"/>
                  <a:gd name="connsiteX5" fmla="*/ 60782 w 434417"/>
                  <a:gd name="connsiteY5" fmla="*/ 352009 h 794189"/>
                  <a:gd name="connsiteX6" fmla="*/ 32207 w 434417"/>
                  <a:gd name="connsiteY6" fmla="*/ 285334 h 794189"/>
                  <a:gd name="connsiteX7" fmla="*/ 35382 w 434417"/>
                  <a:gd name="connsiteY7" fmla="*/ 225009 h 794189"/>
                  <a:gd name="connsiteX8" fmla="*/ 35382 w 434417"/>
                  <a:gd name="connsiteY8" fmla="*/ 186909 h 794189"/>
                  <a:gd name="connsiteX9" fmla="*/ 457 w 434417"/>
                  <a:gd name="connsiteY9" fmla="*/ 88484 h 794189"/>
                  <a:gd name="connsiteX10" fmla="*/ 63957 w 434417"/>
                  <a:gd name="connsiteY10" fmla="*/ 15459 h 794189"/>
                  <a:gd name="connsiteX11" fmla="*/ 171907 w 434417"/>
                  <a:gd name="connsiteY11" fmla="*/ 2759 h 794189"/>
                  <a:gd name="connsiteX12" fmla="*/ 321132 w 434417"/>
                  <a:gd name="connsiteY12" fmla="*/ 53559 h 794189"/>
                  <a:gd name="connsiteX13" fmla="*/ 419557 w 434417"/>
                  <a:gd name="connsiteY13" fmla="*/ 164684 h 794189"/>
                  <a:gd name="connsiteX14" fmla="*/ 356057 w 434417"/>
                  <a:gd name="connsiteY14" fmla="*/ 205959 h 794189"/>
                  <a:gd name="connsiteX15" fmla="*/ 362407 w 434417"/>
                  <a:gd name="connsiteY15" fmla="*/ 228184 h 794189"/>
                  <a:gd name="connsiteX16" fmla="*/ 384632 w 434417"/>
                  <a:gd name="connsiteY16" fmla="*/ 234534 h 794189"/>
                  <a:gd name="connsiteX17" fmla="*/ 381457 w 434417"/>
                  <a:gd name="connsiteY17" fmla="*/ 336134 h 794189"/>
                  <a:gd name="connsiteX18" fmla="*/ 346532 w 434417"/>
                  <a:gd name="connsiteY18" fmla="*/ 355184 h 794189"/>
                  <a:gd name="connsiteX19" fmla="*/ 352882 w 434417"/>
                  <a:gd name="connsiteY19" fmla="*/ 415509 h 794189"/>
                  <a:gd name="connsiteX20" fmla="*/ 283032 w 434417"/>
                  <a:gd name="connsiteY20" fmla="*/ 466309 h 794189"/>
                  <a:gd name="connsiteX21" fmla="*/ 276682 w 434417"/>
                  <a:gd name="connsiteY21" fmla="*/ 494884 h 794189"/>
                  <a:gd name="connsiteX22" fmla="*/ 365582 w 434417"/>
                  <a:gd name="connsiteY22" fmla="*/ 567909 h 794189"/>
                  <a:gd name="connsiteX23" fmla="*/ 413207 w 434417"/>
                  <a:gd name="connsiteY23" fmla="*/ 771109 h 794189"/>
                  <a:gd name="connsiteX24" fmla="*/ 25857 w 434417"/>
                  <a:gd name="connsiteY24" fmla="*/ 771109 h 794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4417" h="794189">
                    <a:moveTo>
                      <a:pt x="25857" y="771109"/>
                    </a:moveTo>
                    <a:cubicBezTo>
                      <a:pt x="-30764" y="743592"/>
                      <a:pt x="53903" y="643051"/>
                      <a:pt x="73482" y="606009"/>
                    </a:cubicBezTo>
                    <a:cubicBezTo>
                      <a:pt x="93061" y="568967"/>
                      <a:pt x="130103" y="567380"/>
                      <a:pt x="143332" y="548859"/>
                    </a:cubicBezTo>
                    <a:cubicBezTo>
                      <a:pt x="156561" y="530338"/>
                      <a:pt x="163440" y="515521"/>
                      <a:pt x="152857" y="494884"/>
                    </a:cubicBezTo>
                    <a:cubicBezTo>
                      <a:pt x="142274" y="474246"/>
                      <a:pt x="95178" y="448846"/>
                      <a:pt x="79832" y="425034"/>
                    </a:cubicBezTo>
                    <a:cubicBezTo>
                      <a:pt x="64486" y="401222"/>
                      <a:pt x="68720" y="375292"/>
                      <a:pt x="60782" y="352009"/>
                    </a:cubicBezTo>
                    <a:cubicBezTo>
                      <a:pt x="52845" y="328726"/>
                      <a:pt x="36440" y="306501"/>
                      <a:pt x="32207" y="285334"/>
                    </a:cubicBezTo>
                    <a:cubicBezTo>
                      <a:pt x="27974" y="264167"/>
                      <a:pt x="34853" y="241413"/>
                      <a:pt x="35382" y="225009"/>
                    </a:cubicBezTo>
                    <a:cubicBezTo>
                      <a:pt x="35911" y="208605"/>
                      <a:pt x="41203" y="209663"/>
                      <a:pt x="35382" y="186909"/>
                    </a:cubicBezTo>
                    <a:cubicBezTo>
                      <a:pt x="29561" y="164155"/>
                      <a:pt x="-4305" y="117059"/>
                      <a:pt x="457" y="88484"/>
                    </a:cubicBezTo>
                    <a:cubicBezTo>
                      <a:pt x="5219" y="59909"/>
                      <a:pt x="35382" y="29746"/>
                      <a:pt x="63957" y="15459"/>
                    </a:cubicBezTo>
                    <a:cubicBezTo>
                      <a:pt x="92532" y="1172"/>
                      <a:pt x="129045" y="-3591"/>
                      <a:pt x="171907" y="2759"/>
                    </a:cubicBezTo>
                    <a:cubicBezTo>
                      <a:pt x="214769" y="9109"/>
                      <a:pt x="279857" y="26572"/>
                      <a:pt x="321132" y="53559"/>
                    </a:cubicBezTo>
                    <a:cubicBezTo>
                      <a:pt x="362407" y="80546"/>
                      <a:pt x="413736" y="139284"/>
                      <a:pt x="419557" y="164684"/>
                    </a:cubicBezTo>
                    <a:cubicBezTo>
                      <a:pt x="425378" y="190084"/>
                      <a:pt x="365582" y="195376"/>
                      <a:pt x="356057" y="205959"/>
                    </a:cubicBezTo>
                    <a:cubicBezTo>
                      <a:pt x="346532" y="216542"/>
                      <a:pt x="357645" y="223422"/>
                      <a:pt x="362407" y="228184"/>
                    </a:cubicBezTo>
                    <a:cubicBezTo>
                      <a:pt x="367169" y="232946"/>
                      <a:pt x="381457" y="216542"/>
                      <a:pt x="384632" y="234534"/>
                    </a:cubicBezTo>
                    <a:cubicBezTo>
                      <a:pt x="387807" y="252526"/>
                      <a:pt x="387807" y="316026"/>
                      <a:pt x="381457" y="336134"/>
                    </a:cubicBezTo>
                    <a:cubicBezTo>
                      <a:pt x="375107" y="356242"/>
                      <a:pt x="351294" y="341955"/>
                      <a:pt x="346532" y="355184"/>
                    </a:cubicBezTo>
                    <a:cubicBezTo>
                      <a:pt x="341770" y="368413"/>
                      <a:pt x="363465" y="396988"/>
                      <a:pt x="352882" y="415509"/>
                    </a:cubicBezTo>
                    <a:cubicBezTo>
                      <a:pt x="342299" y="434030"/>
                      <a:pt x="295732" y="453080"/>
                      <a:pt x="283032" y="466309"/>
                    </a:cubicBezTo>
                    <a:cubicBezTo>
                      <a:pt x="270332" y="479538"/>
                      <a:pt x="262924" y="477951"/>
                      <a:pt x="276682" y="494884"/>
                    </a:cubicBezTo>
                    <a:cubicBezTo>
                      <a:pt x="290440" y="511817"/>
                      <a:pt x="342828" y="521872"/>
                      <a:pt x="365582" y="567909"/>
                    </a:cubicBezTo>
                    <a:cubicBezTo>
                      <a:pt x="388336" y="613946"/>
                      <a:pt x="473532" y="737242"/>
                      <a:pt x="413207" y="771109"/>
                    </a:cubicBezTo>
                    <a:cubicBezTo>
                      <a:pt x="352882" y="804976"/>
                      <a:pt x="82478" y="798626"/>
                      <a:pt x="25857" y="771109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79" name="ZoneTexte 1078">
              <a:extLst>
                <a:ext uri="{FF2B5EF4-FFF2-40B4-BE49-F238E27FC236}">
                  <a16:creationId xmlns:a16="http://schemas.microsoft.com/office/drawing/2014/main" id="{9A946A13-D9F6-8854-BE45-3DB90BE65B9F}"/>
                </a:ext>
              </a:extLst>
            </p:cNvPr>
            <p:cNvSpPr txBox="1"/>
            <p:nvPr/>
          </p:nvSpPr>
          <p:spPr>
            <a:xfrm>
              <a:off x="8045173" y="1301874"/>
              <a:ext cx="393280" cy="68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C8F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</p:grpSp>
      <p:grpSp>
        <p:nvGrpSpPr>
          <p:cNvPr id="1082" name="Groupe 1081">
            <a:extLst>
              <a:ext uri="{FF2B5EF4-FFF2-40B4-BE49-F238E27FC236}">
                <a16:creationId xmlns:a16="http://schemas.microsoft.com/office/drawing/2014/main" id="{FD8F68DB-2BDC-82CF-233F-3672D6531F04}"/>
              </a:ext>
            </a:extLst>
          </p:cNvPr>
          <p:cNvGrpSpPr/>
          <p:nvPr/>
        </p:nvGrpSpPr>
        <p:grpSpPr>
          <a:xfrm>
            <a:off x="5003697" y="1523069"/>
            <a:ext cx="231598" cy="379318"/>
            <a:chOff x="8715520" y="1301961"/>
            <a:chExt cx="522448" cy="839073"/>
          </a:xfrm>
        </p:grpSpPr>
        <p:grpSp>
          <p:nvGrpSpPr>
            <p:cNvPr id="1083" name="Groupe 1082">
              <a:extLst>
                <a:ext uri="{FF2B5EF4-FFF2-40B4-BE49-F238E27FC236}">
                  <a16:creationId xmlns:a16="http://schemas.microsoft.com/office/drawing/2014/main" id="{59E9D5CF-5108-33BC-BA43-987A9B1144BC}"/>
                </a:ext>
              </a:extLst>
            </p:cNvPr>
            <p:cNvGrpSpPr/>
            <p:nvPr/>
          </p:nvGrpSpPr>
          <p:grpSpPr>
            <a:xfrm>
              <a:off x="8715520" y="1302671"/>
              <a:ext cx="522448" cy="838363"/>
              <a:chOff x="8184757" y="1322432"/>
              <a:chExt cx="522448" cy="838363"/>
            </a:xfrm>
          </p:grpSpPr>
          <p:pic>
            <p:nvPicPr>
              <p:cNvPr id="1085" name="Picture 10" descr="Jeune, caucasien, femelle, autobus scolaire | Vecteur Premium">
                <a:extLst>
                  <a:ext uri="{FF2B5EF4-FFF2-40B4-BE49-F238E27FC236}">
                    <a16:creationId xmlns:a16="http://schemas.microsoft.com/office/drawing/2014/main" id="{64A1D52A-D2BF-AC3F-E644-24A9EEC8A7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10000" b="90000" l="10000" r="90000">
                            <a14:backgroundMark x1="53355" y1="16773" x2="50160" y2="81949"/>
                            <a14:backgroundMark x1="50160" y1="81949" x2="50639" y2="82588"/>
                            <a14:backgroundMark x1="57348" y1="29553" x2="57348" y2="30032"/>
                            <a14:backgroundMark x1="57029" y1="37859" x2="57029" y2="38339"/>
                            <a14:backgroundMark x1="42013" y1="5112" x2="40256" y2="79073"/>
                            <a14:backgroundMark x1="54473" y1="34665" x2="61821" y2="66134"/>
                            <a14:backgroundMark x1="55591" y1="70447" x2="52875" y2="86581"/>
                            <a14:backgroundMark x1="56390" y1="60224" x2="63099" y2="77316"/>
                            <a14:backgroundMark x1="59744" y1="69968" x2="83387" y2="71246"/>
                            <a14:backgroundMark x1="52396" y1="51597" x2="52396" y2="51597"/>
                            <a14:backgroundMark x1="42173" y1="14377" x2="33067" y2="73642"/>
                            <a14:backgroundMark x1="57188" y1="25080" x2="57827" y2="30831"/>
                            <a14:backgroundMark x1="58626" y1="37540" x2="60383" y2="41693"/>
                            <a14:backgroundMark x1="33866" y1="19968" x2="29872" y2="59585"/>
                            <a14:backgroundMark x1="78594" y1="44409" x2="78594" y2="44409"/>
                            <a14:backgroundMark x1="79553" y1="44569" x2="79553" y2="44569"/>
                            <a14:backgroundMark x1="76198" y1="44888" x2="76198" y2="44888"/>
                            <a14:backgroundMark x1="75879" y1="44888" x2="75879" y2="44888"/>
                            <a14:backgroundMark x1="75879" y1="44888" x2="78754" y2="46805"/>
                            <a14:backgroundMark x1="80032" y1="49042" x2="78754" y2="47444"/>
                            <a14:backgroundMark x1="78115" y1="43930" x2="79872" y2="40575"/>
                            <a14:backgroundMark x1="75719" y1="44728" x2="75719" y2="44728"/>
                            <a14:backgroundMark x1="75559" y1="44728" x2="75559" y2="44728"/>
                            <a14:backgroundMark x1="58147" y1="31949" x2="58147" y2="31949"/>
                            <a14:backgroundMark x1="61022" y1="51597" x2="61022" y2="51597"/>
                            <a14:backgroundMark x1="62780" y1="51917" x2="62780" y2="51917"/>
                            <a14:backgroundMark x1="62780" y1="51118" x2="62780" y2="5111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056" t="10201" r="9962" b="33583"/>
              <a:stretch/>
            </p:blipFill>
            <p:spPr bwMode="auto">
              <a:xfrm>
                <a:off x="8184757" y="1322432"/>
                <a:ext cx="522448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86" name="Forme libre : forme 1085">
                <a:extLst>
                  <a:ext uri="{FF2B5EF4-FFF2-40B4-BE49-F238E27FC236}">
                    <a16:creationId xmlns:a16="http://schemas.microsoft.com/office/drawing/2014/main" id="{81F3B446-756C-A061-A81B-C2BE56310BD6}"/>
                  </a:ext>
                </a:extLst>
              </p:cNvPr>
              <p:cNvSpPr/>
              <p:nvPr/>
            </p:nvSpPr>
            <p:spPr>
              <a:xfrm>
                <a:off x="8246047" y="1349635"/>
                <a:ext cx="421861" cy="811160"/>
              </a:xfrm>
              <a:custGeom>
                <a:avLst/>
                <a:gdLst>
                  <a:gd name="connsiteX0" fmla="*/ 54991 w 421861"/>
                  <a:gd name="connsiteY0" fmla="*/ 788728 h 811160"/>
                  <a:gd name="connsiteX1" fmla="*/ 71659 w 421861"/>
                  <a:gd name="connsiteY1" fmla="*/ 562509 h 811160"/>
                  <a:gd name="connsiteX2" fmla="*/ 121666 w 421861"/>
                  <a:gd name="connsiteY2" fmla="*/ 538696 h 811160"/>
                  <a:gd name="connsiteX3" fmla="*/ 131191 w 421861"/>
                  <a:gd name="connsiteY3" fmla="*/ 479165 h 811160"/>
                  <a:gd name="connsiteX4" fmla="*/ 71659 w 421861"/>
                  <a:gd name="connsiteY4" fmla="*/ 410109 h 811160"/>
                  <a:gd name="connsiteX5" fmla="*/ 62134 w 421861"/>
                  <a:gd name="connsiteY5" fmla="*/ 341053 h 811160"/>
                  <a:gd name="connsiteX6" fmla="*/ 12128 w 421861"/>
                  <a:gd name="connsiteY6" fmla="*/ 279140 h 811160"/>
                  <a:gd name="connsiteX7" fmla="*/ 12128 w 421861"/>
                  <a:gd name="connsiteY7" fmla="*/ 171984 h 811160"/>
                  <a:gd name="connsiteX8" fmla="*/ 222 w 421861"/>
                  <a:gd name="connsiteY8" fmla="*/ 86259 h 811160"/>
                  <a:gd name="connsiteX9" fmla="*/ 24034 w 421861"/>
                  <a:gd name="connsiteY9" fmla="*/ 33871 h 811160"/>
                  <a:gd name="connsiteX10" fmla="*/ 83566 w 421861"/>
                  <a:gd name="connsiteY10" fmla="*/ 534 h 811160"/>
                  <a:gd name="connsiteX11" fmla="*/ 338359 w 421861"/>
                  <a:gd name="connsiteY11" fmla="*/ 60065 h 811160"/>
                  <a:gd name="connsiteX12" fmla="*/ 421703 w 421861"/>
                  <a:gd name="connsiteY12" fmla="*/ 176746 h 811160"/>
                  <a:gd name="connsiteX13" fmla="*/ 359791 w 421861"/>
                  <a:gd name="connsiteY13" fmla="*/ 205321 h 811160"/>
                  <a:gd name="connsiteX14" fmla="*/ 376459 w 421861"/>
                  <a:gd name="connsiteY14" fmla="*/ 210084 h 811160"/>
                  <a:gd name="connsiteX15" fmla="*/ 369316 w 421861"/>
                  <a:gd name="connsiteY15" fmla="*/ 271996 h 811160"/>
                  <a:gd name="connsiteX16" fmla="*/ 364553 w 421861"/>
                  <a:gd name="connsiteY16" fmla="*/ 379153 h 811160"/>
                  <a:gd name="connsiteX17" fmla="*/ 316928 w 421861"/>
                  <a:gd name="connsiteY17" fmla="*/ 362484 h 811160"/>
                  <a:gd name="connsiteX18" fmla="*/ 305022 w 421861"/>
                  <a:gd name="connsiteY18" fmla="*/ 414871 h 811160"/>
                  <a:gd name="connsiteX19" fmla="*/ 250253 w 421861"/>
                  <a:gd name="connsiteY19" fmla="*/ 467259 h 811160"/>
                  <a:gd name="connsiteX20" fmla="*/ 269303 w 421861"/>
                  <a:gd name="connsiteY20" fmla="*/ 495834 h 811160"/>
                  <a:gd name="connsiteX21" fmla="*/ 359791 w 421861"/>
                  <a:gd name="connsiteY21" fmla="*/ 593465 h 811160"/>
                  <a:gd name="connsiteX22" fmla="*/ 405034 w 421861"/>
                  <a:gd name="connsiteY22" fmla="*/ 679190 h 811160"/>
                  <a:gd name="connsiteX23" fmla="*/ 343122 w 421861"/>
                  <a:gd name="connsiteY23" fmla="*/ 791109 h 811160"/>
                  <a:gd name="connsiteX24" fmla="*/ 54991 w 421861"/>
                  <a:gd name="connsiteY24" fmla="*/ 788728 h 81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21861" h="811160">
                    <a:moveTo>
                      <a:pt x="54991" y="788728"/>
                    </a:moveTo>
                    <a:cubicBezTo>
                      <a:pt x="9747" y="750628"/>
                      <a:pt x="60547" y="604181"/>
                      <a:pt x="71659" y="562509"/>
                    </a:cubicBezTo>
                    <a:cubicBezTo>
                      <a:pt x="82771" y="520837"/>
                      <a:pt x="111744" y="552587"/>
                      <a:pt x="121666" y="538696"/>
                    </a:cubicBezTo>
                    <a:cubicBezTo>
                      <a:pt x="131588" y="524805"/>
                      <a:pt x="139526" y="500596"/>
                      <a:pt x="131191" y="479165"/>
                    </a:cubicBezTo>
                    <a:cubicBezTo>
                      <a:pt x="122856" y="457734"/>
                      <a:pt x="83169" y="433128"/>
                      <a:pt x="71659" y="410109"/>
                    </a:cubicBezTo>
                    <a:cubicBezTo>
                      <a:pt x="60150" y="387090"/>
                      <a:pt x="72056" y="362881"/>
                      <a:pt x="62134" y="341053"/>
                    </a:cubicBezTo>
                    <a:cubicBezTo>
                      <a:pt x="52212" y="319225"/>
                      <a:pt x="20462" y="307318"/>
                      <a:pt x="12128" y="279140"/>
                    </a:cubicBezTo>
                    <a:cubicBezTo>
                      <a:pt x="3794" y="250962"/>
                      <a:pt x="14112" y="204131"/>
                      <a:pt x="12128" y="171984"/>
                    </a:cubicBezTo>
                    <a:cubicBezTo>
                      <a:pt x="10144" y="139837"/>
                      <a:pt x="-1762" y="109278"/>
                      <a:pt x="222" y="86259"/>
                    </a:cubicBezTo>
                    <a:cubicBezTo>
                      <a:pt x="2206" y="63240"/>
                      <a:pt x="10143" y="48158"/>
                      <a:pt x="24034" y="33871"/>
                    </a:cubicBezTo>
                    <a:cubicBezTo>
                      <a:pt x="37925" y="19583"/>
                      <a:pt x="31179" y="-3832"/>
                      <a:pt x="83566" y="534"/>
                    </a:cubicBezTo>
                    <a:cubicBezTo>
                      <a:pt x="135953" y="4900"/>
                      <a:pt x="282003" y="30696"/>
                      <a:pt x="338359" y="60065"/>
                    </a:cubicBezTo>
                    <a:cubicBezTo>
                      <a:pt x="394715" y="89434"/>
                      <a:pt x="418131" y="152537"/>
                      <a:pt x="421703" y="176746"/>
                    </a:cubicBezTo>
                    <a:cubicBezTo>
                      <a:pt x="425275" y="200955"/>
                      <a:pt x="367332" y="199765"/>
                      <a:pt x="359791" y="205321"/>
                    </a:cubicBezTo>
                    <a:cubicBezTo>
                      <a:pt x="352250" y="210877"/>
                      <a:pt x="374872" y="198972"/>
                      <a:pt x="376459" y="210084"/>
                    </a:cubicBezTo>
                    <a:cubicBezTo>
                      <a:pt x="378046" y="221196"/>
                      <a:pt x="371300" y="243818"/>
                      <a:pt x="369316" y="271996"/>
                    </a:cubicBezTo>
                    <a:cubicBezTo>
                      <a:pt x="367332" y="300174"/>
                      <a:pt x="373284" y="364072"/>
                      <a:pt x="364553" y="379153"/>
                    </a:cubicBezTo>
                    <a:cubicBezTo>
                      <a:pt x="355822" y="394234"/>
                      <a:pt x="326850" y="356531"/>
                      <a:pt x="316928" y="362484"/>
                    </a:cubicBezTo>
                    <a:cubicBezTo>
                      <a:pt x="307006" y="368437"/>
                      <a:pt x="316134" y="397409"/>
                      <a:pt x="305022" y="414871"/>
                    </a:cubicBezTo>
                    <a:cubicBezTo>
                      <a:pt x="293910" y="432333"/>
                      <a:pt x="256206" y="453765"/>
                      <a:pt x="250253" y="467259"/>
                    </a:cubicBezTo>
                    <a:cubicBezTo>
                      <a:pt x="244300" y="480753"/>
                      <a:pt x="251047" y="474800"/>
                      <a:pt x="269303" y="495834"/>
                    </a:cubicBezTo>
                    <a:cubicBezTo>
                      <a:pt x="287559" y="516868"/>
                      <a:pt x="337169" y="562906"/>
                      <a:pt x="359791" y="593465"/>
                    </a:cubicBezTo>
                    <a:cubicBezTo>
                      <a:pt x="382413" y="624024"/>
                      <a:pt x="407812" y="646250"/>
                      <a:pt x="405034" y="679190"/>
                    </a:cubicBezTo>
                    <a:cubicBezTo>
                      <a:pt x="402256" y="712130"/>
                      <a:pt x="397891" y="773647"/>
                      <a:pt x="343122" y="791109"/>
                    </a:cubicBezTo>
                    <a:cubicBezTo>
                      <a:pt x="288353" y="808571"/>
                      <a:pt x="100235" y="826828"/>
                      <a:pt x="54991" y="788728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84" name="ZoneTexte 1083">
              <a:extLst>
                <a:ext uri="{FF2B5EF4-FFF2-40B4-BE49-F238E27FC236}">
                  <a16:creationId xmlns:a16="http://schemas.microsoft.com/office/drawing/2014/main" id="{AA8CA266-DAF8-9A7F-928A-2BE56291D8A1}"/>
                </a:ext>
              </a:extLst>
            </p:cNvPr>
            <p:cNvSpPr txBox="1"/>
            <p:nvPr/>
          </p:nvSpPr>
          <p:spPr>
            <a:xfrm>
              <a:off x="8780105" y="1301961"/>
              <a:ext cx="393281" cy="68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</a:p>
          </p:txBody>
        </p:sp>
      </p:grpSp>
      <p:sp>
        <p:nvSpPr>
          <p:cNvPr id="1087" name="ZoneTexte 1086">
            <a:extLst>
              <a:ext uri="{FF2B5EF4-FFF2-40B4-BE49-F238E27FC236}">
                <a16:creationId xmlns:a16="http://schemas.microsoft.com/office/drawing/2014/main" id="{DF9BF10F-EB48-FFF4-B51C-6E594E64646C}"/>
              </a:ext>
            </a:extLst>
          </p:cNvPr>
          <p:cNvSpPr txBox="1"/>
          <p:nvPr/>
        </p:nvSpPr>
        <p:spPr>
          <a:xfrm>
            <a:off x="6096000" y="1537440"/>
            <a:ext cx="2067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chemeClr val="tx2"/>
                </a:solidFill>
              </a:rPr>
              <a:t>Divers entretiens</a:t>
            </a:r>
          </a:p>
        </p:txBody>
      </p:sp>
      <p:pic>
        <p:nvPicPr>
          <p:cNvPr id="1088" name="Graphique 1087" descr="Outils avec un remplissage uni">
            <a:extLst>
              <a:ext uri="{FF2B5EF4-FFF2-40B4-BE49-F238E27FC236}">
                <a16:creationId xmlns:a16="http://schemas.microsoft.com/office/drawing/2014/main" id="{2F7AB6C4-ACE3-60A5-8DDD-80AE94C8EFB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949061" y="1390235"/>
            <a:ext cx="651566" cy="651566"/>
          </a:xfrm>
          <a:prstGeom prst="rect">
            <a:avLst/>
          </a:prstGeom>
        </p:spPr>
      </p:pic>
      <p:grpSp>
        <p:nvGrpSpPr>
          <p:cNvPr id="1099" name="Groupe 1098">
            <a:extLst>
              <a:ext uri="{FF2B5EF4-FFF2-40B4-BE49-F238E27FC236}">
                <a16:creationId xmlns:a16="http://schemas.microsoft.com/office/drawing/2014/main" id="{5FE0E547-CE56-7A45-D7A9-C1FB760D4482}"/>
              </a:ext>
            </a:extLst>
          </p:cNvPr>
          <p:cNvGrpSpPr/>
          <p:nvPr/>
        </p:nvGrpSpPr>
        <p:grpSpPr>
          <a:xfrm>
            <a:off x="2439324" y="2144808"/>
            <a:ext cx="278415" cy="410049"/>
            <a:chOff x="4693615" y="1216747"/>
            <a:chExt cx="628062" cy="907054"/>
          </a:xfrm>
        </p:grpSpPr>
        <p:grpSp>
          <p:nvGrpSpPr>
            <p:cNvPr id="1100" name="Groupe 1099">
              <a:extLst>
                <a:ext uri="{FF2B5EF4-FFF2-40B4-BE49-F238E27FC236}">
                  <a16:creationId xmlns:a16="http://schemas.microsoft.com/office/drawing/2014/main" id="{AD7867B0-65FF-F7C9-740B-DDE701D903CF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102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6A3CDAFF-D24F-6D1F-FE92-26B6C737A7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03" name="Forme libre : forme 1102">
                <a:extLst>
                  <a:ext uri="{FF2B5EF4-FFF2-40B4-BE49-F238E27FC236}">
                    <a16:creationId xmlns:a16="http://schemas.microsoft.com/office/drawing/2014/main" id="{5BB113B5-4EFB-03AF-83B1-1A39CF15B947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101" name="ZoneTexte 1100">
              <a:extLst>
                <a:ext uri="{FF2B5EF4-FFF2-40B4-BE49-F238E27FC236}">
                  <a16:creationId xmlns:a16="http://schemas.microsoft.com/office/drawing/2014/main" id="{70B27A0E-2F93-9F2E-68C4-45B214EB3310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104" name="Groupe 1103">
            <a:extLst>
              <a:ext uri="{FF2B5EF4-FFF2-40B4-BE49-F238E27FC236}">
                <a16:creationId xmlns:a16="http://schemas.microsoft.com/office/drawing/2014/main" id="{9432AAD7-DBE8-B325-C024-BC7A472F80A7}"/>
              </a:ext>
            </a:extLst>
          </p:cNvPr>
          <p:cNvGrpSpPr/>
          <p:nvPr/>
        </p:nvGrpSpPr>
        <p:grpSpPr>
          <a:xfrm>
            <a:off x="11887038" y="2576160"/>
            <a:ext cx="278415" cy="410049"/>
            <a:chOff x="4693615" y="1216747"/>
            <a:chExt cx="628062" cy="907054"/>
          </a:xfrm>
        </p:grpSpPr>
        <p:grpSp>
          <p:nvGrpSpPr>
            <p:cNvPr id="1105" name="Groupe 1104">
              <a:extLst>
                <a:ext uri="{FF2B5EF4-FFF2-40B4-BE49-F238E27FC236}">
                  <a16:creationId xmlns:a16="http://schemas.microsoft.com/office/drawing/2014/main" id="{38922D5E-7E11-5E42-3F3B-3C6AB94DFE55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107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B231F887-FF5C-C1E2-54CC-8FDD244F0E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08" name="Forme libre : forme 1107">
                <a:extLst>
                  <a:ext uri="{FF2B5EF4-FFF2-40B4-BE49-F238E27FC236}">
                    <a16:creationId xmlns:a16="http://schemas.microsoft.com/office/drawing/2014/main" id="{452F74F1-2DC5-D583-837B-9D04A7960F29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106" name="ZoneTexte 1105">
              <a:extLst>
                <a:ext uri="{FF2B5EF4-FFF2-40B4-BE49-F238E27FC236}">
                  <a16:creationId xmlns:a16="http://schemas.microsoft.com/office/drawing/2014/main" id="{F8EB0E79-0E47-42B9-0C0B-7EDBEDDDE66A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109" name="Groupe 1108">
            <a:extLst>
              <a:ext uri="{FF2B5EF4-FFF2-40B4-BE49-F238E27FC236}">
                <a16:creationId xmlns:a16="http://schemas.microsoft.com/office/drawing/2014/main" id="{5FF00307-80F1-3694-64B7-B9687AC79AC3}"/>
              </a:ext>
            </a:extLst>
          </p:cNvPr>
          <p:cNvGrpSpPr/>
          <p:nvPr/>
        </p:nvGrpSpPr>
        <p:grpSpPr>
          <a:xfrm>
            <a:off x="11902599" y="2146643"/>
            <a:ext cx="255230" cy="406122"/>
            <a:chOff x="5633373" y="1227577"/>
            <a:chExt cx="575763" cy="898368"/>
          </a:xfrm>
        </p:grpSpPr>
        <p:grpSp>
          <p:nvGrpSpPr>
            <p:cNvPr id="1110" name="Groupe 1109">
              <a:extLst>
                <a:ext uri="{FF2B5EF4-FFF2-40B4-BE49-F238E27FC236}">
                  <a16:creationId xmlns:a16="http://schemas.microsoft.com/office/drawing/2014/main" id="{1B1FBCAE-B71F-F80D-EECB-662029DB4687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112" name="Image 1111">
                <a:extLst>
                  <a:ext uri="{FF2B5EF4-FFF2-40B4-BE49-F238E27FC236}">
                    <a16:creationId xmlns:a16="http://schemas.microsoft.com/office/drawing/2014/main" id="{402265A0-BF10-884C-5AC9-71007FBDCD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113" name="Forme libre : forme 1112">
                <a:extLst>
                  <a:ext uri="{FF2B5EF4-FFF2-40B4-BE49-F238E27FC236}">
                    <a16:creationId xmlns:a16="http://schemas.microsoft.com/office/drawing/2014/main" id="{EE165849-23B6-4611-B05C-3F1DBBB0B559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111" name="ZoneTexte 1110">
              <a:extLst>
                <a:ext uri="{FF2B5EF4-FFF2-40B4-BE49-F238E27FC236}">
                  <a16:creationId xmlns:a16="http://schemas.microsoft.com/office/drawing/2014/main" id="{96572E16-0024-1F56-6584-3EC74D74305B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114" name="Groupe 1113">
            <a:extLst>
              <a:ext uri="{FF2B5EF4-FFF2-40B4-BE49-F238E27FC236}">
                <a16:creationId xmlns:a16="http://schemas.microsoft.com/office/drawing/2014/main" id="{77224688-A251-1222-0096-7F2A7B1B074B}"/>
              </a:ext>
            </a:extLst>
          </p:cNvPr>
          <p:cNvGrpSpPr/>
          <p:nvPr/>
        </p:nvGrpSpPr>
        <p:grpSpPr>
          <a:xfrm>
            <a:off x="2471541" y="2590535"/>
            <a:ext cx="255230" cy="406122"/>
            <a:chOff x="5633373" y="1227577"/>
            <a:chExt cx="575763" cy="898368"/>
          </a:xfrm>
        </p:grpSpPr>
        <p:grpSp>
          <p:nvGrpSpPr>
            <p:cNvPr id="1115" name="Groupe 1114">
              <a:extLst>
                <a:ext uri="{FF2B5EF4-FFF2-40B4-BE49-F238E27FC236}">
                  <a16:creationId xmlns:a16="http://schemas.microsoft.com/office/drawing/2014/main" id="{843ECCED-52A4-9216-0697-A122E4D03A8F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117" name="Image 1116">
                <a:extLst>
                  <a:ext uri="{FF2B5EF4-FFF2-40B4-BE49-F238E27FC236}">
                    <a16:creationId xmlns:a16="http://schemas.microsoft.com/office/drawing/2014/main" id="{8D68CFD9-5AA6-DC45-DB0C-69A7AC75E8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118" name="Forme libre : forme 1117">
                <a:extLst>
                  <a:ext uri="{FF2B5EF4-FFF2-40B4-BE49-F238E27FC236}">
                    <a16:creationId xmlns:a16="http://schemas.microsoft.com/office/drawing/2014/main" id="{D5636416-8F66-60F1-F943-EBABCBD86B50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116" name="ZoneTexte 1115">
              <a:extLst>
                <a:ext uri="{FF2B5EF4-FFF2-40B4-BE49-F238E27FC236}">
                  <a16:creationId xmlns:a16="http://schemas.microsoft.com/office/drawing/2014/main" id="{4B96D3E3-B8A2-23C3-5028-CDD57EE2AA75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3929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0 L 0.64088 0.15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44" y="75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07407E-6 L 0.61146 0.1402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573" y="701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59259E-6 L -0.60821 0.1300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0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417" y="650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2.59259E-6 L -0.62396 0.14051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198" y="7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F6262-402D-5166-5A85-EF23B5161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182D6E4-1A19-71FC-FA16-DEC6D66BF681}"/>
              </a:ext>
            </a:extLst>
          </p:cNvPr>
          <p:cNvSpPr/>
          <p:nvPr/>
        </p:nvSpPr>
        <p:spPr>
          <a:xfrm>
            <a:off x="2358706" y="352425"/>
            <a:ext cx="9833294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8FBA2A-3942-F284-4D63-36077168B651}"/>
              </a:ext>
            </a:extLst>
          </p:cNvPr>
          <p:cNvSpPr/>
          <p:nvPr/>
        </p:nvSpPr>
        <p:spPr>
          <a:xfrm>
            <a:off x="1038224" y="0"/>
            <a:ext cx="13335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6F888A-ADDE-390A-6EF6-49150BF6315D}"/>
              </a:ext>
            </a:extLst>
          </p:cNvPr>
          <p:cNvSpPr/>
          <p:nvPr/>
        </p:nvSpPr>
        <p:spPr>
          <a:xfrm>
            <a:off x="1085849" y="352425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Lundi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C26C8C-C557-9A0F-EE27-1AF5AA496058}"/>
              </a:ext>
            </a:extLst>
          </p:cNvPr>
          <p:cNvSpPr/>
          <p:nvPr/>
        </p:nvSpPr>
        <p:spPr>
          <a:xfrm>
            <a:off x="1085849" y="1294289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Mardi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322F9C-5675-EF25-90C5-C18CEECD2A4A}"/>
              </a:ext>
            </a:extLst>
          </p:cNvPr>
          <p:cNvSpPr/>
          <p:nvPr/>
        </p:nvSpPr>
        <p:spPr>
          <a:xfrm>
            <a:off x="1085849" y="2236153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Mercredi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81DCE8-6AEB-39BA-F61A-7B04E6772482}"/>
              </a:ext>
            </a:extLst>
          </p:cNvPr>
          <p:cNvSpPr/>
          <p:nvPr/>
        </p:nvSpPr>
        <p:spPr>
          <a:xfrm>
            <a:off x="1085849" y="3178017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Jeudi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B0245A-37D2-9192-31A9-F4ED501F9FE2}"/>
              </a:ext>
            </a:extLst>
          </p:cNvPr>
          <p:cNvSpPr/>
          <p:nvPr/>
        </p:nvSpPr>
        <p:spPr>
          <a:xfrm>
            <a:off x="2371724" y="0"/>
            <a:ext cx="9820275" cy="3524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0E373E-7E7D-E21C-4E6B-C123245EFDB3}"/>
              </a:ext>
            </a:extLst>
          </p:cNvPr>
          <p:cNvSpPr/>
          <p:nvPr/>
        </p:nvSpPr>
        <p:spPr>
          <a:xfrm>
            <a:off x="3232625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Paris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8F57A8-F1C2-972B-683C-0763CDDDF502}"/>
              </a:ext>
            </a:extLst>
          </p:cNvPr>
          <p:cNvSpPr/>
          <p:nvPr/>
        </p:nvSpPr>
        <p:spPr>
          <a:xfrm>
            <a:off x="7008019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Lyon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CE1C16-44A7-F2CB-C328-8F8E0A05E19C}"/>
              </a:ext>
            </a:extLst>
          </p:cNvPr>
          <p:cNvSpPr/>
          <p:nvPr/>
        </p:nvSpPr>
        <p:spPr>
          <a:xfrm>
            <a:off x="10783413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Marseille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9A0CBCFA-2D3C-4044-20D5-6406D9C30B6B}"/>
              </a:ext>
            </a:extLst>
          </p:cNvPr>
          <p:cNvSpPr txBox="1"/>
          <p:nvPr/>
        </p:nvSpPr>
        <p:spPr>
          <a:xfrm>
            <a:off x="6815513" y="517493"/>
            <a:ext cx="1651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chemeClr val="accent2"/>
                </a:solidFill>
              </a:rPr>
              <a:t>12h15 | 10h40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576F9DE9-16D4-CE1C-E12C-CF1EF18499F5}"/>
              </a:ext>
            </a:extLst>
          </p:cNvPr>
          <p:cNvSpPr txBox="1"/>
          <p:nvPr/>
        </p:nvSpPr>
        <p:spPr>
          <a:xfrm>
            <a:off x="6835548" y="989900"/>
            <a:ext cx="1647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chemeClr val="accent2"/>
                </a:solidFill>
              </a:rPr>
              <a:t>13h15 | 12h30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482527-3E40-58E5-C150-5412D8C600A0}"/>
              </a:ext>
            </a:extLst>
          </p:cNvPr>
          <p:cNvSpPr/>
          <p:nvPr/>
        </p:nvSpPr>
        <p:spPr>
          <a:xfrm>
            <a:off x="2364803" y="1244484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06F237-15C7-FE01-2F53-2DB981E9D8CB}"/>
              </a:ext>
            </a:extLst>
          </p:cNvPr>
          <p:cNvSpPr/>
          <p:nvPr/>
        </p:nvSpPr>
        <p:spPr>
          <a:xfrm>
            <a:off x="2364802" y="213654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C1EE02-3F89-C735-507F-4D7AEF6AEDC5}"/>
              </a:ext>
            </a:extLst>
          </p:cNvPr>
          <p:cNvSpPr/>
          <p:nvPr/>
        </p:nvSpPr>
        <p:spPr>
          <a:xfrm>
            <a:off x="2365437" y="302435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938F4-5C01-CD4F-0F4F-5A58CDE5556E}"/>
              </a:ext>
            </a:extLst>
          </p:cNvPr>
          <p:cNvSpPr/>
          <p:nvPr/>
        </p:nvSpPr>
        <p:spPr>
          <a:xfrm>
            <a:off x="2365437" y="4810271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55142C-7E1B-A5C1-2175-9F9F0D8B4336}"/>
              </a:ext>
            </a:extLst>
          </p:cNvPr>
          <p:cNvSpPr/>
          <p:nvPr/>
        </p:nvSpPr>
        <p:spPr>
          <a:xfrm>
            <a:off x="2365437" y="5702331"/>
            <a:ext cx="9823769" cy="1155670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5058216E-F31D-5682-C8F4-E44A0420DD87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3065013" y="638436"/>
            <a:ext cx="1326110" cy="343320"/>
          </a:xfrm>
          <a:prstGeom prst="bentConnector3">
            <a:avLst>
              <a:gd name="adj1" fmla="val 301114"/>
            </a:avLst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0847ADAD-9E18-70FC-4C9E-D5826FAF744E}"/>
              </a:ext>
            </a:extLst>
          </p:cNvPr>
          <p:cNvCxnSpPr>
            <a:cxnSpLocks/>
            <a:endCxn id="42" idx="1"/>
          </p:cNvCxnSpPr>
          <p:nvPr/>
        </p:nvCxnSpPr>
        <p:spPr>
          <a:xfrm rot="10800000" flipV="1">
            <a:off x="10309940" y="638436"/>
            <a:ext cx="1044808" cy="344462"/>
          </a:xfrm>
          <a:prstGeom prst="bentConnector3">
            <a:avLst>
              <a:gd name="adj1" fmla="val 298740"/>
            </a:avLst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4" name="Groupe 1023">
            <a:extLst>
              <a:ext uri="{FF2B5EF4-FFF2-40B4-BE49-F238E27FC236}">
                <a16:creationId xmlns:a16="http://schemas.microsoft.com/office/drawing/2014/main" id="{CB78C60A-FF4E-C39E-7509-4E9A56EDC859}"/>
              </a:ext>
            </a:extLst>
          </p:cNvPr>
          <p:cNvGrpSpPr/>
          <p:nvPr/>
        </p:nvGrpSpPr>
        <p:grpSpPr>
          <a:xfrm>
            <a:off x="346197" y="5187038"/>
            <a:ext cx="323888" cy="493730"/>
            <a:chOff x="7966342" y="1283428"/>
            <a:chExt cx="550000" cy="838412"/>
          </a:xfrm>
        </p:grpSpPr>
        <p:grpSp>
          <p:nvGrpSpPr>
            <p:cNvPr id="1025" name="Groupe 1024">
              <a:extLst>
                <a:ext uri="{FF2B5EF4-FFF2-40B4-BE49-F238E27FC236}">
                  <a16:creationId xmlns:a16="http://schemas.microsoft.com/office/drawing/2014/main" id="{01A85D92-7B0C-B161-9327-5702F45F2A12}"/>
                </a:ext>
              </a:extLst>
            </p:cNvPr>
            <p:cNvGrpSpPr/>
            <p:nvPr/>
          </p:nvGrpSpPr>
          <p:grpSpPr>
            <a:xfrm>
              <a:off x="7966342" y="1283428"/>
              <a:ext cx="550000" cy="838412"/>
              <a:chOff x="7435579" y="1324618"/>
              <a:chExt cx="550000" cy="838412"/>
            </a:xfrm>
          </p:grpSpPr>
          <p:pic>
            <p:nvPicPr>
              <p:cNvPr id="1032" name="Picture 12" descr="Premium Vector | School bus driver vector illustration.">
                <a:extLst>
                  <a:ext uri="{FF2B5EF4-FFF2-40B4-BE49-F238E27FC236}">
                    <a16:creationId xmlns:a16="http://schemas.microsoft.com/office/drawing/2014/main" id="{B872BC95-4467-B22F-2D30-DDC64E4AAD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backgroundMark x1="51917" y1="19169" x2="53035" y2="47764"/>
                            <a14:backgroundMark x1="53035" y1="47764" x2="49840" y2="59744"/>
                            <a14:backgroundMark x1="49840" y1="59744" x2="49840" y2="60224"/>
                            <a14:backgroundMark x1="80351" y1="41534" x2="79872" y2="42971"/>
                            <a14:backgroundMark x1="78435" y1="42492" x2="78435" y2="42492"/>
                            <a14:backgroundMark x1="76997" y1="42013" x2="80831" y2="44249"/>
                            <a14:backgroundMark x1="56869" y1="19329" x2="58307" y2="34345"/>
                            <a14:backgroundMark x1="58786" y1="34505" x2="57029" y2="53674"/>
                            <a14:backgroundMark x1="39457" y1="14377" x2="32588" y2="76677"/>
                            <a14:backgroundMark x1="42812" y1="53514" x2="43930" y2="82268"/>
                            <a14:backgroundMark x1="48722" y1="68211" x2="53355" y2="85463"/>
                            <a14:backgroundMark x1="54473" y1="67252" x2="56390" y2="79393"/>
                            <a14:backgroundMark x1="59585" y1="51438" x2="59585" y2="51438"/>
                            <a14:backgroundMark x1="62460" y1="51118" x2="62460" y2="51118"/>
                            <a14:backgroundMark x1="63578" y1="50160" x2="63578" y2="50160"/>
                            <a14:backgroundMark x1="63259" y1="51278" x2="63259" y2="51278"/>
                            <a14:backgroundMark x1="63099" y1="51597" x2="63099" y2="51597"/>
                            <a14:backgroundMark x1="57827" y1="54153" x2="56390" y2="72843"/>
                            <a14:backgroundMark x1="76677" y1="42173" x2="76677" y2="4217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239" t="10107" r="12289" b="40217"/>
              <a:stretch/>
            </p:blipFill>
            <p:spPr bwMode="auto">
              <a:xfrm>
                <a:off x="7435579" y="1324618"/>
                <a:ext cx="550000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34" name="Forme libre : forme 1033">
                <a:extLst>
                  <a:ext uri="{FF2B5EF4-FFF2-40B4-BE49-F238E27FC236}">
                    <a16:creationId xmlns:a16="http://schemas.microsoft.com/office/drawing/2014/main" id="{56516653-C9F1-03E5-B684-B7A10C3EEB9D}"/>
                  </a:ext>
                </a:extLst>
              </p:cNvPr>
              <p:cNvSpPr/>
              <p:nvPr/>
            </p:nvSpPr>
            <p:spPr>
              <a:xfrm>
                <a:off x="7511884" y="1368841"/>
                <a:ext cx="436727" cy="794189"/>
              </a:xfrm>
              <a:custGeom>
                <a:avLst/>
                <a:gdLst>
                  <a:gd name="connsiteX0" fmla="*/ 25857 w 434417"/>
                  <a:gd name="connsiteY0" fmla="*/ 771109 h 794189"/>
                  <a:gd name="connsiteX1" fmla="*/ 73482 w 434417"/>
                  <a:gd name="connsiteY1" fmla="*/ 606009 h 794189"/>
                  <a:gd name="connsiteX2" fmla="*/ 143332 w 434417"/>
                  <a:gd name="connsiteY2" fmla="*/ 548859 h 794189"/>
                  <a:gd name="connsiteX3" fmla="*/ 152857 w 434417"/>
                  <a:gd name="connsiteY3" fmla="*/ 494884 h 794189"/>
                  <a:gd name="connsiteX4" fmla="*/ 79832 w 434417"/>
                  <a:gd name="connsiteY4" fmla="*/ 425034 h 794189"/>
                  <a:gd name="connsiteX5" fmla="*/ 60782 w 434417"/>
                  <a:gd name="connsiteY5" fmla="*/ 352009 h 794189"/>
                  <a:gd name="connsiteX6" fmla="*/ 32207 w 434417"/>
                  <a:gd name="connsiteY6" fmla="*/ 285334 h 794189"/>
                  <a:gd name="connsiteX7" fmla="*/ 35382 w 434417"/>
                  <a:gd name="connsiteY7" fmla="*/ 225009 h 794189"/>
                  <a:gd name="connsiteX8" fmla="*/ 35382 w 434417"/>
                  <a:gd name="connsiteY8" fmla="*/ 186909 h 794189"/>
                  <a:gd name="connsiteX9" fmla="*/ 457 w 434417"/>
                  <a:gd name="connsiteY9" fmla="*/ 88484 h 794189"/>
                  <a:gd name="connsiteX10" fmla="*/ 63957 w 434417"/>
                  <a:gd name="connsiteY10" fmla="*/ 15459 h 794189"/>
                  <a:gd name="connsiteX11" fmla="*/ 171907 w 434417"/>
                  <a:gd name="connsiteY11" fmla="*/ 2759 h 794189"/>
                  <a:gd name="connsiteX12" fmla="*/ 321132 w 434417"/>
                  <a:gd name="connsiteY12" fmla="*/ 53559 h 794189"/>
                  <a:gd name="connsiteX13" fmla="*/ 419557 w 434417"/>
                  <a:gd name="connsiteY13" fmla="*/ 164684 h 794189"/>
                  <a:gd name="connsiteX14" fmla="*/ 356057 w 434417"/>
                  <a:gd name="connsiteY14" fmla="*/ 205959 h 794189"/>
                  <a:gd name="connsiteX15" fmla="*/ 362407 w 434417"/>
                  <a:gd name="connsiteY15" fmla="*/ 228184 h 794189"/>
                  <a:gd name="connsiteX16" fmla="*/ 384632 w 434417"/>
                  <a:gd name="connsiteY16" fmla="*/ 234534 h 794189"/>
                  <a:gd name="connsiteX17" fmla="*/ 381457 w 434417"/>
                  <a:gd name="connsiteY17" fmla="*/ 336134 h 794189"/>
                  <a:gd name="connsiteX18" fmla="*/ 346532 w 434417"/>
                  <a:gd name="connsiteY18" fmla="*/ 355184 h 794189"/>
                  <a:gd name="connsiteX19" fmla="*/ 352882 w 434417"/>
                  <a:gd name="connsiteY19" fmla="*/ 415509 h 794189"/>
                  <a:gd name="connsiteX20" fmla="*/ 283032 w 434417"/>
                  <a:gd name="connsiteY20" fmla="*/ 466309 h 794189"/>
                  <a:gd name="connsiteX21" fmla="*/ 276682 w 434417"/>
                  <a:gd name="connsiteY21" fmla="*/ 494884 h 794189"/>
                  <a:gd name="connsiteX22" fmla="*/ 365582 w 434417"/>
                  <a:gd name="connsiteY22" fmla="*/ 567909 h 794189"/>
                  <a:gd name="connsiteX23" fmla="*/ 413207 w 434417"/>
                  <a:gd name="connsiteY23" fmla="*/ 771109 h 794189"/>
                  <a:gd name="connsiteX24" fmla="*/ 25857 w 434417"/>
                  <a:gd name="connsiteY24" fmla="*/ 771109 h 794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4417" h="794189">
                    <a:moveTo>
                      <a:pt x="25857" y="771109"/>
                    </a:moveTo>
                    <a:cubicBezTo>
                      <a:pt x="-30764" y="743592"/>
                      <a:pt x="53903" y="643051"/>
                      <a:pt x="73482" y="606009"/>
                    </a:cubicBezTo>
                    <a:cubicBezTo>
                      <a:pt x="93061" y="568967"/>
                      <a:pt x="130103" y="567380"/>
                      <a:pt x="143332" y="548859"/>
                    </a:cubicBezTo>
                    <a:cubicBezTo>
                      <a:pt x="156561" y="530338"/>
                      <a:pt x="163440" y="515521"/>
                      <a:pt x="152857" y="494884"/>
                    </a:cubicBezTo>
                    <a:cubicBezTo>
                      <a:pt x="142274" y="474246"/>
                      <a:pt x="95178" y="448846"/>
                      <a:pt x="79832" y="425034"/>
                    </a:cubicBezTo>
                    <a:cubicBezTo>
                      <a:pt x="64486" y="401222"/>
                      <a:pt x="68720" y="375292"/>
                      <a:pt x="60782" y="352009"/>
                    </a:cubicBezTo>
                    <a:cubicBezTo>
                      <a:pt x="52845" y="328726"/>
                      <a:pt x="36440" y="306501"/>
                      <a:pt x="32207" y="285334"/>
                    </a:cubicBezTo>
                    <a:cubicBezTo>
                      <a:pt x="27974" y="264167"/>
                      <a:pt x="34853" y="241413"/>
                      <a:pt x="35382" y="225009"/>
                    </a:cubicBezTo>
                    <a:cubicBezTo>
                      <a:pt x="35911" y="208605"/>
                      <a:pt x="41203" y="209663"/>
                      <a:pt x="35382" y="186909"/>
                    </a:cubicBezTo>
                    <a:cubicBezTo>
                      <a:pt x="29561" y="164155"/>
                      <a:pt x="-4305" y="117059"/>
                      <a:pt x="457" y="88484"/>
                    </a:cubicBezTo>
                    <a:cubicBezTo>
                      <a:pt x="5219" y="59909"/>
                      <a:pt x="35382" y="29746"/>
                      <a:pt x="63957" y="15459"/>
                    </a:cubicBezTo>
                    <a:cubicBezTo>
                      <a:pt x="92532" y="1172"/>
                      <a:pt x="129045" y="-3591"/>
                      <a:pt x="171907" y="2759"/>
                    </a:cubicBezTo>
                    <a:cubicBezTo>
                      <a:pt x="214769" y="9109"/>
                      <a:pt x="279857" y="26572"/>
                      <a:pt x="321132" y="53559"/>
                    </a:cubicBezTo>
                    <a:cubicBezTo>
                      <a:pt x="362407" y="80546"/>
                      <a:pt x="413736" y="139284"/>
                      <a:pt x="419557" y="164684"/>
                    </a:cubicBezTo>
                    <a:cubicBezTo>
                      <a:pt x="425378" y="190084"/>
                      <a:pt x="365582" y="195376"/>
                      <a:pt x="356057" y="205959"/>
                    </a:cubicBezTo>
                    <a:cubicBezTo>
                      <a:pt x="346532" y="216542"/>
                      <a:pt x="357645" y="223422"/>
                      <a:pt x="362407" y="228184"/>
                    </a:cubicBezTo>
                    <a:cubicBezTo>
                      <a:pt x="367169" y="232946"/>
                      <a:pt x="381457" y="216542"/>
                      <a:pt x="384632" y="234534"/>
                    </a:cubicBezTo>
                    <a:cubicBezTo>
                      <a:pt x="387807" y="252526"/>
                      <a:pt x="387807" y="316026"/>
                      <a:pt x="381457" y="336134"/>
                    </a:cubicBezTo>
                    <a:cubicBezTo>
                      <a:pt x="375107" y="356242"/>
                      <a:pt x="351294" y="341955"/>
                      <a:pt x="346532" y="355184"/>
                    </a:cubicBezTo>
                    <a:cubicBezTo>
                      <a:pt x="341770" y="368413"/>
                      <a:pt x="363465" y="396988"/>
                      <a:pt x="352882" y="415509"/>
                    </a:cubicBezTo>
                    <a:cubicBezTo>
                      <a:pt x="342299" y="434030"/>
                      <a:pt x="295732" y="453080"/>
                      <a:pt x="283032" y="466309"/>
                    </a:cubicBezTo>
                    <a:cubicBezTo>
                      <a:pt x="270332" y="479538"/>
                      <a:pt x="262924" y="477951"/>
                      <a:pt x="276682" y="494884"/>
                    </a:cubicBezTo>
                    <a:cubicBezTo>
                      <a:pt x="290440" y="511817"/>
                      <a:pt x="342828" y="521872"/>
                      <a:pt x="365582" y="567909"/>
                    </a:cubicBezTo>
                    <a:cubicBezTo>
                      <a:pt x="388336" y="613946"/>
                      <a:pt x="473532" y="737242"/>
                      <a:pt x="413207" y="771109"/>
                    </a:cubicBezTo>
                    <a:cubicBezTo>
                      <a:pt x="352882" y="804976"/>
                      <a:pt x="82478" y="798626"/>
                      <a:pt x="25857" y="771109"/>
                    </a:cubicBezTo>
                    <a:close/>
                  </a:path>
                </a:pathLst>
              </a:custGeom>
              <a:solidFill>
                <a:srgbClr val="FC8F0C">
                  <a:alpha val="50196"/>
                </a:srgbClr>
              </a:solidFill>
              <a:ln>
                <a:solidFill>
                  <a:srgbClr val="FC8F0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031" name="ZoneTexte 1030">
              <a:extLst>
                <a:ext uri="{FF2B5EF4-FFF2-40B4-BE49-F238E27FC236}">
                  <a16:creationId xmlns:a16="http://schemas.microsoft.com/office/drawing/2014/main" id="{9607DFD5-A17F-4B0E-B90D-0717F7E90718}"/>
                </a:ext>
              </a:extLst>
            </p:cNvPr>
            <p:cNvSpPr txBox="1"/>
            <p:nvPr/>
          </p:nvSpPr>
          <p:spPr>
            <a:xfrm>
              <a:off x="8045173" y="1301875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C8F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</p:grpSp>
      <p:grpSp>
        <p:nvGrpSpPr>
          <p:cNvPr id="1035" name="Groupe 1034">
            <a:extLst>
              <a:ext uri="{FF2B5EF4-FFF2-40B4-BE49-F238E27FC236}">
                <a16:creationId xmlns:a16="http://schemas.microsoft.com/office/drawing/2014/main" id="{F89663B5-D7D0-4741-A044-AEE212E91013}"/>
              </a:ext>
            </a:extLst>
          </p:cNvPr>
          <p:cNvGrpSpPr/>
          <p:nvPr/>
        </p:nvGrpSpPr>
        <p:grpSpPr>
          <a:xfrm>
            <a:off x="354309" y="5756549"/>
            <a:ext cx="307664" cy="494120"/>
            <a:chOff x="8715520" y="1301961"/>
            <a:chExt cx="522448" cy="839073"/>
          </a:xfrm>
        </p:grpSpPr>
        <p:grpSp>
          <p:nvGrpSpPr>
            <p:cNvPr id="1036" name="Groupe 1035">
              <a:extLst>
                <a:ext uri="{FF2B5EF4-FFF2-40B4-BE49-F238E27FC236}">
                  <a16:creationId xmlns:a16="http://schemas.microsoft.com/office/drawing/2014/main" id="{9F5E56DF-39B7-E819-06C3-59E22FE3CFAD}"/>
                </a:ext>
              </a:extLst>
            </p:cNvPr>
            <p:cNvGrpSpPr/>
            <p:nvPr/>
          </p:nvGrpSpPr>
          <p:grpSpPr>
            <a:xfrm>
              <a:off x="8715520" y="1302671"/>
              <a:ext cx="522448" cy="838363"/>
              <a:chOff x="8184757" y="1322432"/>
              <a:chExt cx="522448" cy="838363"/>
            </a:xfrm>
          </p:grpSpPr>
          <p:pic>
            <p:nvPicPr>
              <p:cNvPr id="1038" name="Picture 10" descr="Jeune, caucasien, femelle, autobus scolaire | Vecteur Premium">
                <a:extLst>
                  <a:ext uri="{FF2B5EF4-FFF2-40B4-BE49-F238E27FC236}">
                    <a16:creationId xmlns:a16="http://schemas.microsoft.com/office/drawing/2014/main" id="{57F635A8-55A2-B83A-B757-546C69D1B5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>
                            <a14:backgroundMark x1="53355" y1="16773" x2="50160" y2="81949"/>
                            <a14:backgroundMark x1="50160" y1="81949" x2="50639" y2="82588"/>
                            <a14:backgroundMark x1="57348" y1="29553" x2="57348" y2="30032"/>
                            <a14:backgroundMark x1="57029" y1="37859" x2="57029" y2="38339"/>
                            <a14:backgroundMark x1="42013" y1="5112" x2="40256" y2="79073"/>
                            <a14:backgroundMark x1="54473" y1="34665" x2="61821" y2="66134"/>
                            <a14:backgroundMark x1="55591" y1="70447" x2="52875" y2="86581"/>
                            <a14:backgroundMark x1="56390" y1="60224" x2="63099" y2="77316"/>
                            <a14:backgroundMark x1="59744" y1="69968" x2="83387" y2="71246"/>
                            <a14:backgroundMark x1="52396" y1="51597" x2="52396" y2="51597"/>
                            <a14:backgroundMark x1="42173" y1="14377" x2="33067" y2="73642"/>
                            <a14:backgroundMark x1="57188" y1="25080" x2="57827" y2="30831"/>
                            <a14:backgroundMark x1="58626" y1="37540" x2="60383" y2="41693"/>
                            <a14:backgroundMark x1="33866" y1="19968" x2="29872" y2="59585"/>
                            <a14:backgroundMark x1="78594" y1="44409" x2="78594" y2="44409"/>
                            <a14:backgroundMark x1="79553" y1="44569" x2="79553" y2="44569"/>
                            <a14:backgroundMark x1="76198" y1="44888" x2="76198" y2="44888"/>
                            <a14:backgroundMark x1="75879" y1="44888" x2="75879" y2="44888"/>
                            <a14:backgroundMark x1="75879" y1="44888" x2="78754" y2="46805"/>
                            <a14:backgroundMark x1="80032" y1="49042" x2="78754" y2="47444"/>
                            <a14:backgroundMark x1="78115" y1="43930" x2="79872" y2="40575"/>
                            <a14:backgroundMark x1="75719" y1="44728" x2="75719" y2="44728"/>
                            <a14:backgroundMark x1="75559" y1="44728" x2="75559" y2="44728"/>
                            <a14:backgroundMark x1="58147" y1="31949" x2="58147" y2="31949"/>
                            <a14:backgroundMark x1="61022" y1="51597" x2="61022" y2="51597"/>
                            <a14:backgroundMark x1="62780" y1="51917" x2="62780" y2="51917"/>
                            <a14:backgroundMark x1="62780" y1="51118" x2="62780" y2="5111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056" t="10201" r="9962" b="33583"/>
              <a:stretch/>
            </p:blipFill>
            <p:spPr bwMode="auto">
              <a:xfrm>
                <a:off x="8184757" y="1322432"/>
                <a:ext cx="522448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39" name="Forme libre : forme 1038">
                <a:extLst>
                  <a:ext uri="{FF2B5EF4-FFF2-40B4-BE49-F238E27FC236}">
                    <a16:creationId xmlns:a16="http://schemas.microsoft.com/office/drawing/2014/main" id="{88142A30-9CD1-EDA6-4462-117D9C0DAA98}"/>
                  </a:ext>
                </a:extLst>
              </p:cNvPr>
              <p:cNvSpPr/>
              <p:nvPr/>
            </p:nvSpPr>
            <p:spPr>
              <a:xfrm>
                <a:off x="8246047" y="1349635"/>
                <a:ext cx="421861" cy="811160"/>
              </a:xfrm>
              <a:custGeom>
                <a:avLst/>
                <a:gdLst>
                  <a:gd name="connsiteX0" fmla="*/ 54991 w 421861"/>
                  <a:gd name="connsiteY0" fmla="*/ 788728 h 811160"/>
                  <a:gd name="connsiteX1" fmla="*/ 71659 w 421861"/>
                  <a:gd name="connsiteY1" fmla="*/ 562509 h 811160"/>
                  <a:gd name="connsiteX2" fmla="*/ 121666 w 421861"/>
                  <a:gd name="connsiteY2" fmla="*/ 538696 h 811160"/>
                  <a:gd name="connsiteX3" fmla="*/ 131191 w 421861"/>
                  <a:gd name="connsiteY3" fmla="*/ 479165 h 811160"/>
                  <a:gd name="connsiteX4" fmla="*/ 71659 w 421861"/>
                  <a:gd name="connsiteY4" fmla="*/ 410109 h 811160"/>
                  <a:gd name="connsiteX5" fmla="*/ 62134 w 421861"/>
                  <a:gd name="connsiteY5" fmla="*/ 341053 h 811160"/>
                  <a:gd name="connsiteX6" fmla="*/ 12128 w 421861"/>
                  <a:gd name="connsiteY6" fmla="*/ 279140 h 811160"/>
                  <a:gd name="connsiteX7" fmla="*/ 12128 w 421861"/>
                  <a:gd name="connsiteY7" fmla="*/ 171984 h 811160"/>
                  <a:gd name="connsiteX8" fmla="*/ 222 w 421861"/>
                  <a:gd name="connsiteY8" fmla="*/ 86259 h 811160"/>
                  <a:gd name="connsiteX9" fmla="*/ 24034 w 421861"/>
                  <a:gd name="connsiteY9" fmla="*/ 33871 h 811160"/>
                  <a:gd name="connsiteX10" fmla="*/ 83566 w 421861"/>
                  <a:gd name="connsiteY10" fmla="*/ 534 h 811160"/>
                  <a:gd name="connsiteX11" fmla="*/ 338359 w 421861"/>
                  <a:gd name="connsiteY11" fmla="*/ 60065 h 811160"/>
                  <a:gd name="connsiteX12" fmla="*/ 421703 w 421861"/>
                  <a:gd name="connsiteY12" fmla="*/ 176746 h 811160"/>
                  <a:gd name="connsiteX13" fmla="*/ 359791 w 421861"/>
                  <a:gd name="connsiteY13" fmla="*/ 205321 h 811160"/>
                  <a:gd name="connsiteX14" fmla="*/ 376459 w 421861"/>
                  <a:gd name="connsiteY14" fmla="*/ 210084 h 811160"/>
                  <a:gd name="connsiteX15" fmla="*/ 369316 w 421861"/>
                  <a:gd name="connsiteY15" fmla="*/ 271996 h 811160"/>
                  <a:gd name="connsiteX16" fmla="*/ 364553 w 421861"/>
                  <a:gd name="connsiteY16" fmla="*/ 379153 h 811160"/>
                  <a:gd name="connsiteX17" fmla="*/ 316928 w 421861"/>
                  <a:gd name="connsiteY17" fmla="*/ 362484 h 811160"/>
                  <a:gd name="connsiteX18" fmla="*/ 305022 w 421861"/>
                  <a:gd name="connsiteY18" fmla="*/ 414871 h 811160"/>
                  <a:gd name="connsiteX19" fmla="*/ 250253 w 421861"/>
                  <a:gd name="connsiteY19" fmla="*/ 467259 h 811160"/>
                  <a:gd name="connsiteX20" fmla="*/ 269303 w 421861"/>
                  <a:gd name="connsiteY20" fmla="*/ 495834 h 811160"/>
                  <a:gd name="connsiteX21" fmla="*/ 359791 w 421861"/>
                  <a:gd name="connsiteY21" fmla="*/ 593465 h 811160"/>
                  <a:gd name="connsiteX22" fmla="*/ 405034 w 421861"/>
                  <a:gd name="connsiteY22" fmla="*/ 679190 h 811160"/>
                  <a:gd name="connsiteX23" fmla="*/ 343122 w 421861"/>
                  <a:gd name="connsiteY23" fmla="*/ 791109 h 811160"/>
                  <a:gd name="connsiteX24" fmla="*/ 54991 w 421861"/>
                  <a:gd name="connsiteY24" fmla="*/ 788728 h 81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21861" h="811160">
                    <a:moveTo>
                      <a:pt x="54991" y="788728"/>
                    </a:moveTo>
                    <a:cubicBezTo>
                      <a:pt x="9747" y="750628"/>
                      <a:pt x="60547" y="604181"/>
                      <a:pt x="71659" y="562509"/>
                    </a:cubicBezTo>
                    <a:cubicBezTo>
                      <a:pt x="82771" y="520837"/>
                      <a:pt x="111744" y="552587"/>
                      <a:pt x="121666" y="538696"/>
                    </a:cubicBezTo>
                    <a:cubicBezTo>
                      <a:pt x="131588" y="524805"/>
                      <a:pt x="139526" y="500596"/>
                      <a:pt x="131191" y="479165"/>
                    </a:cubicBezTo>
                    <a:cubicBezTo>
                      <a:pt x="122856" y="457734"/>
                      <a:pt x="83169" y="433128"/>
                      <a:pt x="71659" y="410109"/>
                    </a:cubicBezTo>
                    <a:cubicBezTo>
                      <a:pt x="60150" y="387090"/>
                      <a:pt x="72056" y="362881"/>
                      <a:pt x="62134" y="341053"/>
                    </a:cubicBezTo>
                    <a:cubicBezTo>
                      <a:pt x="52212" y="319225"/>
                      <a:pt x="20462" y="307318"/>
                      <a:pt x="12128" y="279140"/>
                    </a:cubicBezTo>
                    <a:cubicBezTo>
                      <a:pt x="3794" y="250962"/>
                      <a:pt x="14112" y="204131"/>
                      <a:pt x="12128" y="171984"/>
                    </a:cubicBezTo>
                    <a:cubicBezTo>
                      <a:pt x="10144" y="139837"/>
                      <a:pt x="-1762" y="109278"/>
                      <a:pt x="222" y="86259"/>
                    </a:cubicBezTo>
                    <a:cubicBezTo>
                      <a:pt x="2206" y="63240"/>
                      <a:pt x="10143" y="48158"/>
                      <a:pt x="24034" y="33871"/>
                    </a:cubicBezTo>
                    <a:cubicBezTo>
                      <a:pt x="37925" y="19583"/>
                      <a:pt x="31179" y="-3832"/>
                      <a:pt x="83566" y="534"/>
                    </a:cubicBezTo>
                    <a:cubicBezTo>
                      <a:pt x="135953" y="4900"/>
                      <a:pt x="282003" y="30696"/>
                      <a:pt x="338359" y="60065"/>
                    </a:cubicBezTo>
                    <a:cubicBezTo>
                      <a:pt x="394715" y="89434"/>
                      <a:pt x="418131" y="152537"/>
                      <a:pt x="421703" y="176746"/>
                    </a:cubicBezTo>
                    <a:cubicBezTo>
                      <a:pt x="425275" y="200955"/>
                      <a:pt x="367332" y="199765"/>
                      <a:pt x="359791" y="205321"/>
                    </a:cubicBezTo>
                    <a:cubicBezTo>
                      <a:pt x="352250" y="210877"/>
                      <a:pt x="374872" y="198972"/>
                      <a:pt x="376459" y="210084"/>
                    </a:cubicBezTo>
                    <a:cubicBezTo>
                      <a:pt x="378046" y="221196"/>
                      <a:pt x="371300" y="243818"/>
                      <a:pt x="369316" y="271996"/>
                    </a:cubicBezTo>
                    <a:cubicBezTo>
                      <a:pt x="367332" y="300174"/>
                      <a:pt x="373284" y="364072"/>
                      <a:pt x="364553" y="379153"/>
                    </a:cubicBezTo>
                    <a:cubicBezTo>
                      <a:pt x="355822" y="394234"/>
                      <a:pt x="326850" y="356531"/>
                      <a:pt x="316928" y="362484"/>
                    </a:cubicBezTo>
                    <a:cubicBezTo>
                      <a:pt x="307006" y="368437"/>
                      <a:pt x="316134" y="397409"/>
                      <a:pt x="305022" y="414871"/>
                    </a:cubicBezTo>
                    <a:cubicBezTo>
                      <a:pt x="293910" y="432333"/>
                      <a:pt x="256206" y="453765"/>
                      <a:pt x="250253" y="467259"/>
                    </a:cubicBezTo>
                    <a:cubicBezTo>
                      <a:pt x="244300" y="480753"/>
                      <a:pt x="251047" y="474800"/>
                      <a:pt x="269303" y="495834"/>
                    </a:cubicBezTo>
                    <a:cubicBezTo>
                      <a:pt x="287559" y="516868"/>
                      <a:pt x="337169" y="562906"/>
                      <a:pt x="359791" y="593465"/>
                    </a:cubicBezTo>
                    <a:cubicBezTo>
                      <a:pt x="382413" y="624024"/>
                      <a:pt x="407812" y="646250"/>
                      <a:pt x="405034" y="679190"/>
                    </a:cubicBezTo>
                    <a:cubicBezTo>
                      <a:pt x="402256" y="712130"/>
                      <a:pt x="397891" y="773647"/>
                      <a:pt x="343122" y="791109"/>
                    </a:cubicBezTo>
                    <a:cubicBezTo>
                      <a:pt x="288353" y="808571"/>
                      <a:pt x="100235" y="826828"/>
                      <a:pt x="54991" y="788728"/>
                    </a:cubicBezTo>
                    <a:close/>
                  </a:path>
                </a:pathLst>
              </a:custGeom>
              <a:solidFill>
                <a:srgbClr val="7030A0">
                  <a:alpha val="50196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037" name="ZoneTexte 1036">
              <a:extLst>
                <a:ext uri="{FF2B5EF4-FFF2-40B4-BE49-F238E27FC236}">
                  <a16:creationId xmlns:a16="http://schemas.microsoft.com/office/drawing/2014/main" id="{481A9E81-E59F-E8A6-B1C7-6790AB9476B3}"/>
                </a:ext>
              </a:extLst>
            </p:cNvPr>
            <p:cNvSpPr txBox="1"/>
            <p:nvPr/>
          </p:nvSpPr>
          <p:spPr>
            <a:xfrm>
              <a:off x="8780104" y="1301961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71824E6-50D4-D87F-A93A-FBC566E1A87A}"/>
              </a:ext>
            </a:extLst>
          </p:cNvPr>
          <p:cNvSpPr/>
          <p:nvPr/>
        </p:nvSpPr>
        <p:spPr>
          <a:xfrm>
            <a:off x="2365437" y="3916648"/>
            <a:ext cx="9823769" cy="17796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3" name="ZoneTexte 1042">
            <a:extLst>
              <a:ext uri="{FF2B5EF4-FFF2-40B4-BE49-F238E27FC236}">
                <a16:creationId xmlns:a16="http://schemas.microsoft.com/office/drawing/2014/main" id="{7FBE11DB-BE8C-9A0A-C8A1-7469AEF186B3}"/>
              </a:ext>
            </a:extLst>
          </p:cNvPr>
          <p:cNvSpPr txBox="1"/>
          <p:nvPr/>
        </p:nvSpPr>
        <p:spPr>
          <a:xfrm>
            <a:off x="2301395" y="4570951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1044" name="ZoneTexte 1043">
            <a:extLst>
              <a:ext uri="{FF2B5EF4-FFF2-40B4-BE49-F238E27FC236}">
                <a16:creationId xmlns:a16="http://schemas.microsoft.com/office/drawing/2014/main" id="{6F4B3FC0-86AF-BC24-29D4-4319FF9025C4}"/>
              </a:ext>
            </a:extLst>
          </p:cNvPr>
          <p:cNvSpPr txBox="1"/>
          <p:nvPr/>
        </p:nvSpPr>
        <p:spPr>
          <a:xfrm>
            <a:off x="2283922" y="5224858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sp>
        <p:nvSpPr>
          <p:cNvPr id="1045" name="ZoneTexte 1044">
            <a:extLst>
              <a:ext uri="{FF2B5EF4-FFF2-40B4-BE49-F238E27FC236}">
                <a16:creationId xmlns:a16="http://schemas.microsoft.com/office/drawing/2014/main" id="{812E8330-2EC8-BF4D-D128-7BDF224CEEEC}"/>
              </a:ext>
            </a:extLst>
          </p:cNvPr>
          <p:cNvSpPr txBox="1"/>
          <p:nvPr/>
        </p:nvSpPr>
        <p:spPr>
          <a:xfrm>
            <a:off x="11654206" y="4585025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1047" name="ZoneTexte 1046">
            <a:extLst>
              <a:ext uri="{FF2B5EF4-FFF2-40B4-BE49-F238E27FC236}">
                <a16:creationId xmlns:a16="http://schemas.microsoft.com/office/drawing/2014/main" id="{0E317AF8-8907-3DB3-59EF-CFD8BC662D42}"/>
              </a:ext>
            </a:extLst>
          </p:cNvPr>
          <p:cNvSpPr txBox="1"/>
          <p:nvPr/>
        </p:nvSpPr>
        <p:spPr>
          <a:xfrm>
            <a:off x="11645914" y="5231895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pic>
        <p:nvPicPr>
          <p:cNvPr id="1050" name="Google Shape;88;p1">
            <a:extLst>
              <a:ext uri="{FF2B5EF4-FFF2-40B4-BE49-F238E27FC236}">
                <a16:creationId xmlns:a16="http://schemas.microsoft.com/office/drawing/2014/main" id="{7A225D94-9927-5009-3826-B8432F6CB6D6}"/>
              </a:ext>
            </a:extLst>
          </p:cNvPr>
          <p:cNvPicPr preferRelativeResize="0"/>
          <p:nvPr/>
        </p:nvPicPr>
        <p:blipFill rotWithShape="1">
          <a:blip r:embed="rId7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99" b="90437" l="8974" r="86643">
                        <a14:foregroundMark x1="86694" y1="66234" x2="86694" y2="66234"/>
                        <a14:foregroundMark x1="40743" y1="90437" x2="40743" y2="90437"/>
                        <a14:foregroundMark x1="62352" y1="84652" x2="62352" y2="84652"/>
                        <a14:foregroundMark x1="62867" y1="84652" x2="62867" y2="84652"/>
                        <a14:foregroundMark x1="62867" y1="86305" x2="62867" y2="86305"/>
                        <a14:foregroundMark x1="62713" y1="85124" x2="62713" y2="85124"/>
                        <a14:foregroundMark x1="63899" y1="85832" x2="63899" y2="85832"/>
                        <a14:foregroundMark x1="61320" y1="85832" x2="62197" y2="85832"/>
                        <a14:foregroundMark x1="64260" y1="84298" x2="64260" y2="84298"/>
                        <a14:foregroundMark x1="65446" y1="81582" x2="65446" y2="81582"/>
                      </a14:backgroundRemoval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r="9853"/>
          <a:stretch/>
        </p:blipFill>
        <p:spPr>
          <a:xfrm flipH="1">
            <a:off x="3055408" y="4397934"/>
            <a:ext cx="1287060" cy="607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88;p1">
            <a:extLst>
              <a:ext uri="{FF2B5EF4-FFF2-40B4-BE49-F238E27FC236}">
                <a16:creationId xmlns:a16="http://schemas.microsoft.com/office/drawing/2014/main" id="{B9C4F206-2AD5-EAA6-BD14-022D50A5E03D}"/>
              </a:ext>
            </a:extLst>
          </p:cNvPr>
          <p:cNvPicPr preferRelativeResize="0"/>
          <p:nvPr/>
        </p:nvPicPr>
        <p:blipFill rotWithShape="1"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99" b="90437" l="8974" r="86643">
                        <a14:foregroundMark x1="86694" y1="66234" x2="86694" y2="66234"/>
                        <a14:foregroundMark x1="40743" y1="90437" x2="40743" y2="90437"/>
                        <a14:foregroundMark x1="62352" y1="84652" x2="62352" y2="84652"/>
                        <a14:foregroundMark x1="62867" y1="84652" x2="62867" y2="84652"/>
                        <a14:foregroundMark x1="62867" y1="86305" x2="62867" y2="86305"/>
                        <a14:foregroundMark x1="62713" y1="85124" x2="62713" y2="85124"/>
                        <a14:foregroundMark x1="63899" y1="85832" x2="63899" y2="85832"/>
                        <a14:foregroundMark x1="61320" y1="85832" x2="62197" y2="85832"/>
                        <a14:foregroundMark x1="64260" y1="84298" x2="64260" y2="84298"/>
                        <a14:foregroundMark x1="65446" y1="81582" x2="65446" y2="81582"/>
                      </a14:backgroundRemoval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 r="9853"/>
          <a:stretch/>
        </p:blipFill>
        <p:spPr>
          <a:xfrm>
            <a:off x="10252216" y="4397004"/>
            <a:ext cx="1288800" cy="60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3" name="Groupe 1052">
            <a:extLst>
              <a:ext uri="{FF2B5EF4-FFF2-40B4-BE49-F238E27FC236}">
                <a16:creationId xmlns:a16="http://schemas.microsoft.com/office/drawing/2014/main" id="{3030C87F-1996-E94F-5292-3E4CE8D19D38}"/>
              </a:ext>
            </a:extLst>
          </p:cNvPr>
          <p:cNvGrpSpPr/>
          <p:nvPr/>
        </p:nvGrpSpPr>
        <p:grpSpPr>
          <a:xfrm>
            <a:off x="323212" y="2786636"/>
            <a:ext cx="369858" cy="534152"/>
            <a:chOff x="4693615" y="1216747"/>
            <a:chExt cx="628062" cy="907054"/>
          </a:xfrm>
        </p:grpSpPr>
        <p:grpSp>
          <p:nvGrpSpPr>
            <p:cNvPr id="1054" name="Groupe 1053">
              <a:extLst>
                <a:ext uri="{FF2B5EF4-FFF2-40B4-BE49-F238E27FC236}">
                  <a16:creationId xmlns:a16="http://schemas.microsoft.com/office/drawing/2014/main" id="{96A22B56-DEE5-DB07-E5AC-6B010894A645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056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B220CE4A-1567-A419-95C8-5D9D3AE54FF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57" name="Forme libre : forme 1056">
                <a:extLst>
                  <a:ext uri="{FF2B5EF4-FFF2-40B4-BE49-F238E27FC236}">
                    <a16:creationId xmlns:a16="http://schemas.microsoft.com/office/drawing/2014/main" id="{1C00621B-0042-25E7-5109-A3F448E94903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rgbClr val="FFFF00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055" name="ZoneTexte 1054">
              <a:extLst>
                <a:ext uri="{FF2B5EF4-FFF2-40B4-BE49-F238E27FC236}">
                  <a16:creationId xmlns:a16="http://schemas.microsoft.com/office/drawing/2014/main" id="{717B16B9-8945-160F-843A-291766ADC22B}"/>
                </a:ext>
              </a:extLst>
            </p:cNvPr>
            <p:cNvSpPr txBox="1"/>
            <p:nvPr/>
          </p:nvSpPr>
          <p:spPr>
            <a:xfrm>
              <a:off x="4768481" y="1216747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058" name="Groupe 1057">
            <a:extLst>
              <a:ext uri="{FF2B5EF4-FFF2-40B4-BE49-F238E27FC236}">
                <a16:creationId xmlns:a16="http://schemas.microsoft.com/office/drawing/2014/main" id="{AFD83BCA-5B21-E54A-D00F-E57A83807EB7}"/>
              </a:ext>
            </a:extLst>
          </p:cNvPr>
          <p:cNvGrpSpPr/>
          <p:nvPr/>
        </p:nvGrpSpPr>
        <p:grpSpPr>
          <a:xfrm>
            <a:off x="338612" y="3396567"/>
            <a:ext cx="339058" cy="529036"/>
            <a:chOff x="5633373" y="1227577"/>
            <a:chExt cx="575763" cy="898368"/>
          </a:xfrm>
        </p:grpSpPr>
        <p:grpSp>
          <p:nvGrpSpPr>
            <p:cNvPr id="1059" name="Groupe 1058">
              <a:extLst>
                <a:ext uri="{FF2B5EF4-FFF2-40B4-BE49-F238E27FC236}">
                  <a16:creationId xmlns:a16="http://schemas.microsoft.com/office/drawing/2014/main" id="{68F334FC-8A71-C8EA-39D7-3F67EBD75E88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61" name="Image 1060">
                <a:extLst>
                  <a:ext uri="{FF2B5EF4-FFF2-40B4-BE49-F238E27FC236}">
                    <a16:creationId xmlns:a16="http://schemas.microsoft.com/office/drawing/2014/main" id="{D73E7CEB-AD71-E716-6EE3-28F09E7006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62" name="Forme libre : forme 1061">
                <a:extLst>
                  <a:ext uri="{FF2B5EF4-FFF2-40B4-BE49-F238E27FC236}">
                    <a16:creationId xmlns:a16="http://schemas.microsoft.com/office/drawing/2014/main" id="{6EC178A9-BA7E-1160-CF9B-56CE58464579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rgbClr val="E6007E">
                  <a:alpha val="50196"/>
                </a:srgb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060" name="ZoneTexte 1059">
              <a:extLst>
                <a:ext uri="{FF2B5EF4-FFF2-40B4-BE49-F238E27FC236}">
                  <a16:creationId xmlns:a16="http://schemas.microsoft.com/office/drawing/2014/main" id="{48F4B8F1-0540-769D-8B97-64EC6FEA0CB1}"/>
                </a:ext>
              </a:extLst>
            </p:cNvPr>
            <p:cNvSpPr txBox="1"/>
            <p:nvPr/>
          </p:nvSpPr>
          <p:spPr>
            <a:xfrm>
              <a:off x="5684343" y="1227577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3B01BC4F-1044-5413-4B20-42B7E1341E7D}"/>
              </a:ext>
            </a:extLst>
          </p:cNvPr>
          <p:cNvGrpSpPr/>
          <p:nvPr/>
        </p:nvGrpSpPr>
        <p:grpSpPr>
          <a:xfrm>
            <a:off x="3153975" y="4352417"/>
            <a:ext cx="364450" cy="532250"/>
            <a:chOff x="6389138" y="1222598"/>
            <a:chExt cx="618881" cy="903824"/>
          </a:xfrm>
        </p:grpSpPr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F174E127-1B8C-A3F9-A964-7BE344A04E8B}"/>
                </a:ext>
              </a:extLst>
            </p:cNvPr>
            <p:cNvGrpSpPr/>
            <p:nvPr/>
          </p:nvGrpSpPr>
          <p:grpSpPr>
            <a:xfrm>
              <a:off x="6389138" y="1222598"/>
              <a:ext cx="618881" cy="903824"/>
              <a:chOff x="6389138" y="1222598"/>
              <a:chExt cx="618881" cy="903824"/>
            </a:xfrm>
          </p:grpSpPr>
          <p:pic>
            <p:nvPicPr>
              <p:cNvPr id="57" name="Picture 6" descr="Illustration de chauffeur d'autobus scolaire. | Vecteur Premium">
                <a:extLst>
                  <a:ext uri="{FF2B5EF4-FFF2-40B4-BE49-F238E27FC236}">
                    <a16:creationId xmlns:a16="http://schemas.microsoft.com/office/drawing/2014/main" id="{EB6686F3-4AD3-2A64-F8C8-731E3D1ABD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10000" b="90000" l="10000" r="90000">
                            <a14:foregroundMark x1="69169" y1="10064" x2="69169" y2="10064"/>
                            <a14:backgroundMark x1="50799" y1="13419" x2="42492" y2="96645"/>
                            <a14:backgroundMark x1="42492" y1="96645" x2="42492" y2="96645"/>
                            <a14:backgroundMark x1="55112" y1="11022" x2="54792" y2="77636"/>
                            <a14:backgroundMark x1="57188" y1="72684" x2="57188" y2="72684"/>
                            <a14:backgroundMark x1="57508" y1="72364" x2="59105" y2="81310"/>
                            <a14:backgroundMark x1="65176" y1="73003" x2="65815" y2="78275"/>
                            <a14:backgroundMark x1="65495" y1="68371" x2="66134" y2="69649"/>
                            <a14:backgroundMark x1="77476" y1="66613" x2="80831" y2="79073"/>
                            <a14:backgroundMark x1="77796" y1="70607" x2="77796" y2="84345"/>
                            <a14:backgroundMark x1="75879" y1="80671" x2="75879" y2="80671"/>
                            <a14:backgroundMark x1="74760" y1="76358" x2="75399" y2="81949"/>
                            <a14:backgroundMark x1="75080" y1="82268" x2="74441" y2="84026"/>
                            <a14:backgroundMark x1="74121" y1="83067" x2="74121" y2="77955"/>
                            <a14:backgroundMark x1="78115" y1="66933" x2="79553" y2="62620"/>
                            <a14:backgroundMark x1="79073" y1="59744" x2="79073" y2="59744"/>
                            <a14:backgroundMark x1="76837" y1="64058" x2="75559" y2="64058"/>
                            <a14:backgroundMark x1="75399" y1="49042" x2="75559" y2="53355"/>
                            <a14:backgroundMark x1="77476" y1="40735" x2="77476" y2="40735"/>
                            <a14:backgroundMark x1="83546" y1="35304" x2="82109" y2="43610"/>
                            <a14:backgroundMark x1="56550" y1="31949" x2="56550" y2="31949"/>
                            <a14:backgroundMark x1="58147" y1="32748" x2="58147" y2="32748"/>
                            <a14:backgroundMark x1="56869" y1="30351" x2="57508" y2="36741"/>
                            <a14:backgroundMark x1="57508" y1="30351" x2="58147" y2="31310"/>
                            <a14:backgroundMark x1="58147" y1="31310" x2="58147" y2="32588"/>
                            <a14:backgroundMark x1="58147" y1="32588" x2="58147" y2="32588"/>
                            <a14:backgroundMark x1="57827" y1="47604" x2="56070" y2="56390"/>
                            <a14:backgroundMark x1="58786" y1="48722" x2="60064" y2="54313"/>
                            <a14:backgroundMark x1="60064" y1="53994" x2="60064" y2="53994"/>
                            <a14:backgroundMark x1="60064" y1="50958" x2="61182" y2="50958"/>
                            <a14:backgroundMark x1="61182" y1="50958" x2="61182" y2="509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91" r="10388" b="44795"/>
              <a:stretch/>
            </p:blipFill>
            <p:spPr bwMode="auto">
              <a:xfrm>
                <a:off x="6389138" y="1222598"/>
                <a:ext cx="618881" cy="900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8" name="Forme libre : forme 57">
                <a:extLst>
                  <a:ext uri="{FF2B5EF4-FFF2-40B4-BE49-F238E27FC236}">
                    <a16:creationId xmlns:a16="http://schemas.microsoft.com/office/drawing/2014/main" id="{26738DFF-2EA2-8F45-2F6E-1AF0057BA5EE}"/>
                  </a:ext>
                </a:extLst>
              </p:cNvPr>
              <p:cNvSpPr/>
              <p:nvPr/>
            </p:nvSpPr>
            <p:spPr>
              <a:xfrm>
                <a:off x="6459846" y="1340173"/>
                <a:ext cx="469806" cy="786249"/>
              </a:xfrm>
              <a:custGeom>
                <a:avLst/>
                <a:gdLst>
                  <a:gd name="connsiteX0" fmla="*/ 62142 w 469806"/>
                  <a:gd name="connsiteY0" fmla="*/ 780016 h 786249"/>
                  <a:gd name="connsiteX1" fmla="*/ 103417 w 469806"/>
                  <a:gd name="connsiteY1" fmla="*/ 694291 h 786249"/>
                  <a:gd name="connsiteX2" fmla="*/ 87542 w 469806"/>
                  <a:gd name="connsiteY2" fmla="*/ 624441 h 786249"/>
                  <a:gd name="connsiteX3" fmla="*/ 122467 w 469806"/>
                  <a:gd name="connsiteY3" fmla="*/ 513316 h 786249"/>
                  <a:gd name="connsiteX4" fmla="*/ 39917 w 469806"/>
                  <a:gd name="connsiteY4" fmla="*/ 487916 h 786249"/>
                  <a:gd name="connsiteX5" fmla="*/ 65317 w 469806"/>
                  <a:gd name="connsiteY5" fmla="*/ 237091 h 786249"/>
                  <a:gd name="connsiteX6" fmla="*/ 27217 w 469806"/>
                  <a:gd name="connsiteY6" fmla="*/ 198991 h 786249"/>
                  <a:gd name="connsiteX7" fmla="*/ 1817 w 469806"/>
                  <a:gd name="connsiteY7" fmla="*/ 62466 h 786249"/>
                  <a:gd name="connsiteX8" fmla="*/ 78017 w 469806"/>
                  <a:gd name="connsiteY8" fmla="*/ 2141 h 786249"/>
                  <a:gd name="connsiteX9" fmla="*/ 246292 w 469806"/>
                  <a:gd name="connsiteY9" fmla="*/ 21191 h 786249"/>
                  <a:gd name="connsiteX10" fmla="*/ 395517 w 469806"/>
                  <a:gd name="connsiteY10" fmla="*/ 94216 h 786249"/>
                  <a:gd name="connsiteX11" fmla="*/ 443142 w 469806"/>
                  <a:gd name="connsiteY11" fmla="*/ 173591 h 786249"/>
                  <a:gd name="connsiteX12" fmla="*/ 395517 w 469806"/>
                  <a:gd name="connsiteY12" fmla="*/ 214866 h 786249"/>
                  <a:gd name="connsiteX13" fmla="*/ 420917 w 469806"/>
                  <a:gd name="connsiteY13" fmla="*/ 303766 h 786249"/>
                  <a:gd name="connsiteX14" fmla="*/ 411392 w 469806"/>
                  <a:gd name="connsiteY14" fmla="*/ 484741 h 786249"/>
                  <a:gd name="connsiteX15" fmla="*/ 306617 w 469806"/>
                  <a:gd name="connsiteY15" fmla="*/ 526016 h 786249"/>
                  <a:gd name="connsiteX16" fmla="*/ 401867 w 469806"/>
                  <a:gd name="connsiteY16" fmla="*/ 605391 h 786249"/>
                  <a:gd name="connsiteX17" fmla="*/ 468542 w 469806"/>
                  <a:gd name="connsiteY17" fmla="*/ 716516 h 786249"/>
                  <a:gd name="connsiteX18" fmla="*/ 411392 w 469806"/>
                  <a:gd name="connsiteY18" fmla="*/ 773666 h 786249"/>
                  <a:gd name="connsiteX19" fmla="*/ 62142 w 469806"/>
                  <a:gd name="connsiteY19" fmla="*/ 780016 h 78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69806" h="786249">
                    <a:moveTo>
                      <a:pt x="62142" y="780016"/>
                    </a:moveTo>
                    <a:cubicBezTo>
                      <a:pt x="10813" y="766787"/>
                      <a:pt x="99184" y="720220"/>
                      <a:pt x="103417" y="694291"/>
                    </a:cubicBezTo>
                    <a:cubicBezTo>
                      <a:pt x="107650" y="668362"/>
                      <a:pt x="84367" y="654604"/>
                      <a:pt x="87542" y="624441"/>
                    </a:cubicBezTo>
                    <a:cubicBezTo>
                      <a:pt x="90717" y="594278"/>
                      <a:pt x="130405" y="536070"/>
                      <a:pt x="122467" y="513316"/>
                    </a:cubicBezTo>
                    <a:cubicBezTo>
                      <a:pt x="114530" y="490562"/>
                      <a:pt x="49442" y="533953"/>
                      <a:pt x="39917" y="487916"/>
                    </a:cubicBezTo>
                    <a:cubicBezTo>
                      <a:pt x="30392" y="441878"/>
                      <a:pt x="67434" y="285245"/>
                      <a:pt x="65317" y="237091"/>
                    </a:cubicBezTo>
                    <a:cubicBezTo>
                      <a:pt x="63200" y="188937"/>
                      <a:pt x="37800" y="228095"/>
                      <a:pt x="27217" y="198991"/>
                    </a:cubicBezTo>
                    <a:cubicBezTo>
                      <a:pt x="16634" y="169887"/>
                      <a:pt x="-6650" y="95274"/>
                      <a:pt x="1817" y="62466"/>
                    </a:cubicBezTo>
                    <a:cubicBezTo>
                      <a:pt x="10284" y="29658"/>
                      <a:pt x="37271" y="9020"/>
                      <a:pt x="78017" y="2141"/>
                    </a:cubicBezTo>
                    <a:cubicBezTo>
                      <a:pt x="118763" y="-4738"/>
                      <a:pt x="193375" y="5845"/>
                      <a:pt x="246292" y="21191"/>
                    </a:cubicBezTo>
                    <a:cubicBezTo>
                      <a:pt x="299209" y="36537"/>
                      <a:pt x="362709" y="68816"/>
                      <a:pt x="395517" y="94216"/>
                    </a:cubicBezTo>
                    <a:cubicBezTo>
                      <a:pt x="428325" y="119616"/>
                      <a:pt x="443142" y="153483"/>
                      <a:pt x="443142" y="173591"/>
                    </a:cubicBezTo>
                    <a:cubicBezTo>
                      <a:pt x="443142" y="193699"/>
                      <a:pt x="399221" y="193170"/>
                      <a:pt x="395517" y="214866"/>
                    </a:cubicBezTo>
                    <a:cubicBezTo>
                      <a:pt x="391813" y="236562"/>
                      <a:pt x="418271" y="258787"/>
                      <a:pt x="420917" y="303766"/>
                    </a:cubicBezTo>
                    <a:cubicBezTo>
                      <a:pt x="423563" y="348745"/>
                      <a:pt x="430442" y="447699"/>
                      <a:pt x="411392" y="484741"/>
                    </a:cubicBezTo>
                    <a:cubicBezTo>
                      <a:pt x="392342" y="521783"/>
                      <a:pt x="308205" y="505908"/>
                      <a:pt x="306617" y="526016"/>
                    </a:cubicBezTo>
                    <a:cubicBezTo>
                      <a:pt x="305030" y="546124"/>
                      <a:pt x="374880" y="573641"/>
                      <a:pt x="401867" y="605391"/>
                    </a:cubicBezTo>
                    <a:cubicBezTo>
                      <a:pt x="428854" y="637141"/>
                      <a:pt x="466955" y="688470"/>
                      <a:pt x="468542" y="716516"/>
                    </a:cubicBezTo>
                    <a:cubicBezTo>
                      <a:pt x="470129" y="744562"/>
                      <a:pt x="479125" y="764670"/>
                      <a:pt x="411392" y="773666"/>
                    </a:cubicBezTo>
                    <a:cubicBezTo>
                      <a:pt x="343659" y="782662"/>
                      <a:pt x="113471" y="793245"/>
                      <a:pt x="62142" y="780016"/>
                    </a:cubicBezTo>
                    <a:close/>
                  </a:path>
                </a:pathLst>
              </a:custGeom>
              <a:solidFill>
                <a:srgbClr val="00B050">
                  <a:alpha val="50196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7AA10E90-643C-4289-BAEB-5FE27A0D992A}"/>
                </a:ext>
              </a:extLst>
            </p:cNvPr>
            <p:cNvSpPr txBox="1"/>
            <p:nvPr/>
          </p:nvSpPr>
          <p:spPr>
            <a:xfrm>
              <a:off x="6463786" y="1281363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9A022B25-F19F-0168-531F-D02C0EB47F3E}"/>
              </a:ext>
            </a:extLst>
          </p:cNvPr>
          <p:cNvGrpSpPr/>
          <p:nvPr/>
        </p:nvGrpSpPr>
        <p:grpSpPr>
          <a:xfrm>
            <a:off x="11081597" y="4370960"/>
            <a:ext cx="410264" cy="501848"/>
            <a:chOff x="7205187" y="1274964"/>
            <a:chExt cx="696677" cy="852197"/>
          </a:xfrm>
        </p:grpSpPr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E45C5F37-CBDB-B37C-4ABD-6900828C10BA}"/>
                </a:ext>
              </a:extLst>
            </p:cNvPr>
            <p:cNvGrpSpPr/>
            <p:nvPr/>
          </p:nvGrpSpPr>
          <p:grpSpPr>
            <a:xfrm>
              <a:off x="7205187" y="1310923"/>
              <a:ext cx="696677" cy="816238"/>
              <a:chOff x="6683949" y="1330684"/>
              <a:chExt cx="696677" cy="816238"/>
            </a:xfrm>
          </p:grpSpPr>
          <p:pic>
            <p:nvPicPr>
              <p:cNvPr id="62" name="Picture 2" descr="Illustration De Vecteur De Chauffeur D'autobus Scolaire Illustration de  Vecteur - Illustration of ville, homme: 87254230">
                <a:extLst>
                  <a:ext uri="{FF2B5EF4-FFF2-40B4-BE49-F238E27FC236}">
                    <a16:creationId xmlns:a16="http://schemas.microsoft.com/office/drawing/2014/main" id="{63A72C5D-89F6-065E-0CBD-E2697B7894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5444" b="90000" l="9763" r="89974">
                            <a14:foregroundMark x1="67150" y1="8889" x2="67150" y2="8889"/>
                            <a14:foregroundMark x1="68470" y1="5444" x2="68470" y2="5444"/>
                            <a14:foregroundMark x1="73747" y1="44444" x2="73747" y2="44444"/>
                            <a14:foregroundMark x1="70053" y1="43333" x2="70053" y2="43333"/>
                            <a14:backgroundMark x1="50396" y1="26222" x2="46042" y2="65556"/>
                            <a14:backgroundMark x1="46042" y1="65556" x2="46306" y2="66000"/>
                            <a14:backgroundMark x1="45910" y1="15222" x2="47493" y2="78667"/>
                            <a14:backgroundMark x1="50792" y1="19444" x2="50792" y2="19444"/>
                            <a14:backgroundMark x1="54222" y1="15333" x2="55805" y2="40556"/>
                            <a14:backgroundMark x1="33773" y1="16556" x2="25462" y2="66000"/>
                            <a14:backgroundMark x1="18865" y1="26222" x2="22296" y2="72111"/>
                            <a14:backgroundMark x1="20580" y1="30556" x2="30079" y2="85444"/>
                            <a14:backgroundMark x1="41161" y1="52000" x2="41293" y2="84444"/>
                            <a14:backgroundMark x1="62137" y1="57444" x2="62269" y2="65333"/>
                            <a14:backgroundMark x1="58971" y1="36111" x2="57124" y2="55889"/>
                            <a14:backgroundMark x1="60554" y1="41778" x2="60686" y2="44667"/>
                            <a14:backgroundMark x1="75726" y1="39889" x2="75726" y2="39889"/>
                            <a14:backgroundMark x1="76121" y1="40444" x2="76121" y2="40444"/>
                            <a14:backgroundMark x1="75989" y1="40778" x2="75989" y2="40778"/>
                            <a14:backgroundMark x1="77704" y1="39889" x2="82850" y2="42889"/>
                            <a14:backgroundMark x1="82982" y1="53778" x2="82982" y2="70889"/>
                            <a14:backgroundMark x1="60686" y1="34778" x2="61741" y2="4133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4133" b="47067"/>
              <a:stretch/>
            </p:blipFill>
            <p:spPr bwMode="auto">
              <a:xfrm>
                <a:off x="6683949" y="1330684"/>
                <a:ext cx="696677" cy="807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3" name="Forme libre : forme 62">
                <a:extLst>
                  <a:ext uri="{FF2B5EF4-FFF2-40B4-BE49-F238E27FC236}">
                    <a16:creationId xmlns:a16="http://schemas.microsoft.com/office/drawing/2014/main" id="{F981D743-83AC-30AA-3C7E-0D51C08FBDED}"/>
                  </a:ext>
                </a:extLst>
              </p:cNvPr>
              <p:cNvSpPr/>
              <p:nvPr/>
            </p:nvSpPr>
            <p:spPr>
              <a:xfrm>
                <a:off x="6773301" y="1349096"/>
                <a:ext cx="468960" cy="797826"/>
              </a:xfrm>
              <a:custGeom>
                <a:avLst/>
                <a:gdLst>
                  <a:gd name="connsiteX0" fmla="*/ 18024 w 468960"/>
                  <a:gd name="connsiteY0" fmla="*/ 778154 h 797826"/>
                  <a:gd name="connsiteX1" fmla="*/ 87874 w 468960"/>
                  <a:gd name="connsiteY1" fmla="*/ 654329 h 797826"/>
                  <a:gd name="connsiteX2" fmla="*/ 170424 w 468960"/>
                  <a:gd name="connsiteY2" fmla="*/ 613054 h 797826"/>
                  <a:gd name="connsiteX3" fmla="*/ 183124 w 468960"/>
                  <a:gd name="connsiteY3" fmla="*/ 587654 h 797826"/>
                  <a:gd name="connsiteX4" fmla="*/ 183124 w 468960"/>
                  <a:gd name="connsiteY4" fmla="*/ 555904 h 797826"/>
                  <a:gd name="connsiteX5" fmla="*/ 116449 w 468960"/>
                  <a:gd name="connsiteY5" fmla="*/ 527329 h 797826"/>
                  <a:gd name="connsiteX6" fmla="*/ 91049 w 468960"/>
                  <a:gd name="connsiteY6" fmla="*/ 235229 h 797826"/>
                  <a:gd name="connsiteX7" fmla="*/ 65649 w 468960"/>
                  <a:gd name="connsiteY7" fmla="*/ 228879 h 797826"/>
                  <a:gd name="connsiteX8" fmla="*/ 33899 w 468960"/>
                  <a:gd name="connsiteY8" fmla="*/ 197129 h 797826"/>
                  <a:gd name="connsiteX9" fmla="*/ 49774 w 468960"/>
                  <a:gd name="connsiteY9" fmla="*/ 181254 h 797826"/>
                  <a:gd name="connsiteX10" fmla="*/ 30724 w 468960"/>
                  <a:gd name="connsiteY10" fmla="*/ 60604 h 797826"/>
                  <a:gd name="connsiteX11" fmla="*/ 173599 w 468960"/>
                  <a:gd name="connsiteY11" fmla="*/ 279 h 797826"/>
                  <a:gd name="connsiteX12" fmla="*/ 411724 w 468960"/>
                  <a:gd name="connsiteY12" fmla="*/ 82829 h 797826"/>
                  <a:gd name="connsiteX13" fmla="*/ 468874 w 468960"/>
                  <a:gd name="connsiteY13" fmla="*/ 190779 h 797826"/>
                  <a:gd name="connsiteX14" fmla="*/ 424424 w 468960"/>
                  <a:gd name="connsiteY14" fmla="*/ 219354 h 797826"/>
                  <a:gd name="connsiteX15" fmla="*/ 414899 w 468960"/>
                  <a:gd name="connsiteY15" fmla="*/ 349529 h 797826"/>
                  <a:gd name="connsiteX16" fmla="*/ 437124 w 468960"/>
                  <a:gd name="connsiteY16" fmla="*/ 365404 h 797826"/>
                  <a:gd name="connsiteX17" fmla="*/ 440299 w 468960"/>
                  <a:gd name="connsiteY17" fmla="*/ 432079 h 797826"/>
                  <a:gd name="connsiteX18" fmla="*/ 392674 w 468960"/>
                  <a:gd name="connsiteY18" fmla="*/ 451129 h 797826"/>
                  <a:gd name="connsiteX19" fmla="*/ 373624 w 468960"/>
                  <a:gd name="connsiteY19" fmla="*/ 451129 h 797826"/>
                  <a:gd name="connsiteX20" fmla="*/ 341874 w 468960"/>
                  <a:gd name="connsiteY20" fmla="*/ 498754 h 797826"/>
                  <a:gd name="connsiteX21" fmla="*/ 303774 w 468960"/>
                  <a:gd name="connsiteY21" fmla="*/ 543204 h 797826"/>
                  <a:gd name="connsiteX22" fmla="*/ 268849 w 468960"/>
                  <a:gd name="connsiteY22" fmla="*/ 546379 h 797826"/>
                  <a:gd name="connsiteX23" fmla="*/ 275199 w 468960"/>
                  <a:gd name="connsiteY23" fmla="*/ 603529 h 797826"/>
                  <a:gd name="connsiteX24" fmla="*/ 335524 w 468960"/>
                  <a:gd name="connsiteY24" fmla="*/ 628929 h 797826"/>
                  <a:gd name="connsiteX25" fmla="*/ 376799 w 468960"/>
                  <a:gd name="connsiteY25" fmla="*/ 686079 h 797826"/>
                  <a:gd name="connsiteX26" fmla="*/ 443474 w 468960"/>
                  <a:gd name="connsiteY26" fmla="*/ 787679 h 797826"/>
                  <a:gd name="connsiteX27" fmla="*/ 18024 w 468960"/>
                  <a:gd name="connsiteY27" fmla="*/ 778154 h 79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8960" h="797826">
                    <a:moveTo>
                      <a:pt x="18024" y="778154"/>
                    </a:moveTo>
                    <a:cubicBezTo>
                      <a:pt x="-41243" y="755929"/>
                      <a:pt x="62474" y="681846"/>
                      <a:pt x="87874" y="654329"/>
                    </a:cubicBezTo>
                    <a:cubicBezTo>
                      <a:pt x="113274" y="626812"/>
                      <a:pt x="154549" y="624166"/>
                      <a:pt x="170424" y="613054"/>
                    </a:cubicBezTo>
                    <a:cubicBezTo>
                      <a:pt x="186299" y="601941"/>
                      <a:pt x="181007" y="597179"/>
                      <a:pt x="183124" y="587654"/>
                    </a:cubicBezTo>
                    <a:cubicBezTo>
                      <a:pt x="185241" y="578129"/>
                      <a:pt x="194236" y="565958"/>
                      <a:pt x="183124" y="555904"/>
                    </a:cubicBezTo>
                    <a:cubicBezTo>
                      <a:pt x="172012" y="545850"/>
                      <a:pt x="131795" y="580775"/>
                      <a:pt x="116449" y="527329"/>
                    </a:cubicBezTo>
                    <a:cubicBezTo>
                      <a:pt x="101103" y="473883"/>
                      <a:pt x="99516" y="284971"/>
                      <a:pt x="91049" y="235229"/>
                    </a:cubicBezTo>
                    <a:cubicBezTo>
                      <a:pt x="82582" y="185487"/>
                      <a:pt x="75174" y="235229"/>
                      <a:pt x="65649" y="228879"/>
                    </a:cubicBezTo>
                    <a:cubicBezTo>
                      <a:pt x="56124" y="222529"/>
                      <a:pt x="36545" y="205066"/>
                      <a:pt x="33899" y="197129"/>
                    </a:cubicBezTo>
                    <a:cubicBezTo>
                      <a:pt x="31253" y="189192"/>
                      <a:pt x="50303" y="204008"/>
                      <a:pt x="49774" y="181254"/>
                    </a:cubicBezTo>
                    <a:cubicBezTo>
                      <a:pt x="49245" y="158500"/>
                      <a:pt x="10087" y="90766"/>
                      <a:pt x="30724" y="60604"/>
                    </a:cubicBezTo>
                    <a:cubicBezTo>
                      <a:pt x="51361" y="30442"/>
                      <a:pt x="110099" y="-3425"/>
                      <a:pt x="173599" y="279"/>
                    </a:cubicBezTo>
                    <a:cubicBezTo>
                      <a:pt x="237099" y="3983"/>
                      <a:pt x="362512" y="51079"/>
                      <a:pt x="411724" y="82829"/>
                    </a:cubicBezTo>
                    <a:cubicBezTo>
                      <a:pt x="460937" y="114579"/>
                      <a:pt x="466757" y="168025"/>
                      <a:pt x="468874" y="190779"/>
                    </a:cubicBezTo>
                    <a:cubicBezTo>
                      <a:pt x="470991" y="213533"/>
                      <a:pt x="433420" y="192896"/>
                      <a:pt x="424424" y="219354"/>
                    </a:cubicBezTo>
                    <a:cubicBezTo>
                      <a:pt x="415428" y="245812"/>
                      <a:pt x="412782" y="325187"/>
                      <a:pt x="414899" y="349529"/>
                    </a:cubicBezTo>
                    <a:cubicBezTo>
                      <a:pt x="417016" y="373871"/>
                      <a:pt x="432891" y="351646"/>
                      <a:pt x="437124" y="365404"/>
                    </a:cubicBezTo>
                    <a:cubicBezTo>
                      <a:pt x="441357" y="379162"/>
                      <a:pt x="447707" y="417792"/>
                      <a:pt x="440299" y="432079"/>
                    </a:cubicBezTo>
                    <a:cubicBezTo>
                      <a:pt x="432891" y="446366"/>
                      <a:pt x="403787" y="447954"/>
                      <a:pt x="392674" y="451129"/>
                    </a:cubicBezTo>
                    <a:cubicBezTo>
                      <a:pt x="381561" y="454304"/>
                      <a:pt x="382091" y="443191"/>
                      <a:pt x="373624" y="451129"/>
                    </a:cubicBezTo>
                    <a:cubicBezTo>
                      <a:pt x="365157" y="459066"/>
                      <a:pt x="353516" y="483408"/>
                      <a:pt x="341874" y="498754"/>
                    </a:cubicBezTo>
                    <a:cubicBezTo>
                      <a:pt x="330232" y="514100"/>
                      <a:pt x="315945" y="535267"/>
                      <a:pt x="303774" y="543204"/>
                    </a:cubicBezTo>
                    <a:cubicBezTo>
                      <a:pt x="291603" y="551141"/>
                      <a:pt x="273612" y="536325"/>
                      <a:pt x="268849" y="546379"/>
                    </a:cubicBezTo>
                    <a:cubicBezTo>
                      <a:pt x="264087" y="556433"/>
                      <a:pt x="264086" y="589771"/>
                      <a:pt x="275199" y="603529"/>
                    </a:cubicBezTo>
                    <a:cubicBezTo>
                      <a:pt x="286312" y="617287"/>
                      <a:pt x="318591" y="615171"/>
                      <a:pt x="335524" y="628929"/>
                    </a:cubicBezTo>
                    <a:cubicBezTo>
                      <a:pt x="352457" y="642687"/>
                      <a:pt x="358807" y="659621"/>
                      <a:pt x="376799" y="686079"/>
                    </a:cubicBezTo>
                    <a:cubicBezTo>
                      <a:pt x="394791" y="712537"/>
                      <a:pt x="498507" y="771275"/>
                      <a:pt x="443474" y="787679"/>
                    </a:cubicBezTo>
                    <a:cubicBezTo>
                      <a:pt x="388441" y="804083"/>
                      <a:pt x="77291" y="800379"/>
                      <a:pt x="18024" y="778154"/>
                    </a:cubicBezTo>
                    <a:close/>
                  </a:path>
                </a:pathLst>
              </a:custGeom>
              <a:solidFill>
                <a:srgbClr val="00B0F0">
                  <a:alpha val="50196"/>
                </a:srgbClr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61" name="ZoneTexte 60">
              <a:extLst>
                <a:ext uri="{FF2B5EF4-FFF2-40B4-BE49-F238E27FC236}">
                  <a16:creationId xmlns:a16="http://schemas.microsoft.com/office/drawing/2014/main" id="{D07D90D9-68A2-94F9-4F25-2A509B002AA2}"/>
                </a:ext>
              </a:extLst>
            </p:cNvPr>
            <p:cNvSpPr txBox="1"/>
            <p:nvPr/>
          </p:nvSpPr>
          <p:spPr>
            <a:xfrm>
              <a:off x="7322033" y="1274964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4AE1247D-E212-623C-AF90-ECAE4BC1A870}"/>
              </a:ext>
            </a:extLst>
          </p:cNvPr>
          <p:cNvSpPr/>
          <p:nvPr/>
        </p:nvSpPr>
        <p:spPr>
          <a:xfrm>
            <a:off x="2405395" y="3955682"/>
            <a:ext cx="1224000" cy="288000"/>
          </a:xfrm>
          <a:prstGeom prst="rect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Vendredi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74238FD-88E9-9CD1-0CF7-E631DB18178B}"/>
              </a:ext>
            </a:extLst>
          </p:cNvPr>
          <p:cNvSpPr txBox="1"/>
          <p:nvPr/>
        </p:nvSpPr>
        <p:spPr>
          <a:xfrm>
            <a:off x="2311905" y="533667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104DACC-4B56-EF51-F630-391E06F46E6C}"/>
              </a:ext>
            </a:extLst>
          </p:cNvPr>
          <p:cNvSpPr txBox="1"/>
          <p:nvPr/>
        </p:nvSpPr>
        <p:spPr>
          <a:xfrm>
            <a:off x="2560370" y="977135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CA6B78CF-565B-5408-150F-4D247BCB8976}"/>
              </a:ext>
            </a:extLst>
          </p:cNvPr>
          <p:cNvGrpSpPr/>
          <p:nvPr/>
        </p:nvGrpSpPr>
        <p:grpSpPr>
          <a:xfrm>
            <a:off x="2418526" y="372631"/>
            <a:ext cx="278415" cy="410049"/>
            <a:chOff x="4693615" y="1216747"/>
            <a:chExt cx="628062" cy="907054"/>
          </a:xfrm>
        </p:grpSpPr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A6B297F9-9041-17AE-5C34-D47D91B82143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33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B6C38848-FBD3-EE8E-F219-6798A26178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060FF644-0253-C459-23E8-F102B23B1578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2B5FD375-9443-9682-DD03-3788AC576630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C71E56D7-299C-D102-0D57-53CC561F9197}"/>
              </a:ext>
            </a:extLst>
          </p:cNvPr>
          <p:cNvGrpSpPr/>
          <p:nvPr/>
        </p:nvGrpSpPr>
        <p:grpSpPr>
          <a:xfrm>
            <a:off x="2422150" y="801430"/>
            <a:ext cx="278415" cy="410049"/>
            <a:chOff x="4693615" y="1216747"/>
            <a:chExt cx="628062" cy="907054"/>
          </a:xfrm>
        </p:grpSpPr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7AE6ED25-1060-F03F-42AD-6D41B55B5861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40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D81C0517-AE93-301A-E938-89FB2D2FDD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2" name="Forme libre : forme 41">
                <a:extLst>
                  <a:ext uri="{FF2B5EF4-FFF2-40B4-BE49-F238E27FC236}">
                    <a16:creationId xmlns:a16="http://schemas.microsoft.com/office/drawing/2014/main" id="{C2A9368E-FBEE-E43C-2F2E-7AF8D1B66284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83D1FE77-4783-A4D8-D529-4133C9A00819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sp>
        <p:nvSpPr>
          <p:cNvPr id="46" name="ZoneTexte 45">
            <a:extLst>
              <a:ext uri="{FF2B5EF4-FFF2-40B4-BE49-F238E27FC236}">
                <a16:creationId xmlns:a16="http://schemas.microsoft.com/office/drawing/2014/main" id="{CBDD2152-BFA2-18CC-B1A7-A3BE7F58F8F9}"/>
              </a:ext>
            </a:extLst>
          </p:cNvPr>
          <p:cNvSpPr txBox="1"/>
          <p:nvPr/>
        </p:nvSpPr>
        <p:spPr>
          <a:xfrm>
            <a:off x="11572984" y="502027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F1E155CE-F943-FF35-980B-8BA12AA6507B}"/>
              </a:ext>
            </a:extLst>
          </p:cNvPr>
          <p:cNvSpPr txBox="1"/>
          <p:nvPr/>
        </p:nvSpPr>
        <p:spPr>
          <a:xfrm>
            <a:off x="11347601" y="989929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15h10</a:t>
            </a:r>
          </a:p>
        </p:txBody>
      </p: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AA3CC910-8D50-DFA3-E7E5-F5F58A7E4275}"/>
              </a:ext>
            </a:extLst>
          </p:cNvPr>
          <p:cNvGrpSpPr/>
          <p:nvPr/>
        </p:nvGrpSpPr>
        <p:grpSpPr>
          <a:xfrm>
            <a:off x="11918273" y="372904"/>
            <a:ext cx="255230" cy="406122"/>
            <a:chOff x="5633373" y="1227577"/>
            <a:chExt cx="575763" cy="898368"/>
          </a:xfrm>
        </p:grpSpPr>
        <p:grpSp>
          <p:nvGrpSpPr>
            <p:cNvPr id="1026" name="Groupe 1025">
              <a:extLst>
                <a:ext uri="{FF2B5EF4-FFF2-40B4-BE49-F238E27FC236}">
                  <a16:creationId xmlns:a16="http://schemas.microsoft.com/office/drawing/2014/main" id="{14679DB7-C063-B1E1-D153-08FEF92439E3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28" name="Image 1027">
                <a:extLst>
                  <a:ext uri="{FF2B5EF4-FFF2-40B4-BE49-F238E27FC236}">
                    <a16:creationId xmlns:a16="http://schemas.microsoft.com/office/drawing/2014/main" id="{67F25EBC-213E-488E-673B-F6C806CF11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33" name="Forme libre : forme 1032">
                <a:extLst>
                  <a:ext uri="{FF2B5EF4-FFF2-40B4-BE49-F238E27FC236}">
                    <a16:creationId xmlns:a16="http://schemas.microsoft.com/office/drawing/2014/main" id="{3072FB5C-10A6-FF44-88CE-8E50DC136A3A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27" name="ZoneTexte 1026">
              <a:extLst>
                <a:ext uri="{FF2B5EF4-FFF2-40B4-BE49-F238E27FC236}">
                  <a16:creationId xmlns:a16="http://schemas.microsoft.com/office/drawing/2014/main" id="{76B2A417-E809-8A09-603A-6C04E86DDE94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042" name="Groupe 1041">
            <a:extLst>
              <a:ext uri="{FF2B5EF4-FFF2-40B4-BE49-F238E27FC236}">
                <a16:creationId xmlns:a16="http://schemas.microsoft.com/office/drawing/2014/main" id="{3CD085EF-E0FA-E2CA-9070-3A30A0F5ABD5}"/>
              </a:ext>
            </a:extLst>
          </p:cNvPr>
          <p:cNvGrpSpPr/>
          <p:nvPr/>
        </p:nvGrpSpPr>
        <p:grpSpPr>
          <a:xfrm>
            <a:off x="11903820" y="782552"/>
            <a:ext cx="255230" cy="406122"/>
            <a:chOff x="5633373" y="1227577"/>
            <a:chExt cx="575763" cy="898368"/>
          </a:xfrm>
        </p:grpSpPr>
        <p:grpSp>
          <p:nvGrpSpPr>
            <p:cNvPr id="1046" name="Groupe 1045">
              <a:extLst>
                <a:ext uri="{FF2B5EF4-FFF2-40B4-BE49-F238E27FC236}">
                  <a16:creationId xmlns:a16="http://schemas.microsoft.com/office/drawing/2014/main" id="{6D7D14FA-0272-CAC6-0520-699EA37BB913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49" name="Image 1048">
                <a:extLst>
                  <a:ext uri="{FF2B5EF4-FFF2-40B4-BE49-F238E27FC236}">
                    <a16:creationId xmlns:a16="http://schemas.microsoft.com/office/drawing/2014/main" id="{98D98D3F-870B-8294-D214-75459CC4FC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52" name="Forme libre : forme 1051">
                <a:extLst>
                  <a:ext uri="{FF2B5EF4-FFF2-40B4-BE49-F238E27FC236}">
                    <a16:creationId xmlns:a16="http://schemas.microsoft.com/office/drawing/2014/main" id="{2F5DEBAB-3BBA-0624-C78C-F28936B67E26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48" name="ZoneTexte 1047">
              <a:extLst>
                <a:ext uri="{FF2B5EF4-FFF2-40B4-BE49-F238E27FC236}">
                  <a16:creationId xmlns:a16="http://schemas.microsoft.com/office/drawing/2014/main" id="{D79E05C8-CD30-D008-5868-A5CC59A1BD54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063" name="Groupe 1062">
            <a:extLst>
              <a:ext uri="{FF2B5EF4-FFF2-40B4-BE49-F238E27FC236}">
                <a16:creationId xmlns:a16="http://schemas.microsoft.com/office/drawing/2014/main" id="{66754268-8CF5-35CC-5720-2BE2C118C072}"/>
              </a:ext>
            </a:extLst>
          </p:cNvPr>
          <p:cNvGrpSpPr/>
          <p:nvPr/>
        </p:nvGrpSpPr>
        <p:grpSpPr>
          <a:xfrm>
            <a:off x="3297023" y="1490935"/>
            <a:ext cx="278415" cy="410049"/>
            <a:chOff x="4693615" y="1216747"/>
            <a:chExt cx="628062" cy="907054"/>
          </a:xfrm>
        </p:grpSpPr>
        <p:grpSp>
          <p:nvGrpSpPr>
            <p:cNvPr id="1064" name="Groupe 1063">
              <a:extLst>
                <a:ext uri="{FF2B5EF4-FFF2-40B4-BE49-F238E27FC236}">
                  <a16:creationId xmlns:a16="http://schemas.microsoft.com/office/drawing/2014/main" id="{677E5E68-55B4-2ABD-6706-3306CF75DDD7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066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75D31284-5C7E-E746-D818-65F0387B0F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7" name="Forme libre : forme 1066">
                <a:extLst>
                  <a:ext uri="{FF2B5EF4-FFF2-40B4-BE49-F238E27FC236}">
                    <a16:creationId xmlns:a16="http://schemas.microsoft.com/office/drawing/2014/main" id="{4388CDDA-EDDB-A7A4-C73B-C7DB00E0FE4D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65" name="ZoneTexte 1064">
              <a:extLst>
                <a:ext uri="{FF2B5EF4-FFF2-40B4-BE49-F238E27FC236}">
                  <a16:creationId xmlns:a16="http://schemas.microsoft.com/office/drawing/2014/main" id="{A68B7996-3EEF-65A7-126F-7B1C6EA5F79C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068" name="Groupe 1067">
            <a:extLst>
              <a:ext uri="{FF2B5EF4-FFF2-40B4-BE49-F238E27FC236}">
                <a16:creationId xmlns:a16="http://schemas.microsoft.com/office/drawing/2014/main" id="{BB45308F-C433-3814-3E04-E80413751BD2}"/>
              </a:ext>
            </a:extLst>
          </p:cNvPr>
          <p:cNvGrpSpPr/>
          <p:nvPr/>
        </p:nvGrpSpPr>
        <p:grpSpPr>
          <a:xfrm>
            <a:off x="3660655" y="1494941"/>
            <a:ext cx="255230" cy="406122"/>
            <a:chOff x="5633373" y="1227577"/>
            <a:chExt cx="575763" cy="898368"/>
          </a:xfrm>
        </p:grpSpPr>
        <p:grpSp>
          <p:nvGrpSpPr>
            <p:cNvPr id="1069" name="Groupe 1068">
              <a:extLst>
                <a:ext uri="{FF2B5EF4-FFF2-40B4-BE49-F238E27FC236}">
                  <a16:creationId xmlns:a16="http://schemas.microsoft.com/office/drawing/2014/main" id="{02801CA7-312A-AE03-2CCB-FB1036C747E4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71" name="Image 1070">
                <a:extLst>
                  <a:ext uri="{FF2B5EF4-FFF2-40B4-BE49-F238E27FC236}">
                    <a16:creationId xmlns:a16="http://schemas.microsoft.com/office/drawing/2014/main" id="{9A5484F6-D323-6383-C1F5-A23808F231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72" name="Forme libre : forme 1071">
                <a:extLst>
                  <a:ext uri="{FF2B5EF4-FFF2-40B4-BE49-F238E27FC236}">
                    <a16:creationId xmlns:a16="http://schemas.microsoft.com/office/drawing/2014/main" id="{A4D85E8F-17C3-3A45-5978-C77483B441A5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70" name="ZoneTexte 1069">
              <a:extLst>
                <a:ext uri="{FF2B5EF4-FFF2-40B4-BE49-F238E27FC236}">
                  <a16:creationId xmlns:a16="http://schemas.microsoft.com/office/drawing/2014/main" id="{AB9F1A81-A989-3D36-9FE3-DDA9A982B8FE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073" name="Groupe 1072">
            <a:extLst>
              <a:ext uri="{FF2B5EF4-FFF2-40B4-BE49-F238E27FC236}">
                <a16:creationId xmlns:a16="http://schemas.microsoft.com/office/drawing/2014/main" id="{50970A7F-DA83-F1EE-0130-F6B413927C47}"/>
              </a:ext>
            </a:extLst>
          </p:cNvPr>
          <p:cNvGrpSpPr/>
          <p:nvPr/>
        </p:nvGrpSpPr>
        <p:grpSpPr>
          <a:xfrm>
            <a:off x="3983236" y="1486700"/>
            <a:ext cx="274344" cy="408589"/>
            <a:chOff x="6389138" y="1222598"/>
            <a:chExt cx="618881" cy="903824"/>
          </a:xfrm>
        </p:grpSpPr>
        <p:grpSp>
          <p:nvGrpSpPr>
            <p:cNvPr id="1074" name="Groupe 1073">
              <a:extLst>
                <a:ext uri="{FF2B5EF4-FFF2-40B4-BE49-F238E27FC236}">
                  <a16:creationId xmlns:a16="http://schemas.microsoft.com/office/drawing/2014/main" id="{30261CDE-BF02-B8C2-8A0C-604A454A15BC}"/>
                </a:ext>
              </a:extLst>
            </p:cNvPr>
            <p:cNvGrpSpPr/>
            <p:nvPr/>
          </p:nvGrpSpPr>
          <p:grpSpPr>
            <a:xfrm>
              <a:off x="6389138" y="1222598"/>
              <a:ext cx="618881" cy="903824"/>
              <a:chOff x="6389138" y="1222598"/>
              <a:chExt cx="618881" cy="903824"/>
            </a:xfrm>
          </p:grpSpPr>
          <p:pic>
            <p:nvPicPr>
              <p:cNvPr id="1076" name="Picture 6" descr="Illustration de chauffeur d'autobus scolaire. | Vecteur Premium">
                <a:extLst>
                  <a:ext uri="{FF2B5EF4-FFF2-40B4-BE49-F238E27FC236}">
                    <a16:creationId xmlns:a16="http://schemas.microsoft.com/office/drawing/2014/main" id="{00AE5A1D-8C0C-E5BF-43FC-01E0A0C945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10000" b="90000" l="10000" r="90000">
                            <a14:foregroundMark x1="69169" y1="10064" x2="69169" y2="10064"/>
                            <a14:backgroundMark x1="50799" y1="13419" x2="42492" y2="96645"/>
                            <a14:backgroundMark x1="42492" y1="96645" x2="42492" y2="96645"/>
                            <a14:backgroundMark x1="55112" y1="11022" x2="54792" y2="77636"/>
                            <a14:backgroundMark x1="57188" y1="72684" x2="57188" y2="72684"/>
                            <a14:backgroundMark x1="57508" y1="72364" x2="59105" y2="81310"/>
                            <a14:backgroundMark x1="65176" y1="73003" x2="65815" y2="78275"/>
                            <a14:backgroundMark x1="65495" y1="68371" x2="66134" y2="69649"/>
                            <a14:backgroundMark x1="77476" y1="66613" x2="80831" y2="79073"/>
                            <a14:backgroundMark x1="77796" y1="70607" x2="77796" y2="84345"/>
                            <a14:backgroundMark x1="75879" y1="80671" x2="75879" y2="80671"/>
                            <a14:backgroundMark x1="74760" y1="76358" x2="75399" y2="81949"/>
                            <a14:backgroundMark x1="75080" y1="82268" x2="74441" y2="84026"/>
                            <a14:backgroundMark x1="74121" y1="83067" x2="74121" y2="77955"/>
                            <a14:backgroundMark x1="78115" y1="66933" x2="79553" y2="62620"/>
                            <a14:backgroundMark x1="79073" y1="59744" x2="79073" y2="59744"/>
                            <a14:backgroundMark x1="76837" y1="64058" x2="75559" y2="64058"/>
                            <a14:backgroundMark x1="75399" y1="49042" x2="75559" y2="53355"/>
                            <a14:backgroundMark x1="77476" y1="40735" x2="77476" y2="40735"/>
                            <a14:backgroundMark x1="83546" y1="35304" x2="82109" y2="43610"/>
                            <a14:backgroundMark x1="56550" y1="31949" x2="56550" y2="31949"/>
                            <a14:backgroundMark x1="58147" y1="32748" x2="58147" y2="32748"/>
                            <a14:backgroundMark x1="56869" y1="30351" x2="57508" y2="36741"/>
                            <a14:backgroundMark x1="57508" y1="30351" x2="58147" y2="31310"/>
                            <a14:backgroundMark x1="58147" y1="31310" x2="58147" y2="32588"/>
                            <a14:backgroundMark x1="58147" y1="32588" x2="58147" y2="32588"/>
                            <a14:backgroundMark x1="57827" y1="47604" x2="56070" y2="56390"/>
                            <a14:backgroundMark x1="58786" y1="48722" x2="60064" y2="54313"/>
                            <a14:backgroundMark x1="60064" y1="53994" x2="60064" y2="53994"/>
                            <a14:backgroundMark x1="60064" y1="50958" x2="61182" y2="50958"/>
                            <a14:backgroundMark x1="61182" y1="50958" x2="61182" y2="509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91" r="10388" b="44795"/>
              <a:stretch/>
            </p:blipFill>
            <p:spPr bwMode="auto">
              <a:xfrm>
                <a:off x="6389138" y="1222598"/>
                <a:ext cx="618881" cy="900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77" name="Forme libre : forme 1076">
                <a:extLst>
                  <a:ext uri="{FF2B5EF4-FFF2-40B4-BE49-F238E27FC236}">
                    <a16:creationId xmlns:a16="http://schemas.microsoft.com/office/drawing/2014/main" id="{209D693E-A695-63E3-B45F-0FC2F30D962B}"/>
                  </a:ext>
                </a:extLst>
              </p:cNvPr>
              <p:cNvSpPr/>
              <p:nvPr/>
            </p:nvSpPr>
            <p:spPr>
              <a:xfrm>
                <a:off x="6459846" y="1340173"/>
                <a:ext cx="469806" cy="786249"/>
              </a:xfrm>
              <a:custGeom>
                <a:avLst/>
                <a:gdLst>
                  <a:gd name="connsiteX0" fmla="*/ 62142 w 469806"/>
                  <a:gd name="connsiteY0" fmla="*/ 780016 h 786249"/>
                  <a:gd name="connsiteX1" fmla="*/ 103417 w 469806"/>
                  <a:gd name="connsiteY1" fmla="*/ 694291 h 786249"/>
                  <a:gd name="connsiteX2" fmla="*/ 87542 w 469806"/>
                  <a:gd name="connsiteY2" fmla="*/ 624441 h 786249"/>
                  <a:gd name="connsiteX3" fmla="*/ 122467 w 469806"/>
                  <a:gd name="connsiteY3" fmla="*/ 513316 h 786249"/>
                  <a:gd name="connsiteX4" fmla="*/ 39917 w 469806"/>
                  <a:gd name="connsiteY4" fmla="*/ 487916 h 786249"/>
                  <a:gd name="connsiteX5" fmla="*/ 65317 w 469806"/>
                  <a:gd name="connsiteY5" fmla="*/ 237091 h 786249"/>
                  <a:gd name="connsiteX6" fmla="*/ 27217 w 469806"/>
                  <a:gd name="connsiteY6" fmla="*/ 198991 h 786249"/>
                  <a:gd name="connsiteX7" fmla="*/ 1817 w 469806"/>
                  <a:gd name="connsiteY7" fmla="*/ 62466 h 786249"/>
                  <a:gd name="connsiteX8" fmla="*/ 78017 w 469806"/>
                  <a:gd name="connsiteY8" fmla="*/ 2141 h 786249"/>
                  <a:gd name="connsiteX9" fmla="*/ 246292 w 469806"/>
                  <a:gd name="connsiteY9" fmla="*/ 21191 h 786249"/>
                  <a:gd name="connsiteX10" fmla="*/ 395517 w 469806"/>
                  <a:gd name="connsiteY10" fmla="*/ 94216 h 786249"/>
                  <a:gd name="connsiteX11" fmla="*/ 443142 w 469806"/>
                  <a:gd name="connsiteY11" fmla="*/ 173591 h 786249"/>
                  <a:gd name="connsiteX12" fmla="*/ 395517 w 469806"/>
                  <a:gd name="connsiteY12" fmla="*/ 214866 h 786249"/>
                  <a:gd name="connsiteX13" fmla="*/ 420917 w 469806"/>
                  <a:gd name="connsiteY13" fmla="*/ 303766 h 786249"/>
                  <a:gd name="connsiteX14" fmla="*/ 411392 w 469806"/>
                  <a:gd name="connsiteY14" fmla="*/ 484741 h 786249"/>
                  <a:gd name="connsiteX15" fmla="*/ 306617 w 469806"/>
                  <a:gd name="connsiteY15" fmla="*/ 526016 h 786249"/>
                  <a:gd name="connsiteX16" fmla="*/ 401867 w 469806"/>
                  <a:gd name="connsiteY16" fmla="*/ 605391 h 786249"/>
                  <a:gd name="connsiteX17" fmla="*/ 468542 w 469806"/>
                  <a:gd name="connsiteY17" fmla="*/ 716516 h 786249"/>
                  <a:gd name="connsiteX18" fmla="*/ 411392 w 469806"/>
                  <a:gd name="connsiteY18" fmla="*/ 773666 h 786249"/>
                  <a:gd name="connsiteX19" fmla="*/ 62142 w 469806"/>
                  <a:gd name="connsiteY19" fmla="*/ 780016 h 78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69806" h="786249">
                    <a:moveTo>
                      <a:pt x="62142" y="780016"/>
                    </a:moveTo>
                    <a:cubicBezTo>
                      <a:pt x="10813" y="766787"/>
                      <a:pt x="99184" y="720220"/>
                      <a:pt x="103417" y="694291"/>
                    </a:cubicBezTo>
                    <a:cubicBezTo>
                      <a:pt x="107650" y="668362"/>
                      <a:pt x="84367" y="654604"/>
                      <a:pt x="87542" y="624441"/>
                    </a:cubicBezTo>
                    <a:cubicBezTo>
                      <a:pt x="90717" y="594278"/>
                      <a:pt x="130405" y="536070"/>
                      <a:pt x="122467" y="513316"/>
                    </a:cubicBezTo>
                    <a:cubicBezTo>
                      <a:pt x="114530" y="490562"/>
                      <a:pt x="49442" y="533953"/>
                      <a:pt x="39917" y="487916"/>
                    </a:cubicBezTo>
                    <a:cubicBezTo>
                      <a:pt x="30392" y="441878"/>
                      <a:pt x="67434" y="285245"/>
                      <a:pt x="65317" y="237091"/>
                    </a:cubicBezTo>
                    <a:cubicBezTo>
                      <a:pt x="63200" y="188937"/>
                      <a:pt x="37800" y="228095"/>
                      <a:pt x="27217" y="198991"/>
                    </a:cubicBezTo>
                    <a:cubicBezTo>
                      <a:pt x="16634" y="169887"/>
                      <a:pt x="-6650" y="95274"/>
                      <a:pt x="1817" y="62466"/>
                    </a:cubicBezTo>
                    <a:cubicBezTo>
                      <a:pt x="10284" y="29658"/>
                      <a:pt x="37271" y="9020"/>
                      <a:pt x="78017" y="2141"/>
                    </a:cubicBezTo>
                    <a:cubicBezTo>
                      <a:pt x="118763" y="-4738"/>
                      <a:pt x="193375" y="5845"/>
                      <a:pt x="246292" y="21191"/>
                    </a:cubicBezTo>
                    <a:cubicBezTo>
                      <a:pt x="299209" y="36537"/>
                      <a:pt x="362709" y="68816"/>
                      <a:pt x="395517" y="94216"/>
                    </a:cubicBezTo>
                    <a:cubicBezTo>
                      <a:pt x="428325" y="119616"/>
                      <a:pt x="443142" y="153483"/>
                      <a:pt x="443142" y="173591"/>
                    </a:cubicBezTo>
                    <a:cubicBezTo>
                      <a:pt x="443142" y="193699"/>
                      <a:pt x="399221" y="193170"/>
                      <a:pt x="395517" y="214866"/>
                    </a:cubicBezTo>
                    <a:cubicBezTo>
                      <a:pt x="391813" y="236562"/>
                      <a:pt x="418271" y="258787"/>
                      <a:pt x="420917" y="303766"/>
                    </a:cubicBezTo>
                    <a:cubicBezTo>
                      <a:pt x="423563" y="348745"/>
                      <a:pt x="430442" y="447699"/>
                      <a:pt x="411392" y="484741"/>
                    </a:cubicBezTo>
                    <a:cubicBezTo>
                      <a:pt x="392342" y="521783"/>
                      <a:pt x="308205" y="505908"/>
                      <a:pt x="306617" y="526016"/>
                    </a:cubicBezTo>
                    <a:cubicBezTo>
                      <a:pt x="305030" y="546124"/>
                      <a:pt x="374880" y="573641"/>
                      <a:pt x="401867" y="605391"/>
                    </a:cubicBezTo>
                    <a:cubicBezTo>
                      <a:pt x="428854" y="637141"/>
                      <a:pt x="466955" y="688470"/>
                      <a:pt x="468542" y="716516"/>
                    </a:cubicBezTo>
                    <a:cubicBezTo>
                      <a:pt x="470129" y="744562"/>
                      <a:pt x="479125" y="764670"/>
                      <a:pt x="411392" y="773666"/>
                    </a:cubicBezTo>
                    <a:cubicBezTo>
                      <a:pt x="343659" y="782662"/>
                      <a:pt x="113471" y="793245"/>
                      <a:pt x="62142" y="780016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75" name="ZoneTexte 1074">
              <a:extLst>
                <a:ext uri="{FF2B5EF4-FFF2-40B4-BE49-F238E27FC236}">
                  <a16:creationId xmlns:a16="http://schemas.microsoft.com/office/drawing/2014/main" id="{3B0E5486-7FC3-3716-DA6E-AA95C97EB12E}"/>
                </a:ext>
              </a:extLst>
            </p:cNvPr>
            <p:cNvSpPr txBox="1"/>
            <p:nvPr/>
          </p:nvSpPr>
          <p:spPr>
            <a:xfrm>
              <a:off x="6463787" y="1281364"/>
              <a:ext cx="393279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grpSp>
        <p:nvGrpSpPr>
          <p:cNvPr id="1078" name="Groupe 1077">
            <a:extLst>
              <a:ext uri="{FF2B5EF4-FFF2-40B4-BE49-F238E27FC236}">
                <a16:creationId xmlns:a16="http://schemas.microsoft.com/office/drawing/2014/main" id="{4DE21297-AE2C-35A5-7EE2-9487FF270669}"/>
              </a:ext>
            </a:extLst>
          </p:cNvPr>
          <p:cNvGrpSpPr/>
          <p:nvPr/>
        </p:nvGrpSpPr>
        <p:grpSpPr>
          <a:xfrm>
            <a:off x="4333442" y="1505025"/>
            <a:ext cx="308831" cy="385251"/>
            <a:chOff x="7205187" y="1274964"/>
            <a:chExt cx="696677" cy="852197"/>
          </a:xfrm>
        </p:grpSpPr>
        <p:grpSp>
          <p:nvGrpSpPr>
            <p:cNvPr id="1079" name="Groupe 1078">
              <a:extLst>
                <a:ext uri="{FF2B5EF4-FFF2-40B4-BE49-F238E27FC236}">
                  <a16:creationId xmlns:a16="http://schemas.microsoft.com/office/drawing/2014/main" id="{41EC5136-F21C-6971-577D-3B68037FC36B}"/>
                </a:ext>
              </a:extLst>
            </p:cNvPr>
            <p:cNvGrpSpPr/>
            <p:nvPr/>
          </p:nvGrpSpPr>
          <p:grpSpPr>
            <a:xfrm>
              <a:off x="7205187" y="1310923"/>
              <a:ext cx="696677" cy="816238"/>
              <a:chOff x="6683949" y="1330684"/>
              <a:chExt cx="696677" cy="816238"/>
            </a:xfrm>
          </p:grpSpPr>
          <p:pic>
            <p:nvPicPr>
              <p:cNvPr id="1081" name="Picture 2" descr="Illustration De Vecteur De Chauffeur D'autobus Scolaire Illustration de  Vecteur - Illustration of ville, homme: 87254230">
                <a:extLst>
                  <a:ext uri="{FF2B5EF4-FFF2-40B4-BE49-F238E27FC236}">
                    <a16:creationId xmlns:a16="http://schemas.microsoft.com/office/drawing/2014/main" id="{05AFD142-AB04-9342-7F05-61C108A937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5444" b="90000" l="9763" r="89974">
                            <a14:foregroundMark x1="67150" y1="8889" x2="67150" y2="8889"/>
                            <a14:foregroundMark x1="68470" y1="5444" x2="68470" y2="5444"/>
                            <a14:foregroundMark x1="73747" y1="44444" x2="73747" y2="44444"/>
                            <a14:foregroundMark x1="70053" y1="43333" x2="70053" y2="43333"/>
                            <a14:backgroundMark x1="50396" y1="26222" x2="46042" y2="65556"/>
                            <a14:backgroundMark x1="46042" y1="65556" x2="46306" y2="66000"/>
                            <a14:backgroundMark x1="45910" y1="15222" x2="47493" y2="78667"/>
                            <a14:backgroundMark x1="50792" y1="19444" x2="50792" y2="19444"/>
                            <a14:backgroundMark x1="54222" y1="15333" x2="55805" y2="40556"/>
                            <a14:backgroundMark x1="33773" y1="16556" x2="25462" y2="66000"/>
                            <a14:backgroundMark x1="18865" y1="26222" x2="22296" y2="72111"/>
                            <a14:backgroundMark x1="20580" y1="30556" x2="30079" y2="85444"/>
                            <a14:backgroundMark x1="41161" y1="52000" x2="41293" y2="84444"/>
                            <a14:backgroundMark x1="62137" y1="57444" x2="62269" y2="65333"/>
                            <a14:backgroundMark x1="58971" y1="36111" x2="57124" y2="55889"/>
                            <a14:backgroundMark x1="60554" y1="41778" x2="60686" y2="44667"/>
                            <a14:backgroundMark x1="75726" y1="39889" x2="75726" y2="39889"/>
                            <a14:backgroundMark x1="76121" y1="40444" x2="76121" y2="40444"/>
                            <a14:backgroundMark x1="75989" y1="40778" x2="75989" y2="40778"/>
                            <a14:backgroundMark x1="77704" y1="39889" x2="82850" y2="42889"/>
                            <a14:backgroundMark x1="82982" y1="53778" x2="82982" y2="70889"/>
                            <a14:backgroundMark x1="60686" y1="34778" x2="61741" y2="4133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4133" b="47067"/>
              <a:stretch/>
            </p:blipFill>
            <p:spPr bwMode="auto">
              <a:xfrm>
                <a:off x="6683949" y="1330684"/>
                <a:ext cx="696677" cy="807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82" name="Forme libre : forme 1081">
                <a:extLst>
                  <a:ext uri="{FF2B5EF4-FFF2-40B4-BE49-F238E27FC236}">
                    <a16:creationId xmlns:a16="http://schemas.microsoft.com/office/drawing/2014/main" id="{6E02C36C-C8F5-0E58-DF08-88C35472BCF1}"/>
                  </a:ext>
                </a:extLst>
              </p:cNvPr>
              <p:cNvSpPr/>
              <p:nvPr/>
            </p:nvSpPr>
            <p:spPr>
              <a:xfrm>
                <a:off x="6773301" y="1349096"/>
                <a:ext cx="468960" cy="797826"/>
              </a:xfrm>
              <a:custGeom>
                <a:avLst/>
                <a:gdLst>
                  <a:gd name="connsiteX0" fmla="*/ 18024 w 468960"/>
                  <a:gd name="connsiteY0" fmla="*/ 778154 h 797826"/>
                  <a:gd name="connsiteX1" fmla="*/ 87874 w 468960"/>
                  <a:gd name="connsiteY1" fmla="*/ 654329 h 797826"/>
                  <a:gd name="connsiteX2" fmla="*/ 170424 w 468960"/>
                  <a:gd name="connsiteY2" fmla="*/ 613054 h 797826"/>
                  <a:gd name="connsiteX3" fmla="*/ 183124 w 468960"/>
                  <a:gd name="connsiteY3" fmla="*/ 587654 h 797826"/>
                  <a:gd name="connsiteX4" fmla="*/ 183124 w 468960"/>
                  <a:gd name="connsiteY4" fmla="*/ 555904 h 797826"/>
                  <a:gd name="connsiteX5" fmla="*/ 116449 w 468960"/>
                  <a:gd name="connsiteY5" fmla="*/ 527329 h 797826"/>
                  <a:gd name="connsiteX6" fmla="*/ 91049 w 468960"/>
                  <a:gd name="connsiteY6" fmla="*/ 235229 h 797826"/>
                  <a:gd name="connsiteX7" fmla="*/ 65649 w 468960"/>
                  <a:gd name="connsiteY7" fmla="*/ 228879 h 797826"/>
                  <a:gd name="connsiteX8" fmla="*/ 33899 w 468960"/>
                  <a:gd name="connsiteY8" fmla="*/ 197129 h 797826"/>
                  <a:gd name="connsiteX9" fmla="*/ 49774 w 468960"/>
                  <a:gd name="connsiteY9" fmla="*/ 181254 h 797826"/>
                  <a:gd name="connsiteX10" fmla="*/ 30724 w 468960"/>
                  <a:gd name="connsiteY10" fmla="*/ 60604 h 797826"/>
                  <a:gd name="connsiteX11" fmla="*/ 173599 w 468960"/>
                  <a:gd name="connsiteY11" fmla="*/ 279 h 797826"/>
                  <a:gd name="connsiteX12" fmla="*/ 411724 w 468960"/>
                  <a:gd name="connsiteY12" fmla="*/ 82829 h 797826"/>
                  <a:gd name="connsiteX13" fmla="*/ 468874 w 468960"/>
                  <a:gd name="connsiteY13" fmla="*/ 190779 h 797826"/>
                  <a:gd name="connsiteX14" fmla="*/ 424424 w 468960"/>
                  <a:gd name="connsiteY14" fmla="*/ 219354 h 797826"/>
                  <a:gd name="connsiteX15" fmla="*/ 414899 w 468960"/>
                  <a:gd name="connsiteY15" fmla="*/ 349529 h 797826"/>
                  <a:gd name="connsiteX16" fmla="*/ 437124 w 468960"/>
                  <a:gd name="connsiteY16" fmla="*/ 365404 h 797826"/>
                  <a:gd name="connsiteX17" fmla="*/ 440299 w 468960"/>
                  <a:gd name="connsiteY17" fmla="*/ 432079 h 797826"/>
                  <a:gd name="connsiteX18" fmla="*/ 392674 w 468960"/>
                  <a:gd name="connsiteY18" fmla="*/ 451129 h 797826"/>
                  <a:gd name="connsiteX19" fmla="*/ 373624 w 468960"/>
                  <a:gd name="connsiteY19" fmla="*/ 451129 h 797826"/>
                  <a:gd name="connsiteX20" fmla="*/ 341874 w 468960"/>
                  <a:gd name="connsiteY20" fmla="*/ 498754 h 797826"/>
                  <a:gd name="connsiteX21" fmla="*/ 303774 w 468960"/>
                  <a:gd name="connsiteY21" fmla="*/ 543204 h 797826"/>
                  <a:gd name="connsiteX22" fmla="*/ 268849 w 468960"/>
                  <a:gd name="connsiteY22" fmla="*/ 546379 h 797826"/>
                  <a:gd name="connsiteX23" fmla="*/ 275199 w 468960"/>
                  <a:gd name="connsiteY23" fmla="*/ 603529 h 797826"/>
                  <a:gd name="connsiteX24" fmla="*/ 335524 w 468960"/>
                  <a:gd name="connsiteY24" fmla="*/ 628929 h 797826"/>
                  <a:gd name="connsiteX25" fmla="*/ 376799 w 468960"/>
                  <a:gd name="connsiteY25" fmla="*/ 686079 h 797826"/>
                  <a:gd name="connsiteX26" fmla="*/ 443474 w 468960"/>
                  <a:gd name="connsiteY26" fmla="*/ 787679 h 797826"/>
                  <a:gd name="connsiteX27" fmla="*/ 18024 w 468960"/>
                  <a:gd name="connsiteY27" fmla="*/ 778154 h 79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8960" h="797826">
                    <a:moveTo>
                      <a:pt x="18024" y="778154"/>
                    </a:moveTo>
                    <a:cubicBezTo>
                      <a:pt x="-41243" y="755929"/>
                      <a:pt x="62474" y="681846"/>
                      <a:pt x="87874" y="654329"/>
                    </a:cubicBezTo>
                    <a:cubicBezTo>
                      <a:pt x="113274" y="626812"/>
                      <a:pt x="154549" y="624166"/>
                      <a:pt x="170424" y="613054"/>
                    </a:cubicBezTo>
                    <a:cubicBezTo>
                      <a:pt x="186299" y="601941"/>
                      <a:pt x="181007" y="597179"/>
                      <a:pt x="183124" y="587654"/>
                    </a:cubicBezTo>
                    <a:cubicBezTo>
                      <a:pt x="185241" y="578129"/>
                      <a:pt x="194236" y="565958"/>
                      <a:pt x="183124" y="555904"/>
                    </a:cubicBezTo>
                    <a:cubicBezTo>
                      <a:pt x="172012" y="545850"/>
                      <a:pt x="131795" y="580775"/>
                      <a:pt x="116449" y="527329"/>
                    </a:cubicBezTo>
                    <a:cubicBezTo>
                      <a:pt x="101103" y="473883"/>
                      <a:pt x="99516" y="284971"/>
                      <a:pt x="91049" y="235229"/>
                    </a:cubicBezTo>
                    <a:cubicBezTo>
                      <a:pt x="82582" y="185487"/>
                      <a:pt x="75174" y="235229"/>
                      <a:pt x="65649" y="228879"/>
                    </a:cubicBezTo>
                    <a:cubicBezTo>
                      <a:pt x="56124" y="222529"/>
                      <a:pt x="36545" y="205066"/>
                      <a:pt x="33899" y="197129"/>
                    </a:cubicBezTo>
                    <a:cubicBezTo>
                      <a:pt x="31253" y="189192"/>
                      <a:pt x="50303" y="204008"/>
                      <a:pt x="49774" y="181254"/>
                    </a:cubicBezTo>
                    <a:cubicBezTo>
                      <a:pt x="49245" y="158500"/>
                      <a:pt x="10087" y="90766"/>
                      <a:pt x="30724" y="60604"/>
                    </a:cubicBezTo>
                    <a:cubicBezTo>
                      <a:pt x="51361" y="30442"/>
                      <a:pt x="110099" y="-3425"/>
                      <a:pt x="173599" y="279"/>
                    </a:cubicBezTo>
                    <a:cubicBezTo>
                      <a:pt x="237099" y="3983"/>
                      <a:pt x="362512" y="51079"/>
                      <a:pt x="411724" y="82829"/>
                    </a:cubicBezTo>
                    <a:cubicBezTo>
                      <a:pt x="460937" y="114579"/>
                      <a:pt x="466757" y="168025"/>
                      <a:pt x="468874" y="190779"/>
                    </a:cubicBezTo>
                    <a:cubicBezTo>
                      <a:pt x="470991" y="213533"/>
                      <a:pt x="433420" y="192896"/>
                      <a:pt x="424424" y="219354"/>
                    </a:cubicBezTo>
                    <a:cubicBezTo>
                      <a:pt x="415428" y="245812"/>
                      <a:pt x="412782" y="325187"/>
                      <a:pt x="414899" y="349529"/>
                    </a:cubicBezTo>
                    <a:cubicBezTo>
                      <a:pt x="417016" y="373871"/>
                      <a:pt x="432891" y="351646"/>
                      <a:pt x="437124" y="365404"/>
                    </a:cubicBezTo>
                    <a:cubicBezTo>
                      <a:pt x="441357" y="379162"/>
                      <a:pt x="447707" y="417792"/>
                      <a:pt x="440299" y="432079"/>
                    </a:cubicBezTo>
                    <a:cubicBezTo>
                      <a:pt x="432891" y="446366"/>
                      <a:pt x="403787" y="447954"/>
                      <a:pt x="392674" y="451129"/>
                    </a:cubicBezTo>
                    <a:cubicBezTo>
                      <a:pt x="381561" y="454304"/>
                      <a:pt x="382091" y="443191"/>
                      <a:pt x="373624" y="451129"/>
                    </a:cubicBezTo>
                    <a:cubicBezTo>
                      <a:pt x="365157" y="459066"/>
                      <a:pt x="353516" y="483408"/>
                      <a:pt x="341874" y="498754"/>
                    </a:cubicBezTo>
                    <a:cubicBezTo>
                      <a:pt x="330232" y="514100"/>
                      <a:pt x="315945" y="535267"/>
                      <a:pt x="303774" y="543204"/>
                    </a:cubicBezTo>
                    <a:cubicBezTo>
                      <a:pt x="291603" y="551141"/>
                      <a:pt x="273612" y="536325"/>
                      <a:pt x="268849" y="546379"/>
                    </a:cubicBezTo>
                    <a:cubicBezTo>
                      <a:pt x="264087" y="556433"/>
                      <a:pt x="264086" y="589771"/>
                      <a:pt x="275199" y="603529"/>
                    </a:cubicBezTo>
                    <a:cubicBezTo>
                      <a:pt x="286312" y="617287"/>
                      <a:pt x="318591" y="615171"/>
                      <a:pt x="335524" y="628929"/>
                    </a:cubicBezTo>
                    <a:cubicBezTo>
                      <a:pt x="352457" y="642687"/>
                      <a:pt x="358807" y="659621"/>
                      <a:pt x="376799" y="686079"/>
                    </a:cubicBezTo>
                    <a:cubicBezTo>
                      <a:pt x="394791" y="712537"/>
                      <a:pt x="498507" y="771275"/>
                      <a:pt x="443474" y="787679"/>
                    </a:cubicBezTo>
                    <a:cubicBezTo>
                      <a:pt x="388441" y="804083"/>
                      <a:pt x="77291" y="800379"/>
                      <a:pt x="18024" y="778154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80" name="ZoneTexte 1079">
              <a:extLst>
                <a:ext uri="{FF2B5EF4-FFF2-40B4-BE49-F238E27FC236}">
                  <a16:creationId xmlns:a16="http://schemas.microsoft.com/office/drawing/2014/main" id="{B6299563-7F84-2A1C-4CED-A999B29CA950}"/>
                </a:ext>
              </a:extLst>
            </p:cNvPr>
            <p:cNvSpPr txBox="1"/>
            <p:nvPr/>
          </p:nvSpPr>
          <p:spPr>
            <a:xfrm>
              <a:off x="7322033" y="1274964"/>
              <a:ext cx="393281" cy="68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1083" name="Groupe 1082">
            <a:extLst>
              <a:ext uri="{FF2B5EF4-FFF2-40B4-BE49-F238E27FC236}">
                <a16:creationId xmlns:a16="http://schemas.microsoft.com/office/drawing/2014/main" id="{CA3158D7-D258-7C71-8408-3D5C6CD5466A}"/>
              </a:ext>
            </a:extLst>
          </p:cNvPr>
          <p:cNvGrpSpPr/>
          <p:nvPr/>
        </p:nvGrpSpPr>
        <p:grpSpPr>
          <a:xfrm>
            <a:off x="4673716" y="1513266"/>
            <a:ext cx="243811" cy="379019"/>
            <a:chOff x="7966342" y="1283428"/>
            <a:chExt cx="550000" cy="838412"/>
          </a:xfrm>
        </p:grpSpPr>
        <p:grpSp>
          <p:nvGrpSpPr>
            <p:cNvPr id="1084" name="Groupe 1083">
              <a:extLst>
                <a:ext uri="{FF2B5EF4-FFF2-40B4-BE49-F238E27FC236}">
                  <a16:creationId xmlns:a16="http://schemas.microsoft.com/office/drawing/2014/main" id="{07ACC190-FD33-66F6-F799-3BAE26EA7C74}"/>
                </a:ext>
              </a:extLst>
            </p:cNvPr>
            <p:cNvGrpSpPr/>
            <p:nvPr/>
          </p:nvGrpSpPr>
          <p:grpSpPr>
            <a:xfrm>
              <a:off x="7966342" y="1283428"/>
              <a:ext cx="550000" cy="838412"/>
              <a:chOff x="7435579" y="1324618"/>
              <a:chExt cx="550000" cy="838412"/>
            </a:xfrm>
          </p:grpSpPr>
          <p:pic>
            <p:nvPicPr>
              <p:cNvPr id="1086" name="Picture 12" descr="Premium Vector | School bus driver vector illustration.">
                <a:extLst>
                  <a:ext uri="{FF2B5EF4-FFF2-40B4-BE49-F238E27FC236}">
                    <a16:creationId xmlns:a16="http://schemas.microsoft.com/office/drawing/2014/main" id="{824107E2-3CB7-0517-09FF-499BEF6ABA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backgroundMark x1="51917" y1="19169" x2="53035" y2="47764"/>
                            <a14:backgroundMark x1="53035" y1="47764" x2="49840" y2="59744"/>
                            <a14:backgroundMark x1="49840" y1="59744" x2="49840" y2="60224"/>
                            <a14:backgroundMark x1="80351" y1="41534" x2="79872" y2="42971"/>
                            <a14:backgroundMark x1="78435" y1="42492" x2="78435" y2="42492"/>
                            <a14:backgroundMark x1="76997" y1="42013" x2="80831" y2="44249"/>
                            <a14:backgroundMark x1="56869" y1="19329" x2="58307" y2="34345"/>
                            <a14:backgroundMark x1="58786" y1="34505" x2="57029" y2="53674"/>
                            <a14:backgroundMark x1="39457" y1="14377" x2="32588" y2="76677"/>
                            <a14:backgroundMark x1="42812" y1="53514" x2="43930" y2="82268"/>
                            <a14:backgroundMark x1="48722" y1="68211" x2="53355" y2="85463"/>
                            <a14:backgroundMark x1="54473" y1="67252" x2="56390" y2="79393"/>
                            <a14:backgroundMark x1="59585" y1="51438" x2="59585" y2="51438"/>
                            <a14:backgroundMark x1="62460" y1="51118" x2="62460" y2="51118"/>
                            <a14:backgroundMark x1="63578" y1="50160" x2="63578" y2="50160"/>
                            <a14:backgroundMark x1="63259" y1="51278" x2="63259" y2="51278"/>
                            <a14:backgroundMark x1="63099" y1="51597" x2="63099" y2="51597"/>
                            <a14:backgroundMark x1="57827" y1="54153" x2="56390" y2="72843"/>
                            <a14:backgroundMark x1="76677" y1="42173" x2="76677" y2="4217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239" t="10107" r="12289" b="40217"/>
              <a:stretch/>
            </p:blipFill>
            <p:spPr bwMode="auto">
              <a:xfrm>
                <a:off x="7435579" y="1324618"/>
                <a:ext cx="550000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87" name="Forme libre : forme 1086">
                <a:extLst>
                  <a:ext uri="{FF2B5EF4-FFF2-40B4-BE49-F238E27FC236}">
                    <a16:creationId xmlns:a16="http://schemas.microsoft.com/office/drawing/2014/main" id="{7C829763-90C7-1208-A003-E7D294F9E505}"/>
                  </a:ext>
                </a:extLst>
              </p:cNvPr>
              <p:cNvSpPr/>
              <p:nvPr/>
            </p:nvSpPr>
            <p:spPr>
              <a:xfrm>
                <a:off x="7511884" y="1368841"/>
                <a:ext cx="436727" cy="794189"/>
              </a:xfrm>
              <a:custGeom>
                <a:avLst/>
                <a:gdLst>
                  <a:gd name="connsiteX0" fmla="*/ 25857 w 434417"/>
                  <a:gd name="connsiteY0" fmla="*/ 771109 h 794189"/>
                  <a:gd name="connsiteX1" fmla="*/ 73482 w 434417"/>
                  <a:gd name="connsiteY1" fmla="*/ 606009 h 794189"/>
                  <a:gd name="connsiteX2" fmla="*/ 143332 w 434417"/>
                  <a:gd name="connsiteY2" fmla="*/ 548859 h 794189"/>
                  <a:gd name="connsiteX3" fmla="*/ 152857 w 434417"/>
                  <a:gd name="connsiteY3" fmla="*/ 494884 h 794189"/>
                  <a:gd name="connsiteX4" fmla="*/ 79832 w 434417"/>
                  <a:gd name="connsiteY4" fmla="*/ 425034 h 794189"/>
                  <a:gd name="connsiteX5" fmla="*/ 60782 w 434417"/>
                  <a:gd name="connsiteY5" fmla="*/ 352009 h 794189"/>
                  <a:gd name="connsiteX6" fmla="*/ 32207 w 434417"/>
                  <a:gd name="connsiteY6" fmla="*/ 285334 h 794189"/>
                  <a:gd name="connsiteX7" fmla="*/ 35382 w 434417"/>
                  <a:gd name="connsiteY7" fmla="*/ 225009 h 794189"/>
                  <a:gd name="connsiteX8" fmla="*/ 35382 w 434417"/>
                  <a:gd name="connsiteY8" fmla="*/ 186909 h 794189"/>
                  <a:gd name="connsiteX9" fmla="*/ 457 w 434417"/>
                  <a:gd name="connsiteY9" fmla="*/ 88484 h 794189"/>
                  <a:gd name="connsiteX10" fmla="*/ 63957 w 434417"/>
                  <a:gd name="connsiteY10" fmla="*/ 15459 h 794189"/>
                  <a:gd name="connsiteX11" fmla="*/ 171907 w 434417"/>
                  <a:gd name="connsiteY11" fmla="*/ 2759 h 794189"/>
                  <a:gd name="connsiteX12" fmla="*/ 321132 w 434417"/>
                  <a:gd name="connsiteY12" fmla="*/ 53559 h 794189"/>
                  <a:gd name="connsiteX13" fmla="*/ 419557 w 434417"/>
                  <a:gd name="connsiteY13" fmla="*/ 164684 h 794189"/>
                  <a:gd name="connsiteX14" fmla="*/ 356057 w 434417"/>
                  <a:gd name="connsiteY14" fmla="*/ 205959 h 794189"/>
                  <a:gd name="connsiteX15" fmla="*/ 362407 w 434417"/>
                  <a:gd name="connsiteY15" fmla="*/ 228184 h 794189"/>
                  <a:gd name="connsiteX16" fmla="*/ 384632 w 434417"/>
                  <a:gd name="connsiteY16" fmla="*/ 234534 h 794189"/>
                  <a:gd name="connsiteX17" fmla="*/ 381457 w 434417"/>
                  <a:gd name="connsiteY17" fmla="*/ 336134 h 794189"/>
                  <a:gd name="connsiteX18" fmla="*/ 346532 w 434417"/>
                  <a:gd name="connsiteY18" fmla="*/ 355184 h 794189"/>
                  <a:gd name="connsiteX19" fmla="*/ 352882 w 434417"/>
                  <a:gd name="connsiteY19" fmla="*/ 415509 h 794189"/>
                  <a:gd name="connsiteX20" fmla="*/ 283032 w 434417"/>
                  <a:gd name="connsiteY20" fmla="*/ 466309 h 794189"/>
                  <a:gd name="connsiteX21" fmla="*/ 276682 w 434417"/>
                  <a:gd name="connsiteY21" fmla="*/ 494884 h 794189"/>
                  <a:gd name="connsiteX22" fmla="*/ 365582 w 434417"/>
                  <a:gd name="connsiteY22" fmla="*/ 567909 h 794189"/>
                  <a:gd name="connsiteX23" fmla="*/ 413207 w 434417"/>
                  <a:gd name="connsiteY23" fmla="*/ 771109 h 794189"/>
                  <a:gd name="connsiteX24" fmla="*/ 25857 w 434417"/>
                  <a:gd name="connsiteY24" fmla="*/ 771109 h 794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4417" h="794189">
                    <a:moveTo>
                      <a:pt x="25857" y="771109"/>
                    </a:moveTo>
                    <a:cubicBezTo>
                      <a:pt x="-30764" y="743592"/>
                      <a:pt x="53903" y="643051"/>
                      <a:pt x="73482" y="606009"/>
                    </a:cubicBezTo>
                    <a:cubicBezTo>
                      <a:pt x="93061" y="568967"/>
                      <a:pt x="130103" y="567380"/>
                      <a:pt x="143332" y="548859"/>
                    </a:cubicBezTo>
                    <a:cubicBezTo>
                      <a:pt x="156561" y="530338"/>
                      <a:pt x="163440" y="515521"/>
                      <a:pt x="152857" y="494884"/>
                    </a:cubicBezTo>
                    <a:cubicBezTo>
                      <a:pt x="142274" y="474246"/>
                      <a:pt x="95178" y="448846"/>
                      <a:pt x="79832" y="425034"/>
                    </a:cubicBezTo>
                    <a:cubicBezTo>
                      <a:pt x="64486" y="401222"/>
                      <a:pt x="68720" y="375292"/>
                      <a:pt x="60782" y="352009"/>
                    </a:cubicBezTo>
                    <a:cubicBezTo>
                      <a:pt x="52845" y="328726"/>
                      <a:pt x="36440" y="306501"/>
                      <a:pt x="32207" y="285334"/>
                    </a:cubicBezTo>
                    <a:cubicBezTo>
                      <a:pt x="27974" y="264167"/>
                      <a:pt x="34853" y="241413"/>
                      <a:pt x="35382" y="225009"/>
                    </a:cubicBezTo>
                    <a:cubicBezTo>
                      <a:pt x="35911" y="208605"/>
                      <a:pt x="41203" y="209663"/>
                      <a:pt x="35382" y="186909"/>
                    </a:cubicBezTo>
                    <a:cubicBezTo>
                      <a:pt x="29561" y="164155"/>
                      <a:pt x="-4305" y="117059"/>
                      <a:pt x="457" y="88484"/>
                    </a:cubicBezTo>
                    <a:cubicBezTo>
                      <a:pt x="5219" y="59909"/>
                      <a:pt x="35382" y="29746"/>
                      <a:pt x="63957" y="15459"/>
                    </a:cubicBezTo>
                    <a:cubicBezTo>
                      <a:pt x="92532" y="1172"/>
                      <a:pt x="129045" y="-3591"/>
                      <a:pt x="171907" y="2759"/>
                    </a:cubicBezTo>
                    <a:cubicBezTo>
                      <a:pt x="214769" y="9109"/>
                      <a:pt x="279857" y="26572"/>
                      <a:pt x="321132" y="53559"/>
                    </a:cubicBezTo>
                    <a:cubicBezTo>
                      <a:pt x="362407" y="80546"/>
                      <a:pt x="413736" y="139284"/>
                      <a:pt x="419557" y="164684"/>
                    </a:cubicBezTo>
                    <a:cubicBezTo>
                      <a:pt x="425378" y="190084"/>
                      <a:pt x="365582" y="195376"/>
                      <a:pt x="356057" y="205959"/>
                    </a:cubicBezTo>
                    <a:cubicBezTo>
                      <a:pt x="346532" y="216542"/>
                      <a:pt x="357645" y="223422"/>
                      <a:pt x="362407" y="228184"/>
                    </a:cubicBezTo>
                    <a:cubicBezTo>
                      <a:pt x="367169" y="232946"/>
                      <a:pt x="381457" y="216542"/>
                      <a:pt x="384632" y="234534"/>
                    </a:cubicBezTo>
                    <a:cubicBezTo>
                      <a:pt x="387807" y="252526"/>
                      <a:pt x="387807" y="316026"/>
                      <a:pt x="381457" y="336134"/>
                    </a:cubicBezTo>
                    <a:cubicBezTo>
                      <a:pt x="375107" y="356242"/>
                      <a:pt x="351294" y="341955"/>
                      <a:pt x="346532" y="355184"/>
                    </a:cubicBezTo>
                    <a:cubicBezTo>
                      <a:pt x="341770" y="368413"/>
                      <a:pt x="363465" y="396988"/>
                      <a:pt x="352882" y="415509"/>
                    </a:cubicBezTo>
                    <a:cubicBezTo>
                      <a:pt x="342299" y="434030"/>
                      <a:pt x="295732" y="453080"/>
                      <a:pt x="283032" y="466309"/>
                    </a:cubicBezTo>
                    <a:cubicBezTo>
                      <a:pt x="270332" y="479538"/>
                      <a:pt x="262924" y="477951"/>
                      <a:pt x="276682" y="494884"/>
                    </a:cubicBezTo>
                    <a:cubicBezTo>
                      <a:pt x="290440" y="511817"/>
                      <a:pt x="342828" y="521872"/>
                      <a:pt x="365582" y="567909"/>
                    </a:cubicBezTo>
                    <a:cubicBezTo>
                      <a:pt x="388336" y="613946"/>
                      <a:pt x="473532" y="737242"/>
                      <a:pt x="413207" y="771109"/>
                    </a:cubicBezTo>
                    <a:cubicBezTo>
                      <a:pt x="352882" y="804976"/>
                      <a:pt x="82478" y="798626"/>
                      <a:pt x="25857" y="771109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85" name="ZoneTexte 1084">
              <a:extLst>
                <a:ext uri="{FF2B5EF4-FFF2-40B4-BE49-F238E27FC236}">
                  <a16:creationId xmlns:a16="http://schemas.microsoft.com/office/drawing/2014/main" id="{9A3BA19E-D948-0C89-CCA8-C0BF7F6D1461}"/>
                </a:ext>
              </a:extLst>
            </p:cNvPr>
            <p:cNvSpPr txBox="1"/>
            <p:nvPr/>
          </p:nvSpPr>
          <p:spPr>
            <a:xfrm>
              <a:off x="8045173" y="1301874"/>
              <a:ext cx="393280" cy="68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C8F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</p:grpSp>
      <p:grpSp>
        <p:nvGrpSpPr>
          <p:cNvPr id="1088" name="Groupe 1087">
            <a:extLst>
              <a:ext uri="{FF2B5EF4-FFF2-40B4-BE49-F238E27FC236}">
                <a16:creationId xmlns:a16="http://schemas.microsoft.com/office/drawing/2014/main" id="{2F64C9C9-B619-FFDA-45B2-ACE8C0F172E3}"/>
              </a:ext>
            </a:extLst>
          </p:cNvPr>
          <p:cNvGrpSpPr/>
          <p:nvPr/>
        </p:nvGrpSpPr>
        <p:grpSpPr>
          <a:xfrm>
            <a:off x="5003697" y="1523069"/>
            <a:ext cx="231598" cy="379318"/>
            <a:chOff x="8715520" y="1301961"/>
            <a:chExt cx="522448" cy="839073"/>
          </a:xfrm>
        </p:grpSpPr>
        <p:grpSp>
          <p:nvGrpSpPr>
            <p:cNvPr id="1089" name="Groupe 1088">
              <a:extLst>
                <a:ext uri="{FF2B5EF4-FFF2-40B4-BE49-F238E27FC236}">
                  <a16:creationId xmlns:a16="http://schemas.microsoft.com/office/drawing/2014/main" id="{CD009BE8-4D80-6725-F622-78A8CBD8F09B}"/>
                </a:ext>
              </a:extLst>
            </p:cNvPr>
            <p:cNvGrpSpPr/>
            <p:nvPr/>
          </p:nvGrpSpPr>
          <p:grpSpPr>
            <a:xfrm>
              <a:off x="8715520" y="1302671"/>
              <a:ext cx="522448" cy="838363"/>
              <a:chOff x="8184757" y="1322432"/>
              <a:chExt cx="522448" cy="838363"/>
            </a:xfrm>
          </p:grpSpPr>
          <p:pic>
            <p:nvPicPr>
              <p:cNvPr id="1091" name="Picture 10" descr="Jeune, caucasien, femelle, autobus scolaire | Vecteur Premium">
                <a:extLst>
                  <a:ext uri="{FF2B5EF4-FFF2-40B4-BE49-F238E27FC236}">
                    <a16:creationId xmlns:a16="http://schemas.microsoft.com/office/drawing/2014/main" id="{2F1204FE-FDA8-EAD1-9CB9-6F2DD2453A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>
                            <a14:backgroundMark x1="53355" y1="16773" x2="50160" y2="81949"/>
                            <a14:backgroundMark x1="50160" y1="81949" x2="50639" y2="82588"/>
                            <a14:backgroundMark x1="57348" y1="29553" x2="57348" y2="30032"/>
                            <a14:backgroundMark x1="57029" y1="37859" x2="57029" y2="38339"/>
                            <a14:backgroundMark x1="42013" y1="5112" x2="40256" y2="79073"/>
                            <a14:backgroundMark x1="54473" y1="34665" x2="61821" y2="66134"/>
                            <a14:backgroundMark x1="55591" y1="70447" x2="52875" y2="86581"/>
                            <a14:backgroundMark x1="56390" y1="60224" x2="63099" y2="77316"/>
                            <a14:backgroundMark x1="59744" y1="69968" x2="83387" y2="71246"/>
                            <a14:backgroundMark x1="52396" y1="51597" x2="52396" y2="51597"/>
                            <a14:backgroundMark x1="42173" y1="14377" x2="33067" y2="73642"/>
                            <a14:backgroundMark x1="57188" y1="25080" x2="57827" y2="30831"/>
                            <a14:backgroundMark x1="58626" y1="37540" x2="60383" y2="41693"/>
                            <a14:backgroundMark x1="33866" y1="19968" x2="29872" y2="59585"/>
                            <a14:backgroundMark x1="78594" y1="44409" x2="78594" y2="44409"/>
                            <a14:backgroundMark x1="79553" y1="44569" x2="79553" y2="44569"/>
                            <a14:backgroundMark x1="76198" y1="44888" x2="76198" y2="44888"/>
                            <a14:backgroundMark x1="75879" y1="44888" x2="75879" y2="44888"/>
                            <a14:backgroundMark x1="75879" y1="44888" x2="78754" y2="46805"/>
                            <a14:backgroundMark x1="80032" y1="49042" x2="78754" y2="47444"/>
                            <a14:backgroundMark x1="78115" y1="43930" x2="79872" y2="40575"/>
                            <a14:backgroundMark x1="75719" y1="44728" x2="75719" y2="44728"/>
                            <a14:backgroundMark x1="75559" y1="44728" x2="75559" y2="44728"/>
                            <a14:backgroundMark x1="58147" y1="31949" x2="58147" y2="31949"/>
                            <a14:backgroundMark x1="61022" y1="51597" x2="61022" y2="51597"/>
                            <a14:backgroundMark x1="62780" y1="51917" x2="62780" y2="51917"/>
                            <a14:backgroundMark x1="62780" y1="51118" x2="62780" y2="5111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056" t="10201" r="9962" b="33583"/>
              <a:stretch/>
            </p:blipFill>
            <p:spPr bwMode="auto">
              <a:xfrm>
                <a:off x="8184757" y="1322432"/>
                <a:ext cx="522448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92" name="Forme libre : forme 1091">
                <a:extLst>
                  <a:ext uri="{FF2B5EF4-FFF2-40B4-BE49-F238E27FC236}">
                    <a16:creationId xmlns:a16="http://schemas.microsoft.com/office/drawing/2014/main" id="{4EECD777-203E-639D-5A43-4AE7D677ACAF}"/>
                  </a:ext>
                </a:extLst>
              </p:cNvPr>
              <p:cNvSpPr/>
              <p:nvPr/>
            </p:nvSpPr>
            <p:spPr>
              <a:xfrm>
                <a:off x="8246047" y="1349635"/>
                <a:ext cx="421861" cy="811160"/>
              </a:xfrm>
              <a:custGeom>
                <a:avLst/>
                <a:gdLst>
                  <a:gd name="connsiteX0" fmla="*/ 54991 w 421861"/>
                  <a:gd name="connsiteY0" fmla="*/ 788728 h 811160"/>
                  <a:gd name="connsiteX1" fmla="*/ 71659 w 421861"/>
                  <a:gd name="connsiteY1" fmla="*/ 562509 h 811160"/>
                  <a:gd name="connsiteX2" fmla="*/ 121666 w 421861"/>
                  <a:gd name="connsiteY2" fmla="*/ 538696 h 811160"/>
                  <a:gd name="connsiteX3" fmla="*/ 131191 w 421861"/>
                  <a:gd name="connsiteY3" fmla="*/ 479165 h 811160"/>
                  <a:gd name="connsiteX4" fmla="*/ 71659 w 421861"/>
                  <a:gd name="connsiteY4" fmla="*/ 410109 h 811160"/>
                  <a:gd name="connsiteX5" fmla="*/ 62134 w 421861"/>
                  <a:gd name="connsiteY5" fmla="*/ 341053 h 811160"/>
                  <a:gd name="connsiteX6" fmla="*/ 12128 w 421861"/>
                  <a:gd name="connsiteY6" fmla="*/ 279140 h 811160"/>
                  <a:gd name="connsiteX7" fmla="*/ 12128 w 421861"/>
                  <a:gd name="connsiteY7" fmla="*/ 171984 h 811160"/>
                  <a:gd name="connsiteX8" fmla="*/ 222 w 421861"/>
                  <a:gd name="connsiteY8" fmla="*/ 86259 h 811160"/>
                  <a:gd name="connsiteX9" fmla="*/ 24034 w 421861"/>
                  <a:gd name="connsiteY9" fmla="*/ 33871 h 811160"/>
                  <a:gd name="connsiteX10" fmla="*/ 83566 w 421861"/>
                  <a:gd name="connsiteY10" fmla="*/ 534 h 811160"/>
                  <a:gd name="connsiteX11" fmla="*/ 338359 w 421861"/>
                  <a:gd name="connsiteY11" fmla="*/ 60065 h 811160"/>
                  <a:gd name="connsiteX12" fmla="*/ 421703 w 421861"/>
                  <a:gd name="connsiteY12" fmla="*/ 176746 h 811160"/>
                  <a:gd name="connsiteX13" fmla="*/ 359791 w 421861"/>
                  <a:gd name="connsiteY13" fmla="*/ 205321 h 811160"/>
                  <a:gd name="connsiteX14" fmla="*/ 376459 w 421861"/>
                  <a:gd name="connsiteY14" fmla="*/ 210084 h 811160"/>
                  <a:gd name="connsiteX15" fmla="*/ 369316 w 421861"/>
                  <a:gd name="connsiteY15" fmla="*/ 271996 h 811160"/>
                  <a:gd name="connsiteX16" fmla="*/ 364553 w 421861"/>
                  <a:gd name="connsiteY16" fmla="*/ 379153 h 811160"/>
                  <a:gd name="connsiteX17" fmla="*/ 316928 w 421861"/>
                  <a:gd name="connsiteY17" fmla="*/ 362484 h 811160"/>
                  <a:gd name="connsiteX18" fmla="*/ 305022 w 421861"/>
                  <a:gd name="connsiteY18" fmla="*/ 414871 h 811160"/>
                  <a:gd name="connsiteX19" fmla="*/ 250253 w 421861"/>
                  <a:gd name="connsiteY19" fmla="*/ 467259 h 811160"/>
                  <a:gd name="connsiteX20" fmla="*/ 269303 w 421861"/>
                  <a:gd name="connsiteY20" fmla="*/ 495834 h 811160"/>
                  <a:gd name="connsiteX21" fmla="*/ 359791 w 421861"/>
                  <a:gd name="connsiteY21" fmla="*/ 593465 h 811160"/>
                  <a:gd name="connsiteX22" fmla="*/ 405034 w 421861"/>
                  <a:gd name="connsiteY22" fmla="*/ 679190 h 811160"/>
                  <a:gd name="connsiteX23" fmla="*/ 343122 w 421861"/>
                  <a:gd name="connsiteY23" fmla="*/ 791109 h 811160"/>
                  <a:gd name="connsiteX24" fmla="*/ 54991 w 421861"/>
                  <a:gd name="connsiteY24" fmla="*/ 788728 h 81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21861" h="811160">
                    <a:moveTo>
                      <a:pt x="54991" y="788728"/>
                    </a:moveTo>
                    <a:cubicBezTo>
                      <a:pt x="9747" y="750628"/>
                      <a:pt x="60547" y="604181"/>
                      <a:pt x="71659" y="562509"/>
                    </a:cubicBezTo>
                    <a:cubicBezTo>
                      <a:pt x="82771" y="520837"/>
                      <a:pt x="111744" y="552587"/>
                      <a:pt x="121666" y="538696"/>
                    </a:cubicBezTo>
                    <a:cubicBezTo>
                      <a:pt x="131588" y="524805"/>
                      <a:pt x="139526" y="500596"/>
                      <a:pt x="131191" y="479165"/>
                    </a:cubicBezTo>
                    <a:cubicBezTo>
                      <a:pt x="122856" y="457734"/>
                      <a:pt x="83169" y="433128"/>
                      <a:pt x="71659" y="410109"/>
                    </a:cubicBezTo>
                    <a:cubicBezTo>
                      <a:pt x="60150" y="387090"/>
                      <a:pt x="72056" y="362881"/>
                      <a:pt x="62134" y="341053"/>
                    </a:cubicBezTo>
                    <a:cubicBezTo>
                      <a:pt x="52212" y="319225"/>
                      <a:pt x="20462" y="307318"/>
                      <a:pt x="12128" y="279140"/>
                    </a:cubicBezTo>
                    <a:cubicBezTo>
                      <a:pt x="3794" y="250962"/>
                      <a:pt x="14112" y="204131"/>
                      <a:pt x="12128" y="171984"/>
                    </a:cubicBezTo>
                    <a:cubicBezTo>
                      <a:pt x="10144" y="139837"/>
                      <a:pt x="-1762" y="109278"/>
                      <a:pt x="222" y="86259"/>
                    </a:cubicBezTo>
                    <a:cubicBezTo>
                      <a:pt x="2206" y="63240"/>
                      <a:pt x="10143" y="48158"/>
                      <a:pt x="24034" y="33871"/>
                    </a:cubicBezTo>
                    <a:cubicBezTo>
                      <a:pt x="37925" y="19583"/>
                      <a:pt x="31179" y="-3832"/>
                      <a:pt x="83566" y="534"/>
                    </a:cubicBezTo>
                    <a:cubicBezTo>
                      <a:pt x="135953" y="4900"/>
                      <a:pt x="282003" y="30696"/>
                      <a:pt x="338359" y="60065"/>
                    </a:cubicBezTo>
                    <a:cubicBezTo>
                      <a:pt x="394715" y="89434"/>
                      <a:pt x="418131" y="152537"/>
                      <a:pt x="421703" y="176746"/>
                    </a:cubicBezTo>
                    <a:cubicBezTo>
                      <a:pt x="425275" y="200955"/>
                      <a:pt x="367332" y="199765"/>
                      <a:pt x="359791" y="205321"/>
                    </a:cubicBezTo>
                    <a:cubicBezTo>
                      <a:pt x="352250" y="210877"/>
                      <a:pt x="374872" y="198972"/>
                      <a:pt x="376459" y="210084"/>
                    </a:cubicBezTo>
                    <a:cubicBezTo>
                      <a:pt x="378046" y="221196"/>
                      <a:pt x="371300" y="243818"/>
                      <a:pt x="369316" y="271996"/>
                    </a:cubicBezTo>
                    <a:cubicBezTo>
                      <a:pt x="367332" y="300174"/>
                      <a:pt x="373284" y="364072"/>
                      <a:pt x="364553" y="379153"/>
                    </a:cubicBezTo>
                    <a:cubicBezTo>
                      <a:pt x="355822" y="394234"/>
                      <a:pt x="326850" y="356531"/>
                      <a:pt x="316928" y="362484"/>
                    </a:cubicBezTo>
                    <a:cubicBezTo>
                      <a:pt x="307006" y="368437"/>
                      <a:pt x="316134" y="397409"/>
                      <a:pt x="305022" y="414871"/>
                    </a:cubicBezTo>
                    <a:cubicBezTo>
                      <a:pt x="293910" y="432333"/>
                      <a:pt x="256206" y="453765"/>
                      <a:pt x="250253" y="467259"/>
                    </a:cubicBezTo>
                    <a:cubicBezTo>
                      <a:pt x="244300" y="480753"/>
                      <a:pt x="251047" y="474800"/>
                      <a:pt x="269303" y="495834"/>
                    </a:cubicBezTo>
                    <a:cubicBezTo>
                      <a:pt x="287559" y="516868"/>
                      <a:pt x="337169" y="562906"/>
                      <a:pt x="359791" y="593465"/>
                    </a:cubicBezTo>
                    <a:cubicBezTo>
                      <a:pt x="382413" y="624024"/>
                      <a:pt x="407812" y="646250"/>
                      <a:pt x="405034" y="679190"/>
                    </a:cubicBezTo>
                    <a:cubicBezTo>
                      <a:pt x="402256" y="712130"/>
                      <a:pt x="397891" y="773647"/>
                      <a:pt x="343122" y="791109"/>
                    </a:cubicBezTo>
                    <a:cubicBezTo>
                      <a:pt x="288353" y="808571"/>
                      <a:pt x="100235" y="826828"/>
                      <a:pt x="54991" y="788728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90" name="ZoneTexte 1089">
              <a:extLst>
                <a:ext uri="{FF2B5EF4-FFF2-40B4-BE49-F238E27FC236}">
                  <a16:creationId xmlns:a16="http://schemas.microsoft.com/office/drawing/2014/main" id="{4B1E0FB0-8504-7721-A392-2B66251F3419}"/>
                </a:ext>
              </a:extLst>
            </p:cNvPr>
            <p:cNvSpPr txBox="1"/>
            <p:nvPr/>
          </p:nvSpPr>
          <p:spPr>
            <a:xfrm>
              <a:off x="8780105" y="1301961"/>
              <a:ext cx="393281" cy="68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</a:p>
          </p:txBody>
        </p:sp>
      </p:grpSp>
      <p:sp>
        <p:nvSpPr>
          <p:cNvPr id="1093" name="ZoneTexte 1092">
            <a:extLst>
              <a:ext uri="{FF2B5EF4-FFF2-40B4-BE49-F238E27FC236}">
                <a16:creationId xmlns:a16="http://schemas.microsoft.com/office/drawing/2014/main" id="{EE169C22-B3D7-B0A3-19B1-9D6CBB625D37}"/>
              </a:ext>
            </a:extLst>
          </p:cNvPr>
          <p:cNvSpPr txBox="1"/>
          <p:nvPr/>
        </p:nvSpPr>
        <p:spPr>
          <a:xfrm>
            <a:off x="6096000" y="1537440"/>
            <a:ext cx="2067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chemeClr val="tx2"/>
                </a:solidFill>
              </a:rPr>
              <a:t>Divers entretiens</a:t>
            </a:r>
          </a:p>
        </p:txBody>
      </p:sp>
      <p:pic>
        <p:nvPicPr>
          <p:cNvPr id="1094" name="Graphique 1093" descr="Outils avec un remplissage uni">
            <a:extLst>
              <a:ext uri="{FF2B5EF4-FFF2-40B4-BE49-F238E27FC236}">
                <a16:creationId xmlns:a16="http://schemas.microsoft.com/office/drawing/2014/main" id="{8CFCE95F-44F0-9F9A-983E-FB1ECEECC26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949061" y="1390235"/>
            <a:ext cx="651566" cy="651566"/>
          </a:xfrm>
          <a:prstGeom prst="rect">
            <a:avLst/>
          </a:prstGeom>
        </p:spPr>
      </p:pic>
      <p:sp>
        <p:nvSpPr>
          <p:cNvPr id="1095" name="ZoneTexte 1094">
            <a:extLst>
              <a:ext uri="{FF2B5EF4-FFF2-40B4-BE49-F238E27FC236}">
                <a16:creationId xmlns:a16="http://schemas.microsoft.com/office/drawing/2014/main" id="{680A0378-CE4C-4103-256D-408EEED55CAF}"/>
              </a:ext>
            </a:extLst>
          </p:cNvPr>
          <p:cNvSpPr txBox="1"/>
          <p:nvPr/>
        </p:nvSpPr>
        <p:spPr>
          <a:xfrm>
            <a:off x="2359079" y="2238529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1096" name="ZoneTexte 1095">
            <a:extLst>
              <a:ext uri="{FF2B5EF4-FFF2-40B4-BE49-F238E27FC236}">
                <a16:creationId xmlns:a16="http://schemas.microsoft.com/office/drawing/2014/main" id="{E8916B76-92FC-A31B-B220-79D88DA5EC3D}"/>
              </a:ext>
            </a:extLst>
          </p:cNvPr>
          <p:cNvSpPr txBox="1"/>
          <p:nvPr/>
        </p:nvSpPr>
        <p:spPr>
          <a:xfrm>
            <a:off x="2616775" y="2694791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sp>
        <p:nvSpPr>
          <p:cNvPr id="1097" name="ZoneTexte 1096">
            <a:extLst>
              <a:ext uri="{FF2B5EF4-FFF2-40B4-BE49-F238E27FC236}">
                <a16:creationId xmlns:a16="http://schemas.microsoft.com/office/drawing/2014/main" id="{9F31486C-7441-64C1-3C2C-A7D40CEDAD12}"/>
              </a:ext>
            </a:extLst>
          </p:cNvPr>
          <p:cNvSpPr txBox="1"/>
          <p:nvPr/>
        </p:nvSpPr>
        <p:spPr>
          <a:xfrm>
            <a:off x="11561217" y="2208188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1098" name="ZoneTexte 1097">
            <a:extLst>
              <a:ext uri="{FF2B5EF4-FFF2-40B4-BE49-F238E27FC236}">
                <a16:creationId xmlns:a16="http://schemas.microsoft.com/office/drawing/2014/main" id="{777E1019-A79D-502E-C2FA-1C45C0F94F16}"/>
              </a:ext>
            </a:extLst>
          </p:cNvPr>
          <p:cNvSpPr txBox="1"/>
          <p:nvPr/>
        </p:nvSpPr>
        <p:spPr>
          <a:xfrm>
            <a:off x="11362496" y="2690293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cxnSp>
        <p:nvCxnSpPr>
          <p:cNvPr id="1099" name="Connecteur droit avec flèche 1098">
            <a:extLst>
              <a:ext uri="{FF2B5EF4-FFF2-40B4-BE49-F238E27FC236}">
                <a16:creationId xmlns:a16="http://schemas.microsoft.com/office/drawing/2014/main" id="{7533C0BF-B9B2-4427-1EAC-E8014BCE796E}"/>
              </a:ext>
            </a:extLst>
          </p:cNvPr>
          <p:cNvCxnSpPr>
            <a:cxnSpLocks/>
          </p:cNvCxnSpPr>
          <p:nvPr/>
        </p:nvCxnSpPr>
        <p:spPr>
          <a:xfrm>
            <a:off x="3262445" y="2370755"/>
            <a:ext cx="7917351" cy="428311"/>
          </a:xfrm>
          <a:prstGeom prst="straightConnector1">
            <a:avLst/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Connecteur droit avec flèche 1099">
            <a:extLst>
              <a:ext uri="{FF2B5EF4-FFF2-40B4-BE49-F238E27FC236}">
                <a16:creationId xmlns:a16="http://schemas.microsoft.com/office/drawing/2014/main" id="{F0253519-3177-352E-ECFC-4CC794608E90}"/>
              </a:ext>
            </a:extLst>
          </p:cNvPr>
          <p:cNvCxnSpPr>
            <a:cxnSpLocks/>
          </p:cNvCxnSpPr>
          <p:nvPr/>
        </p:nvCxnSpPr>
        <p:spPr>
          <a:xfrm flipH="1">
            <a:off x="3330044" y="2341649"/>
            <a:ext cx="8086781" cy="487143"/>
          </a:xfrm>
          <a:prstGeom prst="straightConnector1">
            <a:avLst/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1" name="Groupe 1100">
            <a:extLst>
              <a:ext uri="{FF2B5EF4-FFF2-40B4-BE49-F238E27FC236}">
                <a16:creationId xmlns:a16="http://schemas.microsoft.com/office/drawing/2014/main" id="{9075E157-212A-9968-C3AB-EC0A9A31595F}"/>
              </a:ext>
            </a:extLst>
          </p:cNvPr>
          <p:cNvGrpSpPr/>
          <p:nvPr/>
        </p:nvGrpSpPr>
        <p:grpSpPr>
          <a:xfrm>
            <a:off x="2439324" y="2144808"/>
            <a:ext cx="278415" cy="410049"/>
            <a:chOff x="4693615" y="1216747"/>
            <a:chExt cx="628062" cy="907054"/>
          </a:xfrm>
        </p:grpSpPr>
        <p:grpSp>
          <p:nvGrpSpPr>
            <p:cNvPr id="1102" name="Groupe 1101">
              <a:extLst>
                <a:ext uri="{FF2B5EF4-FFF2-40B4-BE49-F238E27FC236}">
                  <a16:creationId xmlns:a16="http://schemas.microsoft.com/office/drawing/2014/main" id="{80B87F83-674C-64FA-23C7-026D267022E7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104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72E6E230-C257-F972-A758-2929A113E0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05" name="Forme libre : forme 1104">
                <a:extLst>
                  <a:ext uri="{FF2B5EF4-FFF2-40B4-BE49-F238E27FC236}">
                    <a16:creationId xmlns:a16="http://schemas.microsoft.com/office/drawing/2014/main" id="{BF296075-4FD7-F1C5-0E16-EEB3C3E67CA1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103" name="ZoneTexte 1102">
              <a:extLst>
                <a:ext uri="{FF2B5EF4-FFF2-40B4-BE49-F238E27FC236}">
                  <a16:creationId xmlns:a16="http://schemas.microsoft.com/office/drawing/2014/main" id="{2D3176F3-7919-037E-95D6-CB30B8FE16C7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106" name="Groupe 1105">
            <a:extLst>
              <a:ext uri="{FF2B5EF4-FFF2-40B4-BE49-F238E27FC236}">
                <a16:creationId xmlns:a16="http://schemas.microsoft.com/office/drawing/2014/main" id="{44529B2B-3F97-D65C-A4DA-FCA7904E4B78}"/>
              </a:ext>
            </a:extLst>
          </p:cNvPr>
          <p:cNvGrpSpPr/>
          <p:nvPr/>
        </p:nvGrpSpPr>
        <p:grpSpPr>
          <a:xfrm>
            <a:off x="11887038" y="2576160"/>
            <a:ext cx="278415" cy="410049"/>
            <a:chOff x="4693615" y="1216747"/>
            <a:chExt cx="628062" cy="907054"/>
          </a:xfrm>
        </p:grpSpPr>
        <p:grpSp>
          <p:nvGrpSpPr>
            <p:cNvPr id="1107" name="Groupe 1106">
              <a:extLst>
                <a:ext uri="{FF2B5EF4-FFF2-40B4-BE49-F238E27FC236}">
                  <a16:creationId xmlns:a16="http://schemas.microsoft.com/office/drawing/2014/main" id="{2FA10C5E-CFA2-F9F4-5E6C-12DA01DE7DF4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109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C4D7FBDE-D761-6EA1-5076-848039897B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10" name="Forme libre : forme 1109">
                <a:extLst>
                  <a:ext uri="{FF2B5EF4-FFF2-40B4-BE49-F238E27FC236}">
                    <a16:creationId xmlns:a16="http://schemas.microsoft.com/office/drawing/2014/main" id="{CCB024B1-1308-8AFA-6E4D-C1B98935E5A1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108" name="ZoneTexte 1107">
              <a:extLst>
                <a:ext uri="{FF2B5EF4-FFF2-40B4-BE49-F238E27FC236}">
                  <a16:creationId xmlns:a16="http://schemas.microsoft.com/office/drawing/2014/main" id="{5B25DD5C-6ECF-4ED0-9BE4-E64E9158FE3D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111" name="Groupe 1110">
            <a:extLst>
              <a:ext uri="{FF2B5EF4-FFF2-40B4-BE49-F238E27FC236}">
                <a16:creationId xmlns:a16="http://schemas.microsoft.com/office/drawing/2014/main" id="{876DAC96-1B5D-FE9B-7835-263D30537B31}"/>
              </a:ext>
            </a:extLst>
          </p:cNvPr>
          <p:cNvGrpSpPr/>
          <p:nvPr/>
        </p:nvGrpSpPr>
        <p:grpSpPr>
          <a:xfrm>
            <a:off x="11902599" y="2146643"/>
            <a:ext cx="255230" cy="406122"/>
            <a:chOff x="5633373" y="1227577"/>
            <a:chExt cx="575763" cy="898368"/>
          </a:xfrm>
        </p:grpSpPr>
        <p:grpSp>
          <p:nvGrpSpPr>
            <p:cNvPr id="1112" name="Groupe 1111">
              <a:extLst>
                <a:ext uri="{FF2B5EF4-FFF2-40B4-BE49-F238E27FC236}">
                  <a16:creationId xmlns:a16="http://schemas.microsoft.com/office/drawing/2014/main" id="{8A757620-0BD3-A17B-D83A-1C57ED4812F7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114" name="Image 1113">
                <a:extLst>
                  <a:ext uri="{FF2B5EF4-FFF2-40B4-BE49-F238E27FC236}">
                    <a16:creationId xmlns:a16="http://schemas.microsoft.com/office/drawing/2014/main" id="{1F774CC1-BDED-85E6-AE81-253BE937D7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115" name="Forme libre : forme 1114">
                <a:extLst>
                  <a:ext uri="{FF2B5EF4-FFF2-40B4-BE49-F238E27FC236}">
                    <a16:creationId xmlns:a16="http://schemas.microsoft.com/office/drawing/2014/main" id="{4382C9FD-DA1D-2E53-DD72-BC423EB3F0C0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113" name="ZoneTexte 1112">
              <a:extLst>
                <a:ext uri="{FF2B5EF4-FFF2-40B4-BE49-F238E27FC236}">
                  <a16:creationId xmlns:a16="http://schemas.microsoft.com/office/drawing/2014/main" id="{FB502F57-EEEB-25FE-71AA-CEED2C23E423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116" name="Groupe 1115">
            <a:extLst>
              <a:ext uri="{FF2B5EF4-FFF2-40B4-BE49-F238E27FC236}">
                <a16:creationId xmlns:a16="http://schemas.microsoft.com/office/drawing/2014/main" id="{7E6AFF31-D5EB-B3C9-7BC6-0E3E7E699BD2}"/>
              </a:ext>
            </a:extLst>
          </p:cNvPr>
          <p:cNvGrpSpPr/>
          <p:nvPr/>
        </p:nvGrpSpPr>
        <p:grpSpPr>
          <a:xfrm>
            <a:off x="2471541" y="2590535"/>
            <a:ext cx="255230" cy="406122"/>
            <a:chOff x="5633373" y="1227577"/>
            <a:chExt cx="575763" cy="898368"/>
          </a:xfrm>
        </p:grpSpPr>
        <p:grpSp>
          <p:nvGrpSpPr>
            <p:cNvPr id="1117" name="Groupe 1116">
              <a:extLst>
                <a:ext uri="{FF2B5EF4-FFF2-40B4-BE49-F238E27FC236}">
                  <a16:creationId xmlns:a16="http://schemas.microsoft.com/office/drawing/2014/main" id="{231FCC04-41A2-7A74-96A5-7F62C1E76B01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119" name="Image 1118">
                <a:extLst>
                  <a:ext uri="{FF2B5EF4-FFF2-40B4-BE49-F238E27FC236}">
                    <a16:creationId xmlns:a16="http://schemas.microsoft.com/office/drawing/2014/main" id="{955DFF3A-8D1D-6DE1-3CE9-997DFEBEF4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120" name="Forme libre : forme 1119">
                <a:extLst>
                  <a:ext uri="{FF2B5EF4-FFF2-40B4-BE49-F238E27FC236}">
                    <a16:creationId xmlns:a16="http://schemas.microsoft.com/office/drawing/2014/main" id="{7C1FC314-8E74-6A6B-AAB4-1CFF2D4FB977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118" name="ZoneTexte 1117">
              <a:extLst>
                <a:ext uri="{FF2B5EF4-FFF2-40B4-BE49-F238E27FC236}">
                  <a16:creationId xmlns:a16="http://schemas.microsoft.com/office/drawing/2014/main" id="{932C0720-3F25-43ED-5C93-FBF862F8360A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sp>
        <p:nvSpPr>
          <p:cNvPr id="1121" name="ZoneTexte 1120">
            <a:extLst>
              <a:ext uri="{FF2B5EF4-FFF2-40B4-BE49-F238E27FC236}">
                <a16:creationId xmlns:a16="http://schemas.microsoft.com/office/drawing/2014/main" id="{BFF31055-B63F-31FF-E6A4-7F9EDBB818FF}"/>
              </a:ext>
            </a:extLst>
          </p:cNvPr>
          <p:cNvSpPr txBox="1"/>
          <p:nvPr/>
        </p:nvSpPr>
        <p:spPr>
          <a:xfrm>
            <a:off x="2371208" y="3131300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1122" name="ZoneTexte 1121">
            <a:extLst>
              <a:ext uri="{FF2B5EF4-FFF2-40B4-BE49-F238E27FC236}">
                <a16:creationId xmlns:a16="http://schemas.microsoft.com/office/drawing/2014/main" id="{645BD86A-5DA1-45EB-42DE-E062AF514237}"/>
              </a:ext>
            </a:extLst>
          </p:cNvPr>
          <p:cNvSpPr txBox="1"/>
          <p:nvPr/>
        </p:nvSpPr>
        <p:spPr>
          <a:xfrm>
            <a:off x="2628904" y="3587562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sp>
        <p:nvSpPr>
          <p:cNvPr id="1123" name="ZoneTexte 1122">
            <a:extLst>
              <a:ext uri="{FF2B5EF4-FFF2-40B4-BE49-F238E27FC236}">
                <a16:creationId xmlns:a16="http://schemas.microsoft.com/office/drawing/2014/main" id="{DEC1E772-1D73-63A0-CA46-F83F51891A8F}"/>
              </a:ext>
            </a:extLst>
          </p:cNvPr>
          <p:cNvSpPr txBox="1"/>
          <p:nvPr/>
        </p:nvSpPr>
        <p:spPr>
          <a:xfrm>
            <a:off x="11573346" y="3100959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1124" name="ZoneTexte 1123">
            <a:extLst>
              <a:ext uri="{FF2B5EF4-FFF2-40B4-BE49-F238E27FC236}">
                <a16:creationId xmlns:a16="http://schemas.microsoft.com/office/drawing/2014/main" id="{BE758FBE-106E-D6CE-088F-FE3589BFF59F}"/>
              </a:ext>
            </a:extLst>
          </p:cNvPr>
          <p:cNvSpPr txBox="1"/>
          <p:nvPr/>
        </p:nvSpPr>
        <p:spPr>
          <a:xfrm>
            <a:off x="11374625" y="3583064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cxnSp>
        <p:nvCxnSpPr>
          <p:cNvPr id="1125" name="Connecteur droit avec flèche 1124">
            <a:extLst>
              <a:ext uri="{FF2B5EF4-FFF2-40B4-BE49-F238E27FC236}">
                <a16:creationId xmlns:a16="http://schemas.microsoft.com/office/drawing/2014/main" id="{5E4426D0-54F4-A7EC-5DD3-4117E59F2ADA}"/>
              </a:ext>
            </a:extLst>
          </p:cNvPr>
          <p:cNvCxnSpPr>
            <a:cxnSpLocks/>
          </p:cNvCxnSpPr>
          <p:nvPr/>
        </p:nvCxnSpPr>
        <p:spPr>
          <a:xfrm>
            <a:off x="3274574" y="3263526"/>
            <a:ext cx="7917351" cy="428311"/>
          </a:xfrm>
          <a:prstGeom prst="straightConnector1">
            <a:avLst/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Connecteur droit avec flèche 1125">
            <a:extLst>
              <a:ext uri="{FF2B5EF4-FFF2-40B4-BE49-F238E27FC236}">
                <a16:creationId xmlns:a16="http://schemas.microsoft.com/office/drawing/2014/main" id="{59ED4A3E-34A6-A1F9-0C93-85DA85949A1E}"/>
              </a:ext>
            </a:extLst>
          </p:cNvPr>
          <p:cNvCxnSpPr>
            <a:cxnSpLocks/>
          </p:cNvCxnSpPr>
          <p:nvPr/>
        </p:nvCxnSpPr>
        <p:spPr>
          <a:xfrm flipH="1">
            <a:off x="3342173" y="3234420"/>
            <a:ext cx="8086781" cy="487143"/>
          </a:xfrm>
          <a:prstGeom prst="straightConnector1">
            <a:avLst/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7" name="Groupe 1126">
            <a:extLst>
              <a:ext uri="{FF2B5EF4-FFF2-40B4-BE49-F238E27FC236}">
                <a16:creationId xmlns:a16="http://schemas.microsoft.com/office/drawing/2014/main" id="{F3F58AC6-0AB7-3801-7EBB-A07B3C231083}"/>
              </a:ext>
            </a:extLst>
          </p:cNvPr>
          <p:cNvGrpSpPr/>
          <p:nvPr/>
        </p:nvGrpSpPr>
        <p:grpSpPr>
          <a:xfrm>
            <a:off x="2458601" y="3437478"/>
            <a:ext cx="278415" cy="410049"/>
            <a:chOff x="4693615" y="1216747"/>
            <a:chExt cx="628062" cy="907054"/>
          </a:xfrm>
        </p:grpSpPr>
        <p:grpSp>
          <p:nvGrpSpPr>
            <p:cNvPr id="1128" name="Groupe 1127">
              <a:extLst>
                <a:ext uri="{FF2B5EF4-FFF2-40B4-BE49-F238E27FC236}">
                  <a16:creationId xmlns:a16="http://schemas.microsoft.com/office/drawing/2014/main" id="{FD490100-025D-2067-67AB-7C1C9ADD84FF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130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DC401AD8-4245-9692-FAED-4749138501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31" name="Forme libre : forme 1130">
                <a:extLst>
                  <a:ext uri="{FF2B5EF4-FFF2-40B4-BE49-F238E27FC236}">
                    <a16:creationId xmlns:a16="http://schemas.microsoft.com/office/drawing/2014/main" id="{958AFBC6-19B1-92C3-0521-37297685DFDF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129" name="ZoneTexte 1128">
              <a:extLst>
                <a:ext uri="{FF2B5EF4-FFF2-40B4-BE49-F238E27FC236}">
                  <a16:creationId xmlns:a16="http://schemas.microsoft.com/office/drawing/2014/main" id="{46CE1239-0B3F-056C-A298-21F1B1016552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132" name="Groupe 1131">
            <a:extLst>
              <a:ext uri="{FF2B5EF4-FFF2-40B4-BE49-F238E27FC236}">
                <a16:creationId xmlns:a16="http://schemas.microsoft.com/office/drawing/2014/main" id="{FBA4C8B3-2939-C5FE-AF70-23767E04D2BF}"/>
              </a:ext>
            </a:extLst>
          </p:cNvPr>
          <p:cNvGrpSpPr/>
          <p:nvPr/>
        </p:nvGrpSpPr>
        <p:grpSpPr>
          <a:xfrm>
            <a:off x="11900452" y="3036810"/>
            <a:ext cx="278415" cy="410049"/>
            <a:chOff x="4693615" y="1216747"/>
            <a:chExt cx="628062" cy="907054"/>
          </a:xfrm>
        </p:grpSpPr>
        <p:grpSp>
          <p:nvGrpSpPr>
            <p:cNvPr id="1133" name="Groupe 1132">
              <a:extLst>
                <a:ext uri="{FF2B5EF4-FFF2-40B4-BE49-F238E27FC236}">
                  <a16:creationId xmlns:a16="http://schemas.microsoft.com/office/drawing/2014/main" id="{1CE49BE3-BD52-7C16-41CB-EEFF794F9DEF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135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37577FC7-056E-4CDE-2CA5-2CDE82FF70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36" name="Forme libre : forme 1135">
                <a:extLst>
                  <a:ext uri="{FF2B5EF4-FFF2-40B4-BE49-F238E27FC236}">
                    <a16:creationId xmlns:a16="http://schemas.microsoft.com/office/drawing/2014/main" id="{7BBBF340-E308-40A1-006F-76D5729F45CB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134" name="ZoneTexte 1133">
              <a:extLst>
                <a:ext uri="{FF2B5EF4-FFF2-40B4-BE49-F238E27FC236}">
                  <a16:creationId xmlns:a16="http://schemas.microsoft.com/office/drawing/2014/main" id="{88DB874C-CA13-D54C-A39C-2A394CB5D415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137" name="Groupe 1136">
            <a:extLst>
              <a:ext uri="{FF2B5EF4-FFF2-40B4-BE49-F238E27FC236}">
                <a16:creationId xmlns:a16="http://schemas.microsoft.com/office/drawing/2014/main" id="{536F74B0-8094-916E-2BB4-9E4686E74C84}"/>
              </a:ext>
            </a:extLst>
          </p:cNvPr>
          <p:cNvGrpSpPr/>
          <p:nvPr/>
        </p:nvGrpSpPr>
        <p:grpSpPr>
          <a:xfrm>
            <a:off x="11920106" y="3470382"/>
            <a:ext cx="255230" cy="406122"/>
            <a:chOff x="5633373" y="1227577"/>
            <a:chExt cx="575763" cy="898368"/>
          </a:xfrm>
        </p:grpSpPr>
        <p:grpSp>
          <p:nvGrpSpPr>
            <p:cNvPr id="1138" name="Groupe 1137">
              <a:extLst>
                <a:ext uri="{FF2B5EF4-FFF2-40B4-BE49-F238E27FC236}">
                  <a16:creationId xmlns:a16="http://schemas.microsoft.com/office/drawing/2014/main" id="{9CEB8FD3-5F35-DE5F-F88F-8CD9D561E239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140" name="Image 1139">
                <a:extLst>
                  <a:ext uri="{FF2B5EF4-FFF2-40B4-BE49-F238E27FC236}">
                    <a16:creationId xmlns:a16="http://schemas.microsoft.com/office/drawing/2014/main" id="{41CB4B52-D6EA-02BB-62D8-9E01E94D76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141" name="Forme libre : forme 1140">
                <a:extLst>
                  <a:ext uri="{FF2B5EF4-FFF2-40B4-BE49-F238E27FC236}">
                    <a16:creationId xmlns:a16="http://schemas.microsoft.com/office/drawing/2014/main" id="{4D325A8F-2DC1-534C-F973-265F3075ACCC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139" name="ZoneTexte 1138">
              <a:extLst>
                <a:ext uri="{FF2B5EF4-FFF2-40B4-BE49-F238E27FC236}">
                  <a16:creationId xmlns:a16="http://schemas.microsoft.com/office/drawing/2014/main" id="{8A9988B1-82D0-1AB6-3980-4F2F8062992A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142" name="Groupe 1141">
            <a:extLst>
              <a:ext uri="{FF2B5EF4-FFF2-40B4-BE49-F238E27FC236}">
                <a16:creationId xmlns:a16="http://schemas.microsoft.com/office/drawing/2014/main" id="{28144DBF-8E65-EFE8-1E4D-EB64C1DBBD7B}"/>
              </a:ext>
            </a:extLst>
          </p:cNvPr>
          <p:cNvGrpSpPr/>
          <p:nvPr/>
        </p:nvGrpSpPr>
        <p:grpSpPr>
          <a:xfrm>
            <a:off x="2464988" y="3019287"/>
            <a:ext cx="255230" cy="406122"/>
            <a:chOff x="5633373" y="1227577"/>
            <a:chExt cx="575763" cy="898368"/>
          </a:xfrm>
        </p:grpSpPr>
        <p:grpSp>
          <p:nvGrpSpPr>
            <p:cNvPr id="1143" name="Groupe 1142">
              <a:extLst>
                <a:ext uri="{FF2B5EF4-FFF2-40B4-BE49-F238E27FC236}">
                  <a16:creationId xmlns:a16="http://schemas.microsoft.com/office/drawing/2014/main" id="{09B19B45-F331-C590-1ECA-BFA8AFC533FD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145" name="Image 1144">
                <a:extLst>
                  <a:ext uri="{FF2B5EF4-FFF2-40B4-BE49-F238E27FC236}">
                    <a16:creationId xmlns:a16="http://schemas.microsoft.com/office/drawing/2014/main" id="{6D496F90-7C3D-766E-E895-5EECB8C9FD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146" name="Forme libre : forme 1145">
                <a:extLst>
                  <a:ext uri="{FF2B5EF4-FFF2-40B4-BE49-F238E27FC236}">
                    <a16:creationId xmlns:a16="http://schemas.microsoft.com/office/drawing/2014/main" id="{0B0CD0DF-BB6A-07B7-F89A-26A7DAD60F04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144" name="ZoneTexte 1143">
              <a:extLst>
                <a:ext uri="{FF2B5EF4-FFF2-40B4-BE49-F238E27FC236}">
                  <a16:creationId xmlns:a16="http://schemas.microsoft.com/office/drawing/2014/main" id="{1A5E7E50-0146-1B54-BE3F-B43B3196DF74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0493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3.33333E-6 L 0.6095 0.0918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469" y="458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045E-16 3.33333E-6 L -0.61172 0.0773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586" y="386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2.59259E-6 L -0.64101 0.0884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57" y="442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3.7037E-7 L 0.63971 0.1039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979" y="5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84F72-8173-7E57-41BE-F2EA4A826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8B5E61E3-7D1B-E082-113B-89F905BB51DB}"/>
              </a:ext>
            </a:extLst>
          </p:cNvPr>
          <p:cNvSpPr/>
          <p:nvPr/>
        </p:nvSpPr>
        <p:spPr>
          <a:xfrm>
            <a:off x="2358706" y="352425"/>
            <a:ext cx="9833294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F37DC2-FBC1-AA82-5511-6CCF555D98F9}"/>
              </a:ext>
            </a:extLst>
          </p:cNvPr>
          <p:cNvSpPr/>
          <p:nvPr/>
        </p:nvSpPr>
        <p:spPr>
          <a:xfrm>
            <a:off x="1038224" y="0"/>
            <a:ext cx="13335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6E036C-D514-A09A-232E-F2D74631F04B}"/>
              </a:ext>
            </a:extLst>
          </p:cNvPr>
          <p:cNvSpPr/>
          <p:nvPr/>
        </p:nvSpPr>
        <p:spPr>
          <a:xfrm>
            <a:off x="1085849" y="352425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Lundi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4FEF72-80B9-56E8-8698-F2072DA7E314}"/>
              </a:ext>
            </a:extLst>
          </p:cNvPr>
          <p:cNvSpPr/>
          <p:nvPr/>
        </p:nvSpPr>
        <p:spPr>
          <a:xfrm>
            <a:off x="1085849" y="1294289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Mardi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D98D0B-522C-EC60-4489-5C174A3760FB}"/>
              </a:ext>
            </a:extLst>
          </p:cNvPr>
          <p:cNvSpPr/>
          <p:nvPr/>
        </p:nvSpPr>
        <p:spPr>
          <a:xfrm>
            <a:off x="1085849" y="2236153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Mercredi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3C2BA6-52D0-A1C5-7B06-E8F629B57859}"/>
              </a:ext>
            </a:extLst>
          </p:cNvPr>
          <p:cNvSpPr/>
          <p:nvPr/>
        </p:nvSpPr>
        <p:spPr>
          <a:xfrm>
            <a:off x="1085849" y="3178017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Jeudi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814B2F-6415-4451-C013-444C0EA43754}"/>
              </a:ext>
            </a:extLst>
          </p:cNvPr>
          <p:cNvSpPr/>
          <p:nvPr/>
        </p:nvSpPr>
        <p:spPr>
          <a:xfrm>
            <a:off x="2371724" y="0"/>
            <a:ext cx="9820275" cy="3524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005A5D-0F50-C0E5-5022-169E602E044D}"/>
              </a:ext>
            </a:extLst>
          </p:cNvPr>
          <p:cNvSpPr/>
          <p:nvPr/>
        </p:nvSpPr>
        <p:spPr>
          <a:xfrm>
            <a:off x="3232625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Paris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A38B74-C403-92EE-72C8-6ABFEDC307EB}"/>
              </a:ext>
            </a:extLst>
          </p:cNvPr>
          <p:cNvSpPr/>
          <p:nvPr/>
        </p:nvSpPr>
        <p:spPr>
          <a:xfrm>
            <a:off x="7008019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Lyon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2AB68A-2A2E-0929-0549-6CEA4D1F2977}"/>
              </a:ext>
            </a:extLst>
          </p:cNvPr>
          <p:cNvSpPr/>
          <p:nvPr/>
        </p:nvSpPr>
        <p:spPr>
          <a:xfrm>
            <a:off x="10783413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Marseille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5BB099B-884A-BB59-A343-B96FF3E9608F}"/>
              </a:ext>
            </a:extLst>
          </p:cNvPr>
          <p:cNvSpPr txBox="1"/>
          <p:nvPr/>
        </p:nvSpPr>
        <p:spPr>
          <a:xfrm>
            <a:off x="6815513" y="517493"/>
            <a:ext cx="1651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chemeClr val="accent2"/>
                </a:solidFill>
              </a:rPr>
              <a:t>12h15 | 10h40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B098B258-425D-1CFB-C688-58C6AE239C61}"/>
              </a:ext>
            </a:extLst>
          </p:cNvPr>
          <p:cNvSpPr txBox="1"/>
          <p:nvPr/>
        </p:nvSpPr>
        <p:spPr>
          <a:xfrm>
            <a:off x="6835548" y="989900"/>
            <a:ext cx="1647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chemeClr val="accent2"/>
                </a:solidFill>
              </a:rPr>
              <a:t>13h15 | 12h30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9898B-2D8D-37AF-4D02-BB9641D202EB}"/>
              </a:ext>
            </a:extLst>
          </p:cNvPr>
          <p:cNvSpPr/>
          <p:nvPr/>
        </p:nvSpPr>
        <p:spPr>
          <a:xfrm>
            <a:off x="2364803" y="1244484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D58D17-792F-B0E1-1BCA-3C8C92E63402}"/>
              </a:ext>
            </a:extLst>
          </p:cNvPr>
          <p:cNvSpPr/>
          <p:nvPr/>
        </p:nvSpPr>
        <p:spPr>
          <a:xfrm>
            <a:off x="2364802" y="213654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C3D95E-BFD2-1A6F-59B7-0D213931C0AB}"/>
              </a:ext>
            </a:extLst>
          </p:cNvPr>
          <p:cNvSpPr/>
          <p:nvPr/>
        </p:nvSpPr>
        <p:spPr>
          <a:xfrm>
            <a:off x="2365437" y="302435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527E57-E785-83E7-28AF-234B3BEF51F8}"/>
              </a:ext>
            </a:extLst>
          </p:cNvPr>
          <p:cNvSpPr/>
          <p:nvPr/>
        </p:nvSpPr>
        <p:spPr>
          <a:xfrm>
            <a:off x="2365437" y="5702331"/>
            <a:ext cx="9823769" cy="1155670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953597-F1E9-F3ED-9BE2-1EAF03DBB428}"/>
              </a:ext>
            </a:extLst>
          </p:cNvPr>
          <p:cNvSpPr/>
          <p:nvPr/>
        </p:nvSpPr>
        <p:spPr>
          <a:xfrm>
            <a:off x="2365437" y="3916648"/>
            <a:ext cx="9823769" cy="13974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4" name="ZoneTexte 1043">
            <a:extLst>
              <a:ext uri="{FF2B5EF4-FFF2-40B4-BE49-F238E27FC236}">
                <a16:creationId xmlns:a16="http://schemas.microsoft.com/office/drawing/2014/main" id="{7ABF4C65-61AF-93F3-FB79-531A311A5DF8}"/>
              </a:ext>
            </a:extLst>
          </p:cNvPr>
          <p:cNvSpPr txBox="1"/>
          <p:nvPr/>
        </p:nvSpPr>
        <p:spPr>
          <a:xfrm>
            <a:off x="2429908" y="4965692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21h30</a:t>
            </a:r>
          </a:p>
        </p:txBody>
      </p:sp>
      <p:sp>
        <p:nvSpPr>
          <p:cNvPr id="1047" name="ZoneTexte 1046">
            <a:extLst>
              <a:ext uri="{FF2B5EF4-FFF2-40B4-BE49-F238E27FC236}">
                <a16:creationId xmlns:a16="http://schemas.microsoft.com/office/drawing/2014/main" id="{B6DCC111-485F-526C-42C7-B5BEA721EEC5}"/>
              </a:ext>
            </a:extLst>
          </p:cNvPr>
          <p:cNvSpPr txBox="1"/>
          <p:nvPr/>
        </p:nvSpPr>
        <p:spPr>
          <a:xfrm>
            <a:off x="11606683" y="4986854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21h30</a:t>
            </a:r>
          </a:p>
        </p:txBody>
      </p:sp>
      <p:grpSp>
        <p:nvGrpSpPr>
          <p:cNvPr id="1053" name="Groupe 1052">
            <a:extLst>
              <a:ext uri="{FF2B5EF4-FFF2-40B4-BE49-F238E27FC236}">
                <a16:creationId xmlns:a16="http://schemas.microsoft.com/office/drawing/2014/main" id="{80C3BCD6-9C10-CE13-15E7-9A5811FED954}"/>
              </a:ext>
            </a:extLst>
          </p:cNvPr>
          <p:cNvGrpSpPr/>
          <p:nvPr/>
        </p:nvGrpSpPr>
        <p:grpSpPr>
          <a:xfrm>
            <a:off x="323212" y="2786636"/>
            <a:ext cx="369858" cy="534152"/>
            <a:chOff x="4693615" y="1216747"/>
            <a:chExt cx="628062" cy="907054"/>
          </a:xfrm>
        </p:grpSpPr>
        <p:grpSp>
          <p:nvGrpSpPr>
            <p:cNvPr id="1054" name="Groupe 1053">
              <a:extLst>
                <a:ext uri="{FF2B5EF4-FFF2-40B4-BE49-F238E27FC236}">
                  <a16:creationId xmlns:a16="http://schemas.microsoft.com/office/drawing/2014/main" id="{7039B5CC-2D88-296F-B59E-1DE39C4A0702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056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1752C61F-507C-884A-3836-1287DDAD5C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57" name="Forme libre : forme 1056">
                <a:extLst>
                  <a:ext uri="{FF2B5EF4-FFF2-40B4-BE49-F238E27FC236}">
                    <a16:creationId xmlns:a16="http://schemas.microsoft.com/office/drawing/2014/main" id="{7C99ECAF-BD5B-E033-EFFD-FB4C4D1EB17A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rgbClr val="FFFF00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055" name="ZoneTexte 1054">
              <a:extLst>
                <a:ext uri="{FF2B5EF4-FFF2-40B4-BE49-F238E27FC236}">
                  <a16:creationId xmlns:a16="http://schemas.microsoft.com/office/drawing/2014/main" id="{21903260-AF48-E96F-7EE7-AAB5390CACB0}"/>
                </a:ext>
              </a:extLst>
            </p:cNvPr>
            <p:cNvSpPr txBox="1"/>
            <p:nvPr/>
          </p:nvSpPr>
          <p:spPr>
            <a:xfrm>
              <a:off x="4768481" y="1216747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058" name="Groupe 1057">
            <a:extLst>
              <a:ext uri="{FF2B5EF4-FFF2-40B4-BE49-F238E27FC236}">
                <a16:creationId xmlns:a16="http://schemas.microsoft.com/office/drawing/2014/main" id="{7EA0B7B8-754A-F09E-9099-B95F0FFAECE1}"/>
              </a:ext>
            </a:extLst>
          </p:cNvPr>
          <p:cNvGrpSpPr/>
          <p:nvPr/>
        </p:nvGrpSpPr>
        <p:grpSpPr>
          <a:xfrm>
            <a:off x="338612" y="3396567"/>
            <a:ext cx="339058" cy="529036"/>
            <a:chOff x="5633373" y="1227577"/>
            <a:chExt cx="575763" cy="898368"/>
          </a:xfrm>
        </p:grpSpPr>
        <p:grpSp>
          <p:nvGrpSpPr>
            <p:cNvPr id="1059" name="Groupe 1058">
              <a:extLst>
                <a:ext uri="{FF2B5EF4-FFF2-40B4-BE49-F238E27FC236}">
                  <a16:creationId xmlns:a16="http://schemas.microsoft.com/office/drawing/2014/main" id="{B0DC1E45-5EF5-94ED-028D-8E0A9FC0A000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61" name="Image 1060">
                <a:extLst>
                  <a:ext uri="{FF2B5EF4-FFF2-40B4-BE49-F238E27FC236}">
                    <a16:creationId xmlns:a16="http://schemas.microsoft.com/office/drawing/2014/main" id="{68233167-7788-426B-FB71-146B2DAB6D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62" name="Forme libre : forme 1061">
                <a:extLst>
                  <a:ext uri="{FF2B5EF4-FFF2-40B4-BE49-F238E27FC236}">
                    <a16:creationId xmlns:a16="http://schemas.microsoft.com/office/drawing/2014/main" id="{24AEE9D1-9272-0E9C-2167-2C247FF67234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rgbClr val="E6007E">
                  <a:alpha val="50196"/>
                </a:srgb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060" name="ZoneTexte 1059">
              <a:extLst>
                <a:ext uri="{FF2B5EF4-FFF2-40B4-BE49-F238E27FC236}">
                  <a16:creationId xmlns:a16="http://schemas.microsoft.com/office/drawing/2014/main" id="{98EE80FD-F570-C158-F292-56B6639AD999}"/>
                </a:ext>
              </a:extLst>
            </p:cNvPr>
            <p:cNvSpPr txBox="1"/>
            <p:nvPr/>
          </p:nvSpPr>
          <p:spPr>
            <a:xfrm>
              <a:off x="5684343" y="1227577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FED3E-422E-388A-CF54-38FB9CB67F64}"/>
              </a:ext>
            </a:extLst>
          </p:cNvPr>
          <p:cNvSpPr/>
          <p:nvPr/>
        </p:nvSpPr>
        <p:spPr>
          <a:xfrm>
            <a:off x="2405395" y="3955682"/>
            <a:ext cx="1224000" cy="288000"/>
          </a:xfrm>
          <a:prstGeom prst="rect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Vendredi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967BBD33-11DC-CAB0-CFE9-495BFD4D713F}"/>
              </a:ext>
            </a:extLst>
          </p:cNvPr>
          <p:cNvGrpSpPr/>
          <p:nvPr/>
        </p:nvGrpSpPr>
        <p:grpSpPr>
          <a:xfrm>
            <a:off x="325916" y="4001382"/>
            <a:ext cx="364450" cy="532250"/>
            <a:chOff x="6389138" y="1222598"/>
            <a:chExt cx="618881" cy="903824"/>
          </a:xfrm>
        </p:grpSpPr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FFAC8405-1B50-4ED2-354F-F7B2419D4EC2}"/>
                </a:ext>
              </a:extLst>
            </p:cNvPr>
            <p:cNvGrpSpPr/>
            <p:nvPr/>
          </p:nvGrpSpPr>
          <p:grpSpPr>
            <a:xfrm>
              <a:off x="6389138" y="1222598"/>
              <a:ext cx="618881" cy="903824"/>
              <a:chOff x="6389138" y="1222598"/>
              <a:chExt cx="618881" cy="903824"/>
            </a:xfrm>
          </p:grpSpPr>
          <p:pic>
            <p:nvPicPr>
              <p:cNvPr id="32" name="Picture 6" descr="Illustration de chauffeur d'autobus scolaire. | Vecteur Premium">
                <a:extLst>
                  <a:ext uri="{FF2B5EF4-FFF2-40B4-BE49-F238E27FC236}">
                    <a16:creationId xmlns:a16="http://schemas.microsoft.com/office/drawing/2014/main" id="{73668986-DE5C-2D75-052F-F13B730C47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>
                            <a14:foregroundMark x1="69169" y1="10064" x2="69169" y2="10064"/>
                            <a14:backgroundMark x1="50799" y1="13419" x2="42492" y2="96645"/>
                            <a14:backgroundMark x1="42492" y1="96645" x2="42492" y2="96645"/>
                            <a14:backgroundMark x1="55112" y1="11022" x2="54792" y2="77636"/>
                            <a14:backgroundMark x1="57188" y1="72684" x2="57188" y2="72684"/>
                            <a14:backgroundMark x1="57508" y1="72364" x2="59105" y2="81310"/>
                            <a14:backgroundMark x1="65176" y1="73003" x2="65815" y2="78275"/>
                            <a14:backgroundMark x1="65495" y1="68371" x2="66134" y2="69649"/>
                            <a14:backgroundMark x1="77476" y1="66613" x2="80831" y2="79073"/>
                            <a14:backgroundMark x1="77796" y1="70607" x2="77796" y2="84345"/>
                            <a14:backgroundMark x1="75879" y1="80671" x2="75879" y2="80671"/>
                            <a14:backgroundMark x1="74760" y1="76358" x2="75399" y2="81949"/>
                            <a14:backgroundMark x1="75080" y1="82268" x2="74441" y2="84026"/>
                            <a14:backgroundMark x1="74121" y1="83067" x2="74121" y2="77955"/>
                            <a14:backgroundMark x1="78115" y1="66933" x2="79553" y2="62620"/>
                            <a14:backgroundMark x1="79073" y1="59744" x2="79073" y2="59744"/>
                            <a14:backgroundMark x1="76837" y1="64058" x2="75559" y2="64058"/>
                            <a14:backgroundMark x1="75399" y1="49042" x2="75559" y2="53355"/>
                            <a14:backgroundMark x1="77476" y1="40735" x2="77476" y2="40735"/>
                            <a14:backgroundMark x1="83546" y1="35304" x2="82109" y2="43610"/>
                            <a14:backgroundMark x1="56550" y1="31949" x2="56550" y2="31949"/>
                            <a14:backgroundMark x1="58147" y1="32748" x2="58147" y2="32748"/>
                            <a14:backgroundMark x1="56869" y1="30351" x2="57508" y2="36741"/>
                            <a14:backgroundMark x1="57508" y1="30351" x2="58147" y2="31310"/>
                            <a14:backgroundMark x1="58147" y1="31310" x2="58147" y2="32588"/>
                            <a14:backgroundMark x1="58147" y1="32588" x2="58147" y2="32588"/>
                            <a14:backgroundMark x1="57827" y1="47604" x2="56070" y2="56390"/>
                            <a14:backgroundMark x1="58786" y1="48722" x2="60064" y2="54313"/>
                            <a14:backgroundMark x1="60064" y1="53994" x2="60064" y2="53994"/>
                            <a14:backgroundMark x1="60064" y1="50958" x2="61182" y2="50958"/>
                            <a14:backgroundMark x1="61182" y1="50958" x2="61182" y2="509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91" r="10388" b="44795"/>
              <a:stretch/>
            </p:blipFill>
            <p:spPr bwMode="auto">
              <a:xfrm>
                <a:off x="6389138" y="1222598"/>
                <a:ext cx="618881" cy="900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" name="Forme libre : forme 32">
                <a:extLst>
                  <a:ext uri="{FF2B5EF4-FFF2-40B4-BE49-F238E27FC236}">
                    <a16:creationId xmlns:a16="http://schemas.microsoft.com/office/drawing/2014/main" id="{3EFF6CDD-4E29-4284-50DB-CAD6A0E5DFF2}"/>
                  </a:ext>
                </a:extLst>
              </p:cNvPr>
              <p:cNvSpPr/>
              <p:nvPr/>
            </p:nvSpPr>
            <p:spPr>
              <a:xfrm>
                <a:off x="6459846" y="1340173"/>
                <a:ext cx="469806" cy="786249"/>
              </a:xfrm>
              <a:custGeom>
                <a:avLst/>
                <a:gdLst>
                  <a:gd name="connsiteX0" fmla="*/ 62142 w 469806"/>
                  <a:gd name="connsiteY0" fmla="*/ 780016 h 786249"/>
                  <a:gd name="connsiteX1" fmla="*/ 103417 w 469806"/>
                  <a:gd name="connsiteY1" fmla="*/ 694291 h 786249"/>
                  <a:gd name="connsiteX2" fmla="*/ 87542 w 469806"/>
                  <a:gd name="connsiteY2" fmla="*/ 624441 h 786249"/>
                  <a:gd name="connsiteX3" fmla="*/ 122467 w 469806"/>
                  <a:gd name="connsiteY3" fmla="*/ 513316 h 786249"/>
                  <a:gd name="connsiteX4" fmla="*/ 39917 w 469806"/>
                  <a:gd name="connsiteY4" fmla="*/ 487916 h 786249"/>
                  <a:gd name="connsiteX5" fmla="*/ 65317 w 469806"/>
                  <a:gd name="connsiteY5" fmla="*/ 237091 h 786249"/>
                  <a:gd name="connsiteX6" fmla="*/ 27217 w 469806"/>
                  <a:gd name="connsiteY6" fmla="*/ 198991 h 786249"/>
                  <a:gd name="connsiteX7" fmla="*/ 1817 w 469806"/>
                  <a:gd name="connsiteY7" fmla="*/ 62466 h 786249"/>
                  <a:gd name="connsiteX8" fmla="*/ 78017 w 469806"/>
                  <a:gd name="connsiteY8" fmla="*/ 2141 h 786249"/>
                  <a:gd name="connsiteX9" fmla="*/ 246292 w 469806"/>
                  <a:gd name="connsiteY9" fmla="*/ 21191 h 786249"/>
                  <a:gd name="connsiteX10" fmla="*/ 395517 w 469806"/>
                  <a:gd name="connsiteY10" fmla="*/ 94216 h 786249"/>
                  <a:gd name="connsiteX11" fmla="*/ 443142 w 469806"/>
                  <a:gd name="connsiteY11" fmla="*/ 173591 h 786249"/>
                  <a:gd name="connsiteX12" fmla="*/ 395517 w 469806"/>
                  <a:gd name="connsiteY12" fmla="*/ 214866 h 786249"/>
                  <a:gd name="connsiteX13" fmla="*/ 420917 w 469806"/>
                  <a:gd name="connsiteY13" fmla="*/ 303766 h 786249"/>
                  <a:gd name="connsiteX14" fmla="*/ 411392 w 469806"/>
                  <a:gd name="connsiteY14" fmla="*/ 484741 h 786249"/>
                  <a:gd name="connsiteX15" fmla="*/ 306617 w 469806"/>
                  <a:gd name="connsiteY15" fmla="*/ 526016 h 786249"/>
                  <a:gd name="connsiteX16" fmla="*/ 401867 w 469806"/>
                  <a:gd name="connsiteY16" fmla="*/ 605391 h 786249"/>
                  <a:gd name="connsiteX17" fmla="*/ 468542 w 469806"/>
                  <a:gd name="connsiteY17" fmla="*/ 716516 h 786249"/>
                  <a:gd name="connsiteX18" fmla="*/ 411392 w 469806"/>
                  <a:gd name="connsiteY18" fmla="*/ 773666 h 786249"/>
                  <a:gd name="connsiteX19" fmla="*/ 62142 w 469806"/>
                  <a:gd name="connsiteY19" fmla="*/ 780016 h 78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69806" h="786249">
                    <a:moveTo>
                      <a:pt x="62142" y="780016"/>
                    </a:moveTo>
                    <a:cubicBezTo>
                      <a:pt x="10813" y="766787"/>
                      <a:pt x="99184" y="720220"/>
                      <a:pt x="103417" y="694291"/>
                    </a:cubicBezTo>
                    <a:cubicBezTo>
                      <a:pt x="107650" y="668362"/>
                      <a:pt x="84367" y="654604"/>
                      <a:pt x="87542" y="624441"/>
                    </a:cubicBezTo>
                    <a:cubicBezTo>
                      <a:pt x="90717" y="594278"/>
                      <a:pt x="130405" y="536070"/>
                      <a:pt x="122467" y="513316"/>
                    </a:cubicBezTo>
                    <a:cubicBezTo>
                      <a:pt x="114530" y="490562"/>
                      <a:pt x="49442" y="533953"/>
                      <a:pt x="39917" y="487916"/>
                    </a:cubicBezTo>
                    <a:cubicBezTo>
                      <a:pt x="30392" y="441878"/>
                      <a:pt x="67434" y="285245"/>
                      <a:pt x="65317" y="237091"/>
                    </a:cubicBezTo>
                    <a:cubicBezTo>
                      <a:pt x="63200" y="188937"/>
                      <a:pt x="37800" y="228095"/>
                      <a:pt x="27217" y="198991"/>
                    </a:cubicBezTo>
                    <a:cubicBezTo>
                      <a:pt x="16634" y="169887"/>
                      <a:pt x="-6650" y="95274"/>
                      <a:pt x="1817" y="62466"/>
                    </a:cubicBezTo>
                    <a:cubicBezTo>
                      <a:pt x="10284" y="29658"/>
                      <a:pt x="37271" y="9020"/>
                      <a:pt x="78017" y="2141"/>
                    </a:cubicBezTo>
                    <a:cubicBezTo>
                      <a:pt x="118763" y="-4738"/>
                      <a:pt x="193375" y="5845"/>
                      <a:pt x="246292" y="21191"/>
                    </a:cubicBezTo>
                    <a:cubicBezTo>
                      <a:pt x="299209" y="36537"/>
                      <a:pt x="362709" y="68816"/>
                      <a:pt x="395517" y="94216"/>
                    </a:cubicBezTo>
                    <a:cubicBezTo>
                      <a:pt x="428325" y="119616"/>
                      <a:pt x="443142" y="153483"/>
                      <a:pt x="443142" y="173591"/>
                    </a:cubicBezTo>
                    <a:cubicBezTo>
                      <a:pt x="443142" y="193699"/>
                      <a:pt x="399221" y="193170"/>
                      <a:pt x="395517" y="214866"/>
                    </a:cubicBezTo>
                    <a:cubicBezTo>
                      <a:pt x="391813" y="236562"/>
                      <a:pt x="418271" y="258787"/>
                      <a:pt x="420917" y="303766"/>
                    </a:cubicBezTo>
                    <a:cubicBezTo>
                      <a:pt x="423563" y="348745"/>
                      <a:pt x="430442" y="447699"/>
                      <a:pt x="411392" y="484741"/>
                    </a:cubicBezTo>
                    <a:cubicBezTo>
                      <a:pt x="392342" y="521783"/>
                      <a:pt x="308205" y="505908"/>
                      <a:pt x="306617" y="526016"/>
                    </a:cubicBezTo>
                    <a:cubicBezTo>
                      <a:pt x="305030" y="546124"/>
                      <a:pt x="374880" y="573641"/>
                      <a:pt x="401867" y="605391"/>
                    </a:cubicBezTo>
                    <a:cubicBezTo>
                      <a:pt x="428854" y="637141"/>
                      <a:pt x="466955" y="688470"/>
                      <a:pt x="468542" y="716516"/>
                    </a:cubicBezTo>
                    <a:cubicBezTo>
                      <a:pt x="470129" y="744562"/>
                      <a:pt x="479125" y="764670"/>
                      <a:pt x="411392" y="773666"/>
                    </a:cubicBezTo>
                    <a:cubicBezTo>
                      <a:pt x="343659" y="782662"/>
                      <a:pt x="113471" y="793245"/>
                      <a:pt x="62142" y="780016"/>
                    </a:cubicBezTo>
                    <a:close/>
                  </a:path>
                </a:pathLst>
              </a:custGeom>
              <a:solidFill>
                <a:srgbClr val="00B050">
                  <a:alpha val="50196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A37B413A-26B8-4AA9-1D75-B0BEAEBE9345}"/>
                </a:ext>
              </a:extLst>
            </p:cNvPr>
            <p:cNvSpPr txBox="1"/>
            <p:nvPr/>
          </p:nvSpPr>
          <p:spPr>
            <a:xfrm>
              <a:off x="6463786" y="1281363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412C861D-C487-F750-F057-E7C4B61B607C}"/>
              </a:ext>
            </a:extLst>
          </p:cNvPr>
          <p:cNvGrpSpPr/>
          <p:nvPr/>
        </p:nvGrpSpPr>
        <p:grpSpPr>
          <a:xfrm>
            <a:off x="303009" y="4609411"/>
            <a:ext cx="410264" cy="501848"/>
            <a:chOff x="7205187" y="1274964"/>
            <a:chExt cx="696677" cy="852197"/>
          </a:xfrm>
        </p:grpSpPr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85538F94-4230-5A18-1971-7E1A798964E4}"/>
                </a:ext>
              </a:extLst>
            </p:cNvPr>
            <p:cNvGrpSpPr/>
            <p:nvPr/>
          </p:nvGrpSpPr>
          <p:grpSpPr>
            <a:xfrm>
              <a:off x="7205187" y="1310923"/>
              <a:ext cx="696677" cy="816238"/>
              <a:chOff x="6683949" y="1330684"/>
              <a:chExt cx="696677" cy="816238"/>
            </a:xfrm>
          </p:grpSpPr>
          <p:pic>
            <p:nvPicPr>
              <p:cNvPr id="39" name="Picture 2" descr="Illustration De Vecteur De Chauffeur D'autobus Scolaire Illustration de  Vecteur - Illustration of ville, homme: 87254230">
                <a:extLst>
                  <a:ext uri="{FF2B5EF4-FFF2-40B4-BE49-F238E27FC236}">
                    <a16:creationId xmlns:a16="http://schemas.microsoft.com/office/drawing/2014/main" id="{6B3EE365-222E-1F90-F467-52584C5D74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5444" b="90000" l="9763" r="89974">
                            <a14:foregroundMark x1="67150" y1="8889" x2="67150" y2="8889"/>
                            <a14:foregroundMark x1="68470" y1="5444" x2="68470" y2="5444"/>
                            <a14:foregroundMark x1="73747" y1="44444" x2="73747" y2="44444"/>
                            <a14:foregroundMark x1="70053" y1="43333" x2="70053" y2="43333"/>
                            <a14:backgroundMark x1="50396" y1="26222" x2="46042" y2="65556"/>
                            <a14:backgroundMark x1="46042" y1="65556" x2="46306" y2="66000"/>
                            <a14:backgroundMark x1="45910" y1="15222" x2="47493" y2="78667"/>
                            <a14:backgroundMark x1="50792" y1="19444" x2="50792" y2="19444"/>
                            <a14:backgroundMark x1="54222" y1="15333" x2="55805" y2="40556"/>
                            <a14:backgroundMark x1="33773" y1="16556" x2="25462" y2="66000"/>
                            <a14:backgroundMark x1="18865" y1="26222" x2="22296" y2="72111"/>
                            <a14:backgroundMark x1="20580" y1="30556" x2="30079" y2="85444"/>
                            <a14:backgroundMark x1="41161" y1="52000" x2="41293" y2="84444"/>
                            <a14:backgroundMark x1="62137" y1="57444" x2="62269" y2="65333"/>
                            <a14:backgroundMark x1="58971" y1="36111" x2="57124" y2="55889"/>
                            <a14:backgroundMark x1="60554" y1="41778" x2="60686" y2="44667"/>
                            <a14:backgroundMark x1="75726" y1="39889" x2="75726" y2="39889"/>
                            <a14:backgroundMark x1="76121" y1="40444" x2="76121" y2="40444"/>
                            <a14:backgroundMark x1="75989" y1="40778" x2="75989" y2="40778"/>
                            <a14:backgroundMark x1="77704" y1="39889" x2="82850" y2="42889"/>
                            <a14:backgroundMark x1="82982" y1="53778" x2="82982" y2="70889"/>
                            <a14:backgroundMark x1="60686" y1="34778" x2="61741" y2="4133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4133" b="47067"/>
              <a:stretch/>
            </p:blipFill>
            <p:spPr bwMode="auto">
              <a:xfrm>
                <a:off x="6683949" y="1330684"/>
                <a:ext cx="696677" cy="807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0" name="Forme libre : forme 39">
                <a:extLst>
                  <a:ext uri="{FF2B5EF4-FFF2-40B4-BE49-F238E27FC236}">
                    <a16:creationId xmlns:a16="http://schemas.microsoft.com/office/drawing/2014/main" id="{4B8DF57F-D9CA-FC29-1D9C-3212027AF413}"/>
                  </a:ext>
                </a:extLst>
              </p:cNvPr>
              <p:cNvSpPr/>
              <p:nvPr/>
            </p:nvSpPr>
            <p:spPr>
              <a:xfrm>
                <a:off x="6773301" y="1349096"/>
                <a:ext cx="468960" cy="797826"/>
              </a:xfrm>
              <a:custGeom>
                <a:avLst/>
                <a:gdLst>
                  <a:gd name="connsiteX0" fmla="*/ 18024 w 468960"/>
                  <a:gd name="connsiteY0" fmla="*/ 778154 h 797826"/>
                  <a:gd name="connsiteX1" fmla="*/ 87874 w 468960"/>
                  <a:gd name="connsiteY1" fmla="*/ 654329 h 797826"/>
                  <a:gd name="connsiteX2" fmla="*/ 170424 w 468960"/>
                  <a:gd name="connsiteY2" fmla="*/ 613054 h 797826"/>
                  <a:gd name="connsiteX3" fmla="*/ 183124 w 468960"/>
                  <a:gd name="connsiteY3" fmla="*/ 587654 h 797826"/>
                  <a:gd name="connsiteX4" fmla="*/ 183124 w 468960"/>
                  <a:gd name="connsiteY4" fmla="*/ 555904 h 797826"/>
                  <a:gd name="connsiteX5" fmla="*/ 116449 w 468960"/>
                  <a:gd name="connsiteY5" fmla="*/ 527329 h 797826"/>
                  <a:gd name="connsiteX6" fmla="*/ 91049 w 468960"/>
                  <a:gd name="connsiteY6" fmla="*/ 235229 h 797826"/>
                  <a:gd name="connsiteX7" fmla="*/ 65649 w 468960"/>
                  <a:gd name="connsiteY7" fmla="*/ 228879 h 797826"/>
                  <a:gd name="connsiteX8" fmla="*/ 33899 w 468960"/>
                  <a:gd name="connsiteY8" fmla="*/ 197129 h 797826"/>
                  <a:gd name="connsiteX9" fmla="*/ 49774 w 468960"/>
                  <a:gd name="connsiteY9" fmla="*/ 181254 h 797826"/>
                  <a:gd name="connsiteX10" fmla="*/ 30724 w 468960"/>
                  <a:gd name="connsiteY10" fmla="*/ 60604 h 797826"/>
                  <a:gd name="connsiteX11" fmla="*/ 173599 w 468960"/>
                  <a:gd name="connsiteY11" fmla="*/ 279 h 797826"/>
                  <a:gd name="connsiteX12" fmla="*/ 411724 w 468960"/>
                  <a:gd name="connsiteY12" fmla="*/ 82829 h 797826"/>
                  <a:gd name="connsiteX13" fmla="*/ 468874 w 468960"/>
                  <a:gd name="connsiteY13" fmla="*/ 190779 h 797826"/>
                  <a:gd name="connsiteX14" fmla="*/ 424424 w 468960"/>
                  <a:gd name="connsiteY14" fmla="*/ 219354 h 797826"/>
                  <a:gd name="connsiteX15" fmla="*/ 414899 w 468960"/>
                  <a:gd name="connsiteY15" fmla="*/ 349529 h 797826"/>
                  <a:gd name="connsiteX16" fmla="*/ 437124 w 468960"/>
                  <a:gd name="connsiteY16" fmla="*/ 365404 h 797826"/>
                  <a:gd name="connsiteX17" fmla="*/ 440299 w 468960"/>
                  <a:gd name="connsiteY17" fmla="*/ 432079 h 797826"/>
                  <a:gd name="connsiteX18" fmla="*/ 392674 w 468960"/>
                  <a:gd name="connsiteY18" fmla="*/ 451129 h 797826"/>
                  <a:gd name="connsiteX19" fmla="*/ 373624 w 468960"/>
                  <a:gd name="connsiteY19" fmla="*/ 451129 h 797826"/>
                  <a:gd name="connsiteX20" fmla="*/ 341874 w 468960"/>
                  <a:gd name="connsiteY20" fmla="*/ 498754 h 797826"/>
                  <a:gd name="connsiteX21" fmla="*/ 303774 w 468960"/>
                  <a:gd name="connsiteY21" fmla="*/ 543204 h 797826"/>
                  <a:gd name="connsiteX22" fmla="*/ 268849 w 468960"/>
                  <a:gd name="connsiteY22" fmla="*/ 546379 h 797826"/>
                  <a:gd name="connsiteX23" fmla="*/ 275199 w 468960"/>
                  <a:gd name="connsiteY23" fmla="*/ 603529 h 797826"/>
                  <a:gd name="connsiteX24" fmla="*/ 335524 w 468960"/>
                  <a:gd name="connsiteY24" fmla="*/ 628929 h 797826"/>
                  <a:gd name="connsiteX25" fmla="*/ 376799 w 468960"/>
                  <a:gd name="connsiteY25" fmla="*/ 686079 h 797826"/>
                  <a:gd name="connsiteX26" fmla="*/ 443474 w 468960"/>
                  <a:gd name="connsiteY26" fmla="*/ 787679 h 797826"/>
                  <a:gd name="connsiteX27" fmla="*/ 18024 w 468960"/>
                  <a:gd name="connsiteY27" fmla="*/ 778154 h 79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8960" h="797826">
                    <a:moveTo>
                      <a:pt x="18024" y="778154"/>
                    </a:moveTo>
                    <a:cubicBezTo>
                      <a:pt x="-41243" y="755929"/>
                      <a:pt x="62474" y="681846"/>
                      <a:pt x="87874" y="654329"/>
                    </a:cubicBezTo>
                    <a:cubicBezTo>
                      <a:pt x="113274" y="626812"/>
                      <a:pt x="154549" y="624166"/>
                      <a:pt x="170424" y="613054"/>
                    </a:cubicBezTo>
                    <a:cubicBezTo>
                      <a:pt x="186299" y="601941"/>
                      <a:pt x="181007" y="597179"/>
                      <a:pt x="183124" y="587654"/>
                    </a:cubicBezTo>
                    <a:cubicBezTo>
                      <a:pt x="185241" y="578129"/>
                      <a:pt x="194236" y="565958"/>
                      <a:pt x="183124" y="555904"/>
                    </a:cubicBezTo>
                    <a:cubicBezTo>
                      <a:pt x="172012" y="545850"/>
                      <a:pt x="131795" y="580775"/>
                      <a:pt x="116449" y="527329"/>
                    </a:cubicBezTo>
                    <a:cubicBezTo>
                      <a:pt x="101103" y="473883"/>
                      <a:pt x="99516" y="284971"/>
                      <a:pt x="91049" y="235229"/>
                    </a:cubicBezTo>
                    <a:cubicBezTo>
                      <a:pt x="82582" y="185487"/>
                      <a:pt x="75174" y="235229"/>
                      <a:pt x="65649" y="228879"/>
                    </a:cubicBezTo>
                    <a:cubicBezTo>
                      <a:pt x="56124" y="222529"/>
                      <a:pt x="36545" y="205066"/>
                      <a:pt x="33899" y="197129"/>
                    </a:cubicBezTo>
                    <a:cubicBezTo>
                      <a:pt x="31253" y="189192"/>
                      <a:pt x="50303" y="204008"/>
                      <a:pt x="49774" y="181254"/>
                    </a:cubicBezTo>
                    <a:cubicBezTo>
                      <a:pt x="49245" y="158500"/>
                      <a:pt x="10087" y="90766"/>
                      <a:pt x="30724" y="60604"/>
                    </a:cubicBezTo>
                    <a:cubicBezTo>
                      <a:pt x="51361" y="30442"/>
                      <a:pt x="110099" y="-3425"/>
                      <a:pt x="173599" y="279"/>
                    </a:cubicBezTo>
                    <a:cubicBezTo>
                      <a:pt x="237099" y="3983"/>
                      <a:pt x="362512" y="51079"/>
                      <a:pt x="411724" y="82829"/>
                    </a:cubicBezTo>
                    <a:cubicBezTo>
                      <a:pt x="460937" y="114579"/>
                      <a:pt x="466757" y="168025"/>
                      <a:pt x="468874" y="190779"/>
                    </a:cubicBezTo>
                    <a:cubicBezTo>
                      <a:pt x="470991" y="213533"/>
                      <a:pt x="433420" y="192896"/>
                      <a:pt x="424424" y="219354"/>
                    </a:cubicBezTo>
                    <a:cubicBezTo>
                      <a:pt x="415428" y="245812"/>
                      <a:pt x="412782" y="325187"/>
                      <a:pt x="414899" y="349529"/>
                    </a:cubicBezTo>
                    <a:cubicBezTo>
                      <a:pt x="417016" y="373871"/>
                      <a:pt x="432891" y="351646"/>
                      <a:pt x="437124" y="365404"/>
                    </a:cubicBezTo>
                    <a:cubicBezTo>
                      <a:pt x="441357" y="379162"/>
                      <a:pt x="447707" y="417792"/>
                      <a:pt x="440299" y="432079"/>
                    </a:cubicBezTo>
                    <a:cubicBezTo>
                      <a:pt x="432891" y="446366"/>
                      <a:pt x="403787" y="447954"/>
                      <a:pt x="392674" y="451129"/>
                    </a:cubicBezTo>
                    <a:cubicBezTo>
                      <a:pt x="381561" y="454304"/>
                      <a:pt x="382091" y="443191"/>
                      <a:pt x="373624" y="451129"/>
                    </a:cubicBezTo>
                    <a:cubicBezTo>
                      <a:pt x="365157" y="459066"/>
                      <a:pt x="353516" y="483408"/>
                      <a:pt x="341874" y="498754"/>
                    </a:cubicBezTo>
                    <a:cubicBezTo>
                      <a:pt x="330232" y="514100"/>
                      <a:pt x="315945" y="535267"/>
                      <a:pt x="303774" y="543204"/>
                    </a:cubicBezTo>
                    <a:cubicBezTo>
                      <a:pt x="291603" y="551141"/>
                      <a:pt x="273612" y="536325"/>
                      <a:pt x="268849" y="546379"/>
                    </a:cubicBezTo>
                    <a:cubicBezTo>
                      <a:pt x="264087" y="556433"/>
                      <a:pt x="264086" y="589771"/>
                      <a:pt x="275199" y="603529"/>
                    </a:cubicBezTo>
                    <a:cubicBezTo>
                      <a:pt x="286312" y="617287"/>
                      <a:pt x="318591" y="615171"/>
                      <a:pt x="335524" y="628929"/>
                    </a:cubicBezTo>
                    <a:cubicBezTo>
                      <a:pt x="352457" y="642687"/>
                      <a:pt x="358807" y="659621"/>
                      <a:pt x="376799" y="686079"/>
                    </a:cubicBezTo>
                    <a:cubicBezTo>
                      <a:pt x="394791" y="712537"/>
                      <a:pt x="498507" y="771275"/>
                      <a:pt x="443474" y="787679"/>
                    </a:cubicBezTo>
                    <a:cubicBezTo>
                      <a:pt x="388441" y="804083"/>
                      <a:pt x="77291" y="800379"/>
                      <a:pt x="18024" y="778154"/>
                    </a:cubicBezTo>
                    <a:close/>
                  </a:path>
                </a:pathLst>
              </a:custGeom>
              <a:solidFill>
                <a:srgbClr val="00B0F0">
                  <a:alpha val="50196"/>
                </a:srgbClr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FC2F3668-3744-2586-531F-31C25047002B}"/>
                </a:ext>
              </a:extLst>
            </p:cNvPr>
            <p:cNvSpPr txBox="1"/>
            <p:nvPr/>
          </p:nvSpPr>
          <p:spPr>
            <a:xfrm>
              <a:off x="7322033" y="1274964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ACF29B47-3028-389E-FB37-49E66E279E57}"/>
              </a:ext>
            </a:extLst>
          </p:cNvPr>
          <p:cNvSpPr/>
          <p:nvPr/>
        </p:nvSpPr>
        <p:spPr>
          <a:xfrm>
            <a:off x="2365437" y="5279083"/>
            <a:ext cx="9823769" cy="15789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6882F1C-10CD-3D87-91C1-54BCC68123EE}"/>
              </a:ext>
            </a:extLst>
          </p:cNvPr>
          <p:cNvSpPr txBox="1"/>
          <p:nvPr/>
        </p:nvSpPr>
        <p:spPr>
          <a:xfrm>
            <a:off x="2339314" y="6100898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5h45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8EDCEA3-604D-019E-1A8B-0E1FBC51B318}"/>
              </a:ext>
            </a:extLst>
          </p:cNvPr>
          <p:cNvSpPr txBox="1"/>
          <p:nvPr/>
        </p:nvSpPr>
        <p:spPr>
          <a:xfrm>
            <a:off x="11638351" y="6377897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5h45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850711-F48F-BDC4-89D2-7001CED37D6B}"/>
              </a:ext>
            </a:extLst>
          </p:cNvPr>
          <p:cNvSpPr/>
          <p:nvPr/>
        </p:nvSpPr>
        <p:spPr>
          <a:xfrm>
            <a:off x="2417524" y="5449901"/>
            <a:ext cx="1224000" cy="288000"/>
          </a:xfrm>
          <a:prstGeom prst="rect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Samedi</a:t>
            </a:r>
          </a:p>
        </p:txBody>
      </p:sp>
      <p:pic>
        <p:nvPicPr>
          <p:cNvPr id="1050" name="Google Shape;88;p1">
            <a:extLst>
              <a:ext uri="{FF2B5EF4-FFF2-40B4-BE49-F238E27FC236}">
                <a16:creationId xmlns:a16="http://schemas.microsoft.com/office/drawing/2014/main" id="{EDF4B228-9A6F-0333-2CA3-C9A648B25DEF}"/>
              </a:ext>
            </a:extLst>
          </p:cNvPr>
          <p:cNvPicPr preferRelativeResize="0"/>
          <p:nvPr/>
        </p:nvPicPr>
        <p:blipFill rotWithShape="1">
          <a:blip r:embed="rId11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799" b="90437" l="8974" r="86643">
                        <a14:foregroundMark x1="86694" y1="66234" x2="86694" y2="66234"/>
                        <a14:foregroundMark x1="40743" y1="90437" x2="40743" y2="90437"/>
                        <a14:foregroundMark x1="62352" y1="84652" x2="62352" y2="84652"/>
                        <a14:foregroundMark x1="62867" y1="84652" x2="62867" y2="84652"/>
                        <a14:foregroundMark x1="62867" y1="86305" x2="62867" y2="86305"/>
                        <a14:foregroundMark x1="62713" y1="85124" x2="62713" y2="85124"/>
                        <a14:foregroundMark x1="63899" y1="85832" x2="63899" y2="85832"/>
                        <a14:foregroundMark x1="61320" y1="85832" x2="62197" y2="85832"/>
                        <a14:foregroundMark x1="64260" y1="84298" x2="64260" y2="84298"/>
                        <a14:foregroundMark x1="65446" y1="81582" x2="65446" y2="81582"/>
                      </a14:backgroundRemoval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r="9853"/>
          <a:stretch/>
        </p:blipFill>
        <p:spPr>
          <a:xfrm flipH="1">
            <a:off x="3101479" y="4715838"/>
            <a:ext cx="1287060" cy="607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88;p1">
            <a:extLst>
              <a:ext uri="{FF2B5EF4-FFF2-40B4-BE49-F238E27FC236}">
                <a16:creationId xmlns:a16="http://schemas.microsoft.com/office/drawing/2014/main" id="{1DD8D1E6-2FD4-298C-AE8E-D412102A4606}"/>
              </a:ext>
            </a:extLst>
          </p:cNvPr>
          <p:cNvPicPr preferRelativeResize="0"/>
          <p:nvPr/>
        </p:nvPicPr>
        <p:blipFill rotWithShape="1">
          <a:blip r:embed="rId13">
            <a:duotone>
              <a:schemeClr val="accent4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799" b="90437" l="8974" r="86643">
                        <a14:foregroundMark x1="86694" y1="66234" x2="86694" y2="66234"/>
                        <a14:foregroundMark x1="40743" y1="90437" x2="40743" y2="90437"/>
                        <a14:foregroundMark x1="62352" y1="84652" x2="62352" y2="84652"/>
                        <a14:foregroundMark x1="62867" y1="84652" x2="62867" y2="84652"/>
                        <a14:foregroundMark x1="62867" y1="86305" x2="62867" y2="86305"/>
                        <a14:foregroundMark x1="62713" y1="85124" x2="62713" y2="85124"/>
                        <a14:foregroundMark x1="63899" y1="85832" x2="63899" y2="85832"/>
                        <a14:foregroundMark x1="61320" y1="85832" x2="62197" y2="85832"/>
                        <a14:foregroundMark x1="64260" y1="84298" x2="64260" y2="84298"/>
                        <a14:foregroundMark x1="65446" y1="81582" x2="65446" y2="81582"/>
                      </a14:backgroundRemoval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 r="9853"/>
          <a:stretch/>
        </p:blipFill>
        <p:spPr>
          <a:xfrm>
            <a:off x="10380769" y="4716663"/>
            <a:ext cx="1288800" cy="60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5" name="Groupe 1034">
            <a:extLst>
              <a:ext uri="{FF2B5EF4-FFF2-40B4-BE49-F238E27FC236}">
                <a16:creationId xmlns:a16="http://schemas.microsoft.com/office/drawing/2014/main" id="{B30E49B1-3A2B-B361-EA28-C0488A4677ED}"/>
              </a:ext>
            </a:extLst>
          </p:cNvPr>
          <p:cNvGrpSpPr/>
          <p:nvPr/>
        </p:nvGrpSpPr>
        <p:grpSpPr>
          <a:xfrm>
            <a:off x="11177804" y="4671570"/>
            <a:ext cx="307664" cy="494120"/>
            <a:chOff x="8715520" y="1301961"/>
            <a:chExt cx="522448" cy="839073"/>
          </a:xfrm>
        </p:grpSpPr>
        <p:grpSp>
          <p:nvGrpSpPr>
            <p:cNvPr id="1036" name="Groupe 1035">
              <a:extLst>
                <a:ext uri="{FF2B5EF4-FFF2-40B4-BE49-F238E27FC236}">
                  <a16:creationId xmlns:a16="http://schemas.microsoft.com/office/drawing/2014/main" id="{DCF74059-4AFC-3824-8D16-5AF83A6D30E6}"/>
                </a:ext>
              </a:extLst>
            </p:cNvPr>
            <p:cNvGrpSpPr/>
            <p:nvPr/>
          </p:nvGrpSpPr>
          <p:grpSpPr>
            <a:xfrm>
              <a:off x="8715520" y="1302671"/>
              <a:ext cx="522448" cy="838363"/>
              <a:chOff x="8184757" y="1322432"/>
              <a:chExt cx="522448" cy="838363"/>
            </a:xfrm>
          </p:grpSpPr>
          <p:pic>
            <p:nvPicPr>
              <p:cNvPr id="1038" name="Picture 10" descr="Jeune, caucasien, femelle, autobus scolaire | Vecteur Premium">
                <a:extLst>
                  <a:ext uri="{FF2B5EF4-FFF2-40B4-BE49-F238E27FC236}">
                    <a16:creationId xmlns:a16="http://schemas.microsoft.com/office/drawing/2014/main" id="{BED2C5D3-5890-F5FB-ED54-52134390D8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10000" b="90000" l="10000" r="90000">
                            <a14:backgroundMark x1="53355" y1="16773" x2="50160" y2="81949"/>
                            <a14:backgroundMark x1="50160" y1="81949" x2="50639" y2="82588"/>
                            <a14:backgroundMark x1="57348" y1="29553" x2="57348" y2="30032"/>
                            <a14:backgroundMark x1="57029" y1="37859" x2="57029" y2="38339"/>
                            <a14:backgroundMark x1="42013" y1="5112" x2="40256" y2="79073"/>
                            <a14:backgroundMark x1="54473" y1="34665" x2="61821" y2="66134"/>
                            <a14:backgroundMark x1="55591" y1="70447" x2="52875" y2="86581"/>
                            <a14:backgroundMark x1="56390" y1="60224" x2="63099" y2="77316"/>
                            <a14:backgroundMark x1="59744" y1="69968" x2="83387" y2="71246"/>
                            <a14:backgroundMark x1="52396" y1="51597" x2="52396" y2="51597"/>
                            <a14:backgroundMark x1="42173" y1="14377" x2="33067" y2="73642"/>
                            <a14:backgroundMark x1="57188" y1="25080" x2="57827" y2="30831"/>
                            <a14:backgroundMark x1="58626" y1="37540" x2="60383" y2="41693"/>
                            <a14:backgroundMark x1="33866" y1="19968" x2="29872" y2="59585"/>
                            <a14:backgroundMark x1="78594" y1="44409" x2="78594" y2="44409"/>
                            <a14:backgroundMark x1="79553" y1="44569" x2="79553" y2="44569"/>
                            <a14:backgroundMark x1="76198" y1="44888" x2="76198" y2="44888"/>
                            <a14:backgroundMark x1="75879" y1="44888" x2="75879" y2="44888"/>
                            <a14:backgroundMark x1="75879" y1="44888" x2="78754" y2="46805"/>
                            <a14:backgroundMark x1="80032" y1="49042" x2="78754" y2="47444"/>
                            <a14:backgroundMark x1="78115" y1="43930" x2="79872" y2="40575"/>
                            <a14:backgroundMark x1="75719" y1="44728" x2="75719" y2="44728"/>
                            <a14:backgroundMark x1="75559" y1="44728" x2="75559" y2="44728"/>
                            <a14:backgroundMark x1="58147" y1="31949" x2="58147" y2="31949"/>
                            <a14:backgroundMark x1="61022" y1="51597" x2="61022" y2="51597"/>
                            <a14:backgroundMark x1="62780" y1="51917" x2="62780" y2="51917"/>
                            <a14:backgroundMark x1="62780" y1="51118" x2="62780" y2="5111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056" t="10201" r="9962" b="33583"/>
              <a:stretch/>
            </p:blipFill>
            <p:spPr bwMode="auto">
              <a:xfrm>
                <a:off x="8184757" y="1322432"/>
                <a:ext cx="522448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39" name="Forme libre : forme 1038">
                <a:extLst>
                  <a:ext uri="{FF2B5EF4-FFF2-40B4-BE49-F238E27FC236}">
                    <a16:creationId xmlns:a16="http://schemas.microsoft.com/office/drawing/2014/main" id="{818B8D50-6F46-C328-544A-9D894A039871}"/>
                  </a:ext>
                </a:extLst>
              </p:cNvPr>
              <p:cNvSpPr/>
              <p:nvPr/>
            </p:nvSpPr>
            <p:spPr>
              <a:xfrm>
                <a:off x="8246047" y="1349635"/>
                <a:ext cx="421861" cy="811160"/>
              </a:xfrm>
              <a:custGeom>
                <a:avLst/>
                <a:gdLst>
                  <a:gd name="connsiteX0" fmla="*/ 54991 w 421861"/>
                  <a:gd name="connsiteY0" fmla="*/ 788728 h 811160"/>
                  <a:gd name="connsiteX1" fmla="*/ 71659 w 421861"/>
                  <a:gd name="connsiteY1" fmla="*/ 562509 h 811160"/>
                  <a:gd name="connsiteX2" fmla="*/ 121666 w 421861"/>
                  <a:gd name="connsiteY2" fmla="*/ 538696 h 811160"/>
                  <a:gd name="connsiteX3" fmla="*/ 131191 w 421861"/>
                  <a:gd name="connsiteY3" fmla="*/ 479165 h 811160"/>
                  <a:gd name="connsiteX4" fmla="*/ 71659 w 421861"/>
                  <a:gd name="connsiteY4" fmla="*/ 410109 h 811160"/>
                  <a:gd name="connsiteX5" fmla="*/ 62134 w 421861"/>
                  <a:gd name="connsiteY5" fmla="*/ 341053 h 811160"/>
                  <a:gd name="connsiteX6" fmla="*/ 12128 w 421861"/>
                  <a:gd name="connsiteY6" fmla="*/ 279140 h 811160"/>
                  <a:gd name="connsiteX7" fmla="*/ 12128 w 421861"/>
                  <a:gd name="connsiteY7" fmla="*/ 171984 h 811160"/>
                  <a:gd name="connsiteX8" fmla="*/ 222 w 421861"/>
                  <a:gd name="connsiteY8" fmla="*/ 86259 h 811160"/>
                  <a:gd name="connsiteX9" fmla="*/ 24034 w 421861"/>
                  <a:gd name="connsiteY9" fmla="*/ 33871 h 811160"/>
                  <a:gd name="connsiteX10" fmla="*/ 83566 w 421861"/>
                  <a:gd name="connsiteY10" fmla="*/ 534 h 811160"/>
                  <a:gd name="connsiteX11" fmla="*/ 338359 w 421861"/>
                  <a:gd name="connsiteY11" fmla="*/ 60065 h 811160"/>
                  <a:gd name="connsiteX12" fmla="*/ 421703 w 421861"/>
                  <a:gd name="connsiteY12" fmla="*/ 176746 h 811160"/>
                  <a:gd name="connsiteX13" fmla="*/ 359791 w 421861"/>
                  <a:gd name="connsiteY13" fmla="*/ 205321 h 811160"/>
                  <a:gd name="connsiteX14" fmla="*/ 376459 w 421861"/>
                  <a:gd name="connsiteY14" fmla="*/ 210084 h 811160"/>
                  <a:gd name="connsiteX15" fmla="*/ 369316 w 421861"/>
                  <a:gd name="connsiteY15" fmla="*/ 271996 h 811160"/>
                  <a:gd name="connsiteX16" fmla="*/ 364553 w 421861"/>
                  <a:gd name="connsiteY16" fmla="*/ 379153 h 811160"/>
                  <a:gd name="connsiteX17" fmla="*/ 316928 w 421861"/>
                  <a:gd name="connsiteY17" fmla="*/ 362484 h 811160"/>
                  <a:gd name="connsiteX18" fmla="*/ 305022 w 421861"/>
                  <a:gd name="connsiteY18" fmla="*/ 414871 h 811160"/>
                  <a:gd name="connsiteX19" fmla="*/ 250253 w 421861"/>
                  <a:gd name="connsiteY19" fmla="*/ 467259 h 811160"/>
                  <a:gd name="connsiteX20" fmla="*/ 269303 w 421861"/>
                  <a:gd name="connsiteY20" fmla="*/ 495834 h 811160"/>
                  <a:gd name="connsiteX21" fmla="*/ 359791 w 421861"/>
                  <a:gd name="connsiteY21" fmla="*/ 593465 h 811160"/>
                  <a:gd name="connsiteX22" fmla="*/ 405034 w 421861"/>
                  <a:gd name="connsiteY22" fmla="*/ 679190 h 811160"/>
                  <a:gd name="connsiteX23" fmla="*/ 343122 w 421861"/>
                  <a:gd name="connsiteY23" fmla="*/ 791109 h 811160"/>
                  <a:gd name="connsiteX24" fmla="*/ 54991 w 421861"/>
                  <a:gd name="connsiteY24" fmla="*/ 788728 h 81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21861" h="811160">
                    <a:moveTo>
                      <a:pt x="54991" y="788728"/>
                    </a:moveTo>
                    <a:cubicBezTo>
                      <a:pt x="9747" y="750628"/>
                      <a:pt x="60547" y="604181"/>
                      <a:pt x="71659" y="562509"/>
                    </a:cubicBezTo>
                    <a:cubicBezTo>
                      <a:pt x="82771" y="520837"/>
                      <a:pt x="111744" y="552587"/>
                      <a:pt x="121666" y="538696"/>
                    </a:cubicBezTo>
                    <a:cubicBezTo>
                      <a:pt x="131588" y="524805"/>
                      <a:pt x="139526" y="500596"/>
                      <a:pt x="131191" y="479165"/>
                    </a:cubicBezTo>
                    <a:cubicBezTo>
                      <a:pt x="122856" y="457734"/>
                      <a:pt x="83169" y="433128"/>
                      <a:pt x="71659" y="410109"/>
                    </a:cubicBezTo>
                    <a:cubicBezTo>
                      <a:pt x="60150" y="387090"/>
                      <a:pt x="72056" y="362881"/>
                      <a:pt x="62134" y="341053"/>
                    </a:cubicBezTo>
                    <a:cubicBezTo>
                      <a:pt x="52212" y="319225"/>
                      <a:pt x="20462" y="307318"/>
                      <a:pt x="12128" y="279140"/>
                    </a:cubicBezTo>
                    <a:cubicBezTo>
                      <a:pt x="3794" y="250962"/>
                      <a:pt x="14112" y="204131"/>
                      <a:pt x="12128" y="171984"/>
                    </a:cubicBezTo>
                    <a:cubicBezTo>
                      <a:pt x="10144" y="139837"/>
                      <a:pt x="-1762" y="109278"/>
                      <a:pt x="222" y="86259"/>
                    </a:cubicBezTo>
                    <a:cubicBezTo>
                      <a:pt x="2206" y="63240"/>
                      <a:pt x="10143" y="48158"/>
                      <a:pt x="24034" y="33871"/>
                    </a:cubicBezTo>
                    <a:cubicBezTo>
                      <a:pt x="37925" y="19583"/>
                      <a:pt x="31179" y="-3832"/>
                      <a:pt x="83566" y="534"/>
                    </a:cubicBezTo>
                    <a:cubicBezTo>
                      <a:pt x="135953" y="4900"/>
                      <a:pt x="282003" y="30696"/>
                      <a:pt x="338359" y="60065"/>
                    </a:cubicBezTo>
                    <a:cubicBezTo>
                      <a:pt x="394715" y="89434"/>
                      <a:pt x="418131" y="152537"/>
                      <a:pt x="421703" y="176746"/>
                    </a:cubicBezTo>
                    <a:cubicBezTo>
                      <a:pt x="425275" y="200955"/>
                      <a:pt x="367332" y="199765"/>
                      <a:pt x="359791" y="205321"/>
                    </a:cubicBezTo>
                    <a:cubicBezTo>
                      <a:pt x="352250" y="210877"/>
                      <a:pt x="374872" y="198972"/>
                      <a:pt x="376459" y="210084"/>
                    </a:cubicBezTo>
                    <a:cubicBezTo>
                      <a:pt x="378046" y="221196"/>
                      <a:pt x="371300" y="243818"/>
                      <a:pt x="369316" y="271996"/>
                    </a:cubicBezTo>
                    <a:cubicBezTo>
                      <a:pt x="367332" y="300174"/>
                      <a:pt x="373284" y="364072"/>
                      <a:pt x="364553" y="379153"/>
                    </a:cubicBezTo>
                    <a:cubicBezTo>
                      <a:pt x="355822" y="394234"/>
                      <a:pt x="326850" y="356531"/>
                      <a:pt x="316928" y="362484"/>
                    </a:cubicBezTo>
                    <a:cubicBezTo>
                      <a:pt x="307006" y="368437"/>
                      <a:pt x="316134" y="397409"/>
                      <a:pt x="305022" y="414871"/>
                    </a:cubicBezTo>
                    <a:cubicBezTo>
                      <a:pt x="293910" y="432333"/>
                      <a:pt x="256206" y="453765"/>
                      <a:pt x="250253" y="467259"/>
                    </a:cubicBezTo>
                    <a:cubicBezTo>
                      <a:pt x="244300" y="480753"/>
                      <a:pt x="251047" y="474800"/>
                      <a:pt x="269303" y="495834"/>
                    </a:cubicBezTo>
                    <a:cubicBezTo>
                      <a:pt x="287559" y="516868"/>
                      <a:pt x="337169" y="562906"/>
                      <a:pt x="359791" y="593465"/>
                    </a:cubicBezTo>
                    <a:cubicBezTo>
                      <a:pt x="382413" y="624024"/>
                      <a:pt x="407812" y="646250"/>
                      <a:pt x="405034" y="679190"/>
                    </a:cubicBezTo>
                    <a:cubicBezTo>
                      <a:pt x="402256" y="712130"/>
                      <a:pt x="397891" y="773647"/>
                      <a:pt x="343122" y="791109"/>
                    </a:cubicBezTo>
                    <a:cubicBezTo>
                      <a:pt x="288353" y="808571"/>
                      <a:pt x="100235" y="826828"/>
                      <a:pt x="54991" y="788728"/>
                    </a:cubicBezTo>
                    <a:close/>
                  </a:path>
                </a:pathLst>
              </a:custGeom>
              <a:solidFill>
                <a:srgbClr val="7030A0">
                  <a:alpha val="50196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037" name="ZoneTexte 1036">
              <a:extLst>
                <a:ext uri="{FF2B5EF4-FFF2-40B4-BE49-F238E27FC236}">
                  <a16:creationId xmlns:a16="http://schemas.microsoft.com/office/drawing/2014/main" id="{F21D5BDA-C300-693F-579E-3F3698D743EB}"/>
                </a:ext>
              </a:extLst>
            </p:cNvPr>
            <p:cNvSpPr txBox="1"/>
            <p:nvPr/>
          </p:nvSpPr>
          <p:spPr>
            <a:xfrm>
              <a:off x="8780104" y="1301961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</a:p>
          </p:txBody>
        </p:sp>
      </p:grpSp>
      <p:grpSp>
        <p:nvGrpSpPr>
          <p:cNvPr id="1024" name="Groupe 1023">
            <a:extLst>
              <a:ext uri="{FF2B5EF4-FFF2-40B4-BE49-F238E27FC236}">
                <a16:creationId xmlns:a16="http://schemas.microsoft.com/office/drawing/2014/main" id="{A0B60322-1C2A-E1F7-B8F1-4002DE3F6B1D}"/>
              </a:ext>
            </a:extLst>
          </p:cNvPr>
          <p:cNvGrpSpPr/>
          <p:nvPr/>
        </p:nvGrpSpPr>
        <p:grpSpPr>
          <a:xfrm>
            <a:off x="3264436" y="4678827"/>
            <a:ext cx="323888" cy="493730"/>
            <a:chOff x="7966342" y="1283428"/>
            <a:chExt cx="550000" cy="838411"/>
          </a:xfrm>
        </p:grpSpPr>
        <p:grpSp>
          <p:nvGrpSpPr>
            <p:cNvPr id="1025" name="Groupe 1024">
              <a:extLst>
                <a:ext uri="{FF2B5EF4-FFF2-40B4-BE49-F238E27FC236}">
                  <a16:creationId xmlns:a16="http://schemas.microsoft.com/office/drawing/2014/main" id="{9FE4BC4B-8DF7-6F46-8079-E3030F702E66}"/>
                </a:ext>
              </a:extLst>
            </p:cNvPr>
            <p:cNvGrpSpPr/>
            <p:nvPr/>
          </p:nvGrpSpPr>
          <p:grpSpPr>
            <a:xfrm>
              <a:off x="7966342" y="1283428"/>
              <a:ext cx="550000" cy="838411"/>
              <a:chOff x="7435579" y="1324618"/>
              <a:chExt cx="550000" cy="838411"/>
            </a:xfrm>
          </p:grpSpPr>
          <p:pic>
            <p:nvPicPr>
              <p:cNvPr id="1032" name="Picture 12" descr="Premium Vector | School bus driver vector illustration.">
                <a:extLst>
                  <a:ext uri="{FF2B5EF4-FFF2-40B4-BE49-F238E27FC236}">
                    <a16:creationId xmlns:a16="http://schemas.microsoft.com/office/drawing/2014/main" id="{B51AEE7D-360F-AC5B-5832-53D2C836E4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10000" b="90000" l="10000" r="90000">
                            <a14:backgroundMark x1="51917" y1="19169" x2="53035" y2="47764"/>
                            <a14:backgroundMark x1="53035" y1="47764" x2="49840" y2="59744"/>
                            <a14:backgroundMark x1="49840" y1="59744" x2="49840" y2="60224"/>
                            <a14:backgroundMark x1="80351" y1="41534" x2="79872" y2="42971"/>
                            <a14:backgroundMark x1="78435" y1="42492" x2="78435" y2="42492"/>
                            <a14:backgroundMark x1="76997" y1="42013" x2="80831" y2="44249"/>
                            <a14:backgroundMark x1="56869" y1="19329" x2="58307" y2="34345"/>
                            <a14:backgroundMark x1="58786" y1="34505" x2="57029" y2="53674"/>
                            <a14:backgroundMark x1="39457" y1="14377" x2="32588" y2="76677"/>
                            <a14:backgroundMark x1="42812" y1="53514" x2="43930" y2="82268"/>
                            <a14:backgroundMark x1="48722" y1="68211" x2="53355" y2="85463"/>
                            <a14:backgroundMark x1="54473" y1="67252" x2="56390" y2="79393"/>
                            <a14:backgroundMark x1="59585" y1="51438" x2="59585" y2="51438"/>
                            <a14:backgroundMark x1="62460" y1="51118" x2="62460" y2="51118"/>
                            <a14:backgroundMark x1="63578" y1="50160" x2="63578" y2="50160"/>
                            <a14:backgroundMark x1="63259" y1="51278" x2="63259" y2="51278"/>
                            <a14:backgroundMark x1="63099" y1="51597" x2="63099" y2="51597"/>
                            <a14:backgroundMark x1="57827" y1="54153" x2="56390" y2="72843"/>
                            <a14:backgroundMark x1="76677" y1="42173" x2="76677" y2="4217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239" t="10107" r="12289" b="40217"/>
              <a:stretch/>
            </p:blipFill>
            <p:spPr bwMode="auto">
              <a:xfrm>
                <a:off x="7435579" y="1324618"/>
                <a:ext cx="550000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34" name="Forme libre : forme 1033">
                <a:extLst>
                  <a:ext uri="{FF2B5EF4-FFF2-40B4-BE49-F238E27FC236}">
                    <a16:creationId xmlns:a16="http://schemas.microsoft.com/office/drawing/2014/main" id="{73BD76DA-32ED-692B-52D8-40F245EC7BA9}"/>
                  </a:ext>
                </a:extLst>
              </p:cNvPr>
              <p:cNvSpPr/>
              <p:nvPr/>
            </p:nvSpPr>
            <p:spPr>
              <a:xfrm>
                <a:off x="7511884" y="1368841"/>
                <a:ext cx="436727" cy="794189"/>
              </a:xfrm>
              <a:custGeom>
                <a:avLst/>
                <a:gdLst>
                  <a:gd name="connsiteX0" fmla="*/ 25857 w 434417"/>
                  <a:gd name="connsiteY0" fmla="*/ 771109 h 794189"/>
                  <a:gd name="connsiteX1" fmla="*/ 73482 w 434417"/>
                  <a:gd name="connsiteY1" fmla="*/ 606009 h 794189"/>
                  <a:gd name="connsiteX2" fmla="*/ 143332 w 434417"/>
                  <a:gd name="connsiteY2" fmla="*/ 548859 h 794189"/>
                  <a:gd name="connsiteX3" fmla="*/ 152857 w 434417"/>
                  <a:gd name="connsiteY3" fmla="*/ 494884 h 794189"/>
                  <a:gd name="connsiteX4" fmla="*/ 79832 w 434417"/>
                  <a:gd name="connsiteY4" fmla="*/ 425034 h 794189"/>
                  <a:gd name="connsiteX5" fmla="*/ 60782 w 434417"/>
                  <a:gd name="connsiteY5" fmla="*/ 352009 h 794189"/>
                  <a:gd name="connsiteX6" fmla="*/ 32207 w 434417"/>
                  <a:gd name="connsiteY6" fmla="*/ 285334 h 794189"/>
                  <a:gd name="connsiteX7" fmla="*/ 35382 w 434417"/>
                  <a:gd name="connsiteY7" fmla="*/ 225009 h 794189"/>
                  <a:gd name="connsiteX8" fmla="*/ 35382 w 434417"/>
                  <a:gd name="connsiteY8" fmla="*/ 186909 h 794189"/>
                  <a:gd name="connsiteX9" fmla="*/ 457 w 434417"/>
                  <a:gd name="connsiteY9" fmla="*/ 88484 h 794189"/>
                  <a:gd name="connsiteX10" fmla="*/ 63957 w 434417"/>
                  <a:gd name="connsiteY10" fmla="*/ 15459 h 794189"/>
                  <a:gd name="connsiteX11" fmla="*/ 171907 w 434417"/>
                  <a:gd name="connsiteY11" fmla="*/ 2759 h 794189"/>
                  <a:gd name="connsiteX12" fmla="*/ 321132 w 434417"/>
                  <a:gd name="connsiteY12" fmla="*/ 53559 h 794189"/>
                  <a:gd name="connsiteX13" fmla="*/ 419557 w 434417"/>
                  <a:gd name="connsiteY13" fmla="*/ 164684 h 794189"/>
                  <a:gd name="connsiteX14" fmla="*/ 356057 w 434417"/>
                  <a:gd name="connsiteY14" fmla="*/ 205959 h 794189"/>
                  <a:gd name="connsiteX15" fmla="*/ 362407 w 434417"/>
                  <a:gd name="connsiteY15" fmla="*/ 228184 h 794189"/>
                  <a:gd name="connsiteX16" fmla="*/ 384632 w 434417"/>
                  <a:gd name="connsiteY16" fmla="*/ 234534 h 794189"/>
                  <a:gd name="connsiteX17" fmla="*/ 381457 w 434417"/>
                  <a:gd name="connsiteY17" fmla="*/ 336134 h 794189"/>
                  <a:gd name="connsiteX18" fmla="*/ 346532 w 434417"/>
                  <a:gd name="connsiteY18" fmla="*/ 355184 h 794189"/>
                  <a:gd name="connsiteX19" fmla="*/ 352882 w 434417"/>
                  <a:gd name="connsiteY19" fmla="*/ 415509 h 794189"/>
                  <a:gd name="connsiteX20" fmla="*/ 283032 w 434417"/>
                  <a:gd name="connsiteY20" fmla="*/ 466309 h 794189"/>
                  <a:gd name="connsiteX21" fmla="*/ 276682 w 434417"/>
                  <a:gd name="connsiteY21" fmla="*/ 494884 h 794189"/>
                  <a:gd name="connsiteX22" fmla="*/ 365582 w 434417"/>
                  <a:gd name="connsiteY22" fmla="*/ 567909 h 794189"/>
                  <a:gd name="connsiteX23" fmla="*/ 413207 w 434417"/>
                  <a:gd name="connsiteY23" fmla="*/ 771109 h 794189"/>
                  <a:gd name="connsiteX24" fmla="*/ 25857 w 434417"/>
                  <a:gd name="connsiteY24" fmla="*/ 771109 h 794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4417" h="794189">
                    <a:moveTo>
                      <a:pt x="25857" y="771109"/>
                    </a:moveTo>
                    <a:cubicBezTo>
                      <a:pt x="-30764" y="743592"/>
                      <a:pt x="53903" y="643051"/>
                      <a:pt x="73482" y="606009"/>
                    </a:cubicBezTo>
                    <a:cubicBezTo>
                      <a:pt x="93061" y="568967"/>
                      <a:pt x="130103" y="567380"/>
                      <a:pt x="143332" y="548859"/>
                    </a:cubicBezTo>
                    <a:cubicBezTo>
                      <a:pt x="156561" y="530338"/>
                      <a:pt x="163440" y="515521"/>
                      <a:pt x="152857" y="494884"/>
                    </a:cubicBezTo>
                    <a:cubicBezTo>
                      <a:pt x="142274" y="474246"/>
                      <a:pt x="95178" y="448846"/>
                      <a:pt x="79832" y="425034"/>
                    </a:cubicBezTo>
                    <a:cubicBezTo>
                      <a:pt x="64486" y="401222"/>
                      <a:pt x="68720" y="375292"/>
                      <a:pt x="60782" y="352009"/>
                    </a:cubicBezTo>
                    <a:cubicBezTo>
                      <a:pt x="52845" y="328726"/>
                      <a:pt x="36440" y="306501"/>
                      <a:pt x="32207" y="285334"/>
                    </a:cubicBezTo>
                    <a:cubicBezTo>
                      <a:pt x="27974" y="264167"/>
                      <a:pt x="34853" y="241413"/>
                      <a:pt x="35382" y="225009"/>
                    </a:cubicBezTo>
                    <a:cubicBezTo>
                      <a:pt x="35911" y="208605"/>
                      <a:pt x="41203" y="209663"/>
                      <a:pt x="35382" y="186909"/>
                    </a:cubicBezTo>
                    <a:cubicBezTo>
                      <a:pt x="29561" y="164155"/>
                      <a:pt x="-4305" y="117059"/>
                      <a:pt x="457" y="88484"/>
                    </a:cubicBezTo>
                    <a:cubicBezTo>
                      <a:pt x="5219" y="59909"/>
                      <a:pt x="35382" y="29746"/>
                      <a:pt x="63957" y="15459"/>
                    </a:cubicBezTo>
                    <a:cubicBezTo>
                      <a:pt x="92532" y="1172"/>
                      <a:pt x="129045" y="-3591"/>
                      <a:pt x="171907" y="2759"/>
                    </a:cubicBezTo>
                    <a:cubicBezTo>
                      <a:pt x="214769" y="9109"/>
                      <a:pt x="279857" y="26572"/>
                      <a:pt x="321132" y="53559"/>
                    </a:cubicBezTo>
                    <a:cubicBezTo>
                      <a:pt x="362407" y="80546"/>
                      <a:pt x="413736" y="139284"/>
                      <a:pt x="419557" y="164684"/>
                    </a:cubicBezTo>
                    <a:cubicBezTo>
                      <a:pt x="425378" y="190084"/>
                      <a:pt x="365582" y="195376"/>
                      <a:pt x="356057" y="205959"/>
                    </a:cubicBezTo>
                    <a:cubicBezTo>
                      <a:pt x="346532" y="216542"/>
                      <a:pt x="357645" y="223422"/>
                      <a:pt x="362407" y="228184"/>
                    </a:cubicBezTo>
                    <a:cubicBezTo>
                      <a:pt x="367169" y="232946"/>
                      <a:pt x="381457" y="216542"/>
                      <a:pt x="384632" y="234534"/>
                    </a:cubicBezTo>
                    <a:cubicBezTo>
                      <a:pt x="387807" y="252526"/>
                      <a:pt x="387807" y="316026"/>
                      <a:pt x="381457" y="336134"/>
                    </a:cubicBezTo>
                    <a:cubicBezTo>
                      <a:pt x="375107" y="356242"/>
                      <a:pt x="351294" y="341955"/>
                      <a:pt x="346532" y="355184"/>
                    </a:cubicBezTo>
                    <a:cubicBezTo>
                      <a:pt x="341770" y="368413"/>
                      <a:pt x="363465" y="396988"/>
                      <a:pt x="352882" y="415509"/>
                    </a:cubicBezTo>
                    <a:cubicBezTo>
                      <a:pt x="342299" y="434030"/>
                      <a:pt x="295732" y="453080"/>
                      <a:pt x="283032" y="466309"/>
                    </a:cubicBezTo>
                    <a:cubicBezTo>
                      <a:pt x="270332" y="479538"/>
                      <a:pt x="262924" y="477951"/>
                      <a:pt x="276682" y="494884"/>
                    </a:cubicBezTo>
                    <a:cubicBezTo>
                      <a:pt x="290440" y="511817"/>
                      <a:pt x="342828" y="521872"/>
                      <a:pt x="365582" y="567909"/>
                    </a:cubicBezTo>
                    <a:cubicBezTo>
                      <a:pt x="388336" y="613946"/>
                      <a:pt x="473532" y="737242"/>
                      <a:pt x="413207" y="771109"/>
                    </a:cubicBezTo>
                    <a:cubicBezTo>
                      <a:pt x="352882" y="804976"/>
                      <a:pt x="82478" y="798626"/>
                      <a:pt x="25857" y="771109"/>
                    </a:cubicBezTo>
                    <a:close/>
                  </a:path>
                </a:pathLst>
              </a:custGeom>
              <a:solidFill>
                <a:srgbClr val="FC8F0C">
                  <a:alpha val="50196"/>
                </a:srgbClr>
              </a:solidFill>
              <a:ln>
                <a:solidFill>
                  <a:srgbClr val="FC8F0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031" name="ZoneTexte 1030">
              <a:extLst>
                <a:ext uri="{FF2B5EF4-FFF2-40B4-BE49-F238E27FC236}">
                  <a16:creationId xmlns:a16="http://schemas.microsoft.com/office/drawing/2014/main" id="{92B37CCB-413E-D6FD-80A1-5354082B688C}"/>
                </a:ext>
              </a:extLst>
            </p:cNvPr>
            <p:cNvSpPr txBox="1"/>
            <p:nvPr/>
          </p:nvSpPr>
          <p:spPr>
            <a:xfrm>
              <a:off x="8045173" y="1301875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C8F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9DB01E51-955E-696A-D21C-1D01D55EF9DE}"/>
              </a:ext>
            </a:extLst>
          </p:cNvPr>
          <p:cNvSpPr txBox="1"/>
          <p:nvPr/>
        </p:nvSpPr>
        <p:spPr>
          <a:xfrm>
            <a:off x="6096000" y="1537440"/>
            <a:ext cx="2067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chemeClr val="tx2"/>
                </a:solidFill>
              </a:rPr>
              <a:t>Divers entretiens</a:t>
            </a:r>
          </a:p>
        </p:txBody>
      </p:sp>
      <p:pic>
        <p:nvPicPr>
          <p:cNvPr id="49" name="Graphique 48" descr="Outils avec un remplissage uni">
            <a:extLst>
              <a:ext uri="{FF2B5EF4-FFF2-40B4-BE49-F238E27FC236}">
                <a16:creationId xmlns:a16="http://schemas.microsoft.com/office/drawing/2014/main" id="{19EFC74E-E507-1856-2163-813C3A33A24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949061" y="1390235"/>
            <a:ext cx="651566" cy="651566"/>
          </a:xfrm>
          <a:prstGeom prst="rect">
            <a:avLst/>
          </a:prstGeom>
        </p:spPr>
      </p:pic>
      <p:sp>
        <p:nvSpPr>
          <p:cNvPr id="53" name="ZoneTexte 52">
            <a:extLst>
              <a:ext uri="{FF2B5EF4-FFF2-40B4-BE49-F238E27FC236}">
                <a16:creationId xmlns:a16="http://schemas.microsoft.com/office/drawing/2014/main" id="{1EA4AFEC-58FB-1A1D-519C-E795F4C94909}"/>
              </a:ext>
            </a:extLst>
          </p:cNvPr>
          <p:cNvSpPr txBox="1"/>
          <p:nvPr/>
        </p:nvSpPr>
        <p:spPr>
          <a:xfrm>
            <a:off x="2359079" y="2238529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A9662CD9-CD58-5936-04E3-3742546B6E7C}"/>
              </a:ext>
            </a:extLst>
          </p:cNvPr>
          <p:cNvSpPr txBox="1"/>
          <p:nvPr/>
        </p:nvSpPr>
        <p:spPr>
          <a:xfrm>
            <a:off x="2616775" y="2694791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9845E061-67E7-8380-8F58-E9CC3CBE7D78}"/>
              </a:ext>
            </a:extLst>
          </p:cNvPr>
          <p:cNvSpPr txBox="1"/>
          <p:nvPr/>
        </p:nvSpPr>
        <p:spPr>
          <a:xfrm>
            <a:off x="11561217" y="2208188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3569F062-2E14-EBC5-6A90-C50D110DF346}"/>
              </a:ext>
            </a:extLst>
          </p:cNvPr>
          <p:cNvSpPr txBox="1"/>
          <p:nvPr/>
        </p:nvSpPr>
        <p:spPr>
          <a:xfrm>
            <a:off x="11362496" y="2690293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48B36552-FDF9-59F0-7412-4D5F3CB483B7}"/>
              </a:ext>
            </a:extLst>
          </p:cNvPr>
          <p:cNvCxnSpPr>
            <a:cxnSpLocks/>
          </p:cNvCxnSpPr>
          <p:nvPr/>
        </p:nvCxnSpPr>
        <p:spPr>
          <a:xfrm>
            <a:off x="3262445" y="2370755"/>
            <a:ext cx="7917351" cy="428311"/>
          </a:xfrm>
          <a:prstGeom prst="straightConnector1">
            <a:avLst/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1404BE40-12C1-D187-DAB7-C0A7B005B95E}"/>
              </a:ext>
            </a:extLst>
          </p:cNvPr>
          <p:cNvCxnSpPr>
            <a:cxnSpLocks/>
          </p:cNvCxnSpPr>
          <p:nvPr/>
        </p:nvCxnSpPr>
        <p:spPr>
          <a:xfrm flipH="1">
            <a:off x="3330044" y="2341649"/>
            <a:ext cx="8086781" cy="487143"/>
          </a:xfrm>
          <a:prstGeom prst="straightConnector1">
            <a:avLst/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28490D65-0F91-33B8-8561-F7C7379D73D1}"/>
              </a:ext>
            </a:extLst>
          </p:cNvPr>
          <p:cNvGrpSpPr/>
          <p:nvPr/>
        </p:nvGrpSpPr>
        <p:grpSpPr>
          <a:xfrm>
            <a:off x="2439324" y="2144808"/>
            <a:ext cx="278415" cy="410049"/>
            <a:chOff x="4693615" y="1216747"/>
            <a:chExt cx="628062" cy="907054"/>
          </a:xfrm>
        </p:grpSpPr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7BE289A8-6881-413E-5AE6-551978747ADC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62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FA1F5157-73AA-C3F0-1338-8A8629F3C9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3" name="Forme libre : forme 62">
                <a:extLst>
                  <a:ext uri="{FF2B5EF4-FFF2-40B4-BE49-F238E27FC236}">
                    <a16:creationId xmlns:a16="http://schemas.microsoft.com/office/drawing/2014/main" id="{22FE5BAF-0DA4-52C7-5FCB-4BC108976E70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61" name="ZoneTexte 60">
              <a:extLst>
                <a:ext uri="{FF2B5EF4-FFF2-40B4-BE49-F238E27FC236}">
                  <a16:creationId xmlns:a16="http://schemas.microsoft.com/office/drawing/2014/main" id="{E8199D38-0B42-3431-1A92-647CB1DBF063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026" name="Groupe 1025">
            <a:extLst>
              <a:ext uri="{FF2B5EF4-FFF2-40B4-BE49-F238E27FC236}">
                <a16:creationId xmlns:a16="http://schemas.microsoft.com/office/drawing/2014/main" id="{F31159DE-6FD2-2A03-FA3C-BE807AC287BA}"/>
              </a:ext>
            </a:extLst>
          </p:cNvPr>
          <p:cNvGrpSpPr/>
          <p:nvPr/>
        </p:nvGrpSpPr>
        <p:grpSpPr>
          <a:xfrm>
            <a:off x="11887038" y="2576160"/>
            <a:ext cx="278415" cy="410049"/>
            <a:chOff x="4693615" y="1216747"/>
            <a:chExt cx="628062" cy="907054"/>
          </a:xfrm>
        </p:grpSpPr>
        <p:grpSp>
          <p:nvGrpSpPr>
            <p:cNvPr id="1027" name="Groupe 1026">
              <a:extLst>
                <a:ext uri="{FF2B5EF4-FFF2-40B4-BE49-F238E27FC236}">
                  <a16:creationId xmlns:a16="http://schemas.microsoft.com/office/drawing/2014/main" id="{3DC08038-08F3-99BB-3E36-5E2ADAFF5C4A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033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A2532264-68E5-9C44-5E4D-175FC736C6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42" name="Forme libre : forme 1041">
                <a:extLst>
                  <a:ext uri="{FF2B5EF4-FFF2-40B4-BE49-F238E27FC236}">
                    <a16:creationId xmlns:a16="http://schemas.microsoft.com/office/drawing/2014/main" id="{230179AA-066C-39E9-6B71-87504BAA7B7B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28" name="ZoneTexte 1027">
              <a:extLst>
                <a:ext uri="{FF2B5EF4-FFF2-40B4-BE49-F238E27FC236}">
                  <a16:creationId xmlns:a16="http://schemas.microsoft.com/office/drawing/2014/main" id="{9C223137-F8B1-FA51-3307-C45EE58A68C6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043" name="Groupe 1042">
            <a:extLst>
              <a:ext uri="{FF2B5EF4-FFF2-40B4-BE49-F238E27FC236}">
                <a16:creationId xmlns:a16="http://schemas.microsoft.com/office/drawing/2014/main" id="{0383E3B2-9C3E-2F3D-389F-A2169CAAE5D5}"/>
              </a:ext>
            </a:extLst>
          </p:cNvPr>
          <p:cNvGrpSpPr/>
          <p:nvPr/>
        </p:nvGrpSpPr>
        <p:grpSpPr>
          <a:xfrm>
            <a:off x="11902599" y="2146643"/>
            <a:ext cx="255230" cy="406122"/>
            <a:chOff x="5633373" y="1227577"/>
            <a:chExt cx="575763" cy="898368"/>
          </a:xfrm>
        </p:grpSpPr>
        <p:grpSp>
          <p:nvGrpSpPr>
            <p:cNvPr id="1045" name="Groupe 1044">
              <a:extLst>
                <a:ext uri="{FF2B5EF4-FFF2-40B4-BE49-F238E27FC236}">
                  <a16:creationId xmlns:a16="http://schemas.microsoft.com/office/drawing/2014/main" id="{37D905E5-040A-95DE-117A-B9A3F74C0E1B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48" name="Image 1047">
                <a:extLst>
                  <a:ext uri="{FF2B5EF4-FFF2-40B4-BE49-F238E27FC236}">
                    <a16:creationId xmlns:a16="http://schemas.microsoft.com/office/drawing/2014/main" id="{8F5AC477-1C8F-14F3-D5BC-894765E0B0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49" name="Forme libre : forme 1048">
                <a:extLst>
                  <a:ext uri="{FF2B5EF4-FFF2-40B4-BE49-F238E27FC236}">
                    <a16:creationId xmlns:a16="http://schemas.microsoft.com/office/drawing/2014/main" id="{4A7B6DB2-C1A0-5B9A-AEA6-2F0C676E49A1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46" name="ZoneTexte 1045">
              <a:extLst>
                <a:ext uri="{FF2B5EF4-FFF2-40B4-BE49-F238E27FC236}">
                  <a16:creationId xmlns:a16="http://schemas.microsoft.com/office/drawing/2014/main" id="{9E2E845C-481E-27AD-FD35-EED6F9D1A6E2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052" name="Groupe 1051">
            <a:extLst>
              <a:ext uri="{FF2B5EF4-FFF2-40B4-BE49-F238E27FC236}">
                <a16:creationId xmlns:a16="http://schemas.microsoft.com/office/drawing/2014/main" id="{36810E58-46BB-4ED1-E65F-8EF941C800C4}"/>
              </a:ext>
            </a:extLst>
          </p:cNvPr>
          <p:cNvGrpSpPr/>
          <p:nvPr/>
        </p:nvGrpSpPr>
        <p:grpSpPr>
          <a:xfrm>
            <a:off x="2471541" y="2590535"/>
            <a:ext cx="255230" cy="406122"/>
            <a:chOff x="5633373" y="1227577"/>
            <a:chExt cx="575763" cy="898368"/>
          </a:xfrm>
        </p:grpSpPr>
        <p:grpSp>
          <p:nvGrpSpPr>
            <p:cNvPr id="1063" name="Groupe 1062">
              <a:extLst>
                <a:ext uri="{FF2B5EF4-FFF2-40B4-BE49-F238E27FC236}">
                  <a16:creationId xmlns:a16="http://schemas.microsoft.com/office/drawing/2014/main" id="{45F9387A-9881-0E30-9490-71C453D52C81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65" name="Image 1064">
                <a:extLst>
                  <a:ext uri="{FF2B5EF4-FFF2-40B4-BE49-F238E27FC236}">
                    <a16:creationId xmlns:a16="http://schemas.microsoft.com/office/drawing/2014/main" id="{FE30604B-3A45-C948-B0A9-25106055AF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66" name="Forme libre : forme 1065">
                <a:extLst>
                  <a:ext uri="{FF2B5EF4-FFF2-40B4-BE49-F238E27FC236}">
                    <a16:creationId xmlns:a16="http://schemas.microsoft.com/office/drawing/2014/main" id="{D4B88027-4390-9A99-259E-250DC7E3B935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64" name="ZoneTexte 1063">
              <a:extLst>
                <a:ext uri="{FF2B5EF4-FFF2-40B4-BE49-F238E27FC236}">
                  <a16:creationId xmlns:a16="http://schemas.microsoft.com/office/drawing/2014/main" id="{91EF35DB-1513-10A0-0A53-C029C363B8F0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sp>
        <p:nvSpPr>
          <p:cNvPr id="1067" name="ZoneTexte 1066">
            <a:extLst>
              <a:ext uri="{FF2B5EF4-FFF2-40B4-BE49-F238E27FC236}">
                <a16:creationId xmlns:a16="http://schemas.microsoft.com/office/drawing/2014/main" id="{BD209E12-D94A-E72A-2514-85B684597FD0}"/>
              </a:ext>
            </a:extLst>
          </p:cNvPr>
          <p:cNvSpPr txBox="1"/>
          <p:nvPr/>
        </p:nvSpPr>
        <p:spPr>
          <a:xfrm>
            <a:off x="2371208" y="3131300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1068" name="ZoneTexte 1067">
            <a:extLst>
              <a:ext uri="{FF2B5EF4-FFF2-40B4-BE49-F238E27FC236}">
                <a16:creationId xmlns:a16="http://schemas.microsoft.com/office/drawing/2014/main" id="{C811A189-A781-816E-77BB-2B6B41D367D5}"/>
              </a:ext>
            </a:extLst>
          </p:cNvPr>
          <p:cNvSpPr txBox="1"/>
          <p:nvPr/>
        </p:nvSpPr>
        <p:spPr>
          <a:xfrm>
            <a:off x="2628904" y="3587562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sp>
        <p:nvSpPr>
          <p:cNvPr id="1069" name="ZoneTexte 1068">
            <a:extLst>
              <a:ext uri="{FF2B5EF4-FFF2-40B4-BE49-F238E27FC236}">
                <a16:creationId xmlns:a16="http://schemas.microsoft.com/office/drawing/2014/main" id="{7DCD04DC-608A-57F8-98EB-7F82D0CB9B13}"/>
              </a:ext>
            </a:extLst>
          </p:cNvPr>
          <p:cNvSpPr txBox="1"/>
          <p:nvPr/>
        </p:nvSpPr>
        <p:spPr>
          <a:xfrm>
            <a:off x="11573346" y="3100959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1070" name="ZoneTexte 1069">
            <a:extLst>
              <a:ext uri="{FF2B5EF4-FFF2-40B4-BE49-F238E27FC236}">
                <a16:creationId xmlns:a16="http://schemas.microsoft.com/office/drawing/2014/main" id="{23EABE9D-D8EC-4BEA-0A36-931B4807F8F4}"/>
              </a:ext>
            </a:extLst>
          </p:cNvPr>
          <p:cNvSpPr txBox="1"/>
          <p:nvPr/>
        </p:nvSpPr>
        <p:spPr>
          <a:xfrm>
            <a:off x="11374625" y="3583064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cxnSp>
        <p:nvCxnSpPr>
          <p:cNvPr id="1071" name="Connecteur droit avec flèche 1070">
            <a:extLst>
              <a:ext uri="{FF2B5EF4-FFF2-40B4-BE49-F238E27FC236}">
                <a16:creationId xmlns:a16="http://schemas.microsoft.com/office/drawing/2014/main" id="{2F1404BC-911E-96CC-15DA-3C74DB12781B}"/>
              </a:ext>
            </a:extLst>
          </p:cNvPr>
          <p:cNvCxnSpPr>
            <a:cxnSpLocks/>
          </p:cNvCxnSpPr>
          <p:nvPr/>
        </p:nvCxnSpPr>
        <p:spPr>
          <a:xfrm>
            <a:off x="3274574" y="3263526"/>
            <a:ext cx="7917351" cy="428311"/>
          </a:xfrm>
          <a:prstGeom prst="straightConnector1">
            <a:avLst/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Connecteur droit avec flèche 1071">
            <a:extLst>
              <a:ext uri="{FF2B5EF4-FFF2-40B4-BE49-F238E27FC236}">
                <a16:creationId xmlns:a16="http://schemas.microsoft.com/office/drawing/2014/main" id="{82A30005-C028-BB8A-B8EC-097E1669D320}"/>
              </a:ext>
            </a:extLst>
          </p:cNvPr>
          <p:cNvCxnSpPr>
            <a:cxnSpLocks/>
          </p:cNvCxnSpPr>
          <p:nvPr/>
        </p:nvCxnSpPr>
        <p:spPr>
          <a:xfrm flipH="1">
            <a:off x="3342173" y="3234420"/>
            <a:ext cx="8086781" cy="487143"/>
          </a:xfrm>
          <a:prstGeom prst="straightConnector1">
            <a:avLst/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3" name="Groupe 1072">
            <a:extLst>
              <a:ext uri="{FF2B5EF4-FFF2-40B4-BE49-F238E27FC236}">
                <a16:creationId xmlns:a16="http://schemas.microsoft.com/office/drawing/2014/main" id="{377634D3-B42F-283F-B2CD-0A4E0727FBD3}"/>
              </a:ext>
            </a:extLst>
          </p:cNvPr>
          <p:cNvGrpSpPr/>
          <p:nvPr/>
        </p:nvGrpSpPr>
        <p:grpSpPr>
          <a:xfrm>
            <a:off x="2458601" y="3437478"/>
            <a:ext cx="278415" cy="410049"/>
            <a:chOff x="4693615" y="1216747"/>
            <a:chExt cx="628062" cy="907054"/>
          </a:xfrm>
        </p:grpSpPr>
        <p:grpSp>
          <p:nvGrpSpPr>
            <p:cNvPr id="1074" name="Groupe 1073">
              <a:extLst>
                <a:ext uri="{FF2B5EF4-FFF2-40B4-BE49-F238E27FC236}">
                  <a16:creationId xmlns:a16="http://schemas.microsoft.com/office/drawing/2014/main" id="{D87232AE-478C-8118-C07A-FE7E132DB054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076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FA2E368F-F674-6AEE-ED30-8B1ACD80F0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77" name="Forme libre : forme 1076">
                <a:extLst>
                  <a:ext uri="{FF2B5EF4-FFF2-40B4-BE49-F238E27FC236}">
                    <a16:creationId xmlns:a16="http://schemas.microsoft.com/office/drawing/2014/main" id="{A6DED198-4689-72D0-0D34-53FD4AF0ACE2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75" name="ZoneTexte 1074">
              <a:extLst>
                <a:ext uri="{FF2B5EF4-FFF2-40B4-BE49-F238E27FC236}">
                  <a16:creationId xmlns:a16="http://schemas.microsoft.com/office/drawing/2014/main" id="{CB1BB0C2-B0B5-F830-E3AC-71B85C21E167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078" name="Groupe 1077">
            <a:extLst>
              <a:ext uri="{FF2B5EF4-FFF2-40B4-BE49-F238E27FC236}">
                <a16:creationId xmlns:a16="http://schemas.microsoft.com/office/drawing/2014/main" id="{E29AE441-E17A-9978-495A-CECCEFEBBC4A}"/>
              </a:ext>
            </a:extLst>
          </p:cNvPr>
          <p:cNvGrpSpPr/>
          <p:nvPr/>
        </p:nvGrpSpPr>
        <p:grpSpPr>
          <a:xfrm>
            <a:off x="11900452" y="3036810"/>
            <a:ext cx="278415" cy="410049"/>
            <a:chOff x="4693615" y="1216747"/>
            <a:chExt cx="628062" cy="907054"/>
          </a:xfrm>
        </p:grpSpPr>
        <p:grpSp>
          <p:nvGrpSpPr>
            <p:cNvPr id="1079" name="Groupe 1078">
              <a:extLst>
                <a:ext uri="{FF2B5EF4-FFF2-40B4-BE49-F238E27FC236}">
                  <a16:creationId xmlns:a16="http://schemas.microsoft.com/office/drawing/2014/main" id="{C8AC4C08-2397-BE4F-550C-06CF73656814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081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A6CC3450-311C-6DF7-9D1F-78497922B6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82" name="Forme libre : forme 1081">
                <a:extLst>
                  <a:ext uri="{FF2B5EF4-FFF2-40B4-BE49-F238E27FC236}">
                    <a16:creationId xmlns:a16="http://schemas.microsoft.com/office/drawing/2014/main" id="{CE4F9813-7992-1F5A-1F49-F4EA7D1EB20F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80" name="ZoneTexte 1079">
              <a:extLst>
                <a:ext uri="{FF2B5EF4-FFF2-40B4-BE49-F238E27FC236}">
                  <a16:creationId xmlns:a16="http://schemas.microsoft.com/office/drawing/2014/main" id="{44B6E9B8-5B04-C638-A523-AA46D525C40B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083" name="Groupe 1082">
            <a:extLst>
              <a:ext uri="{FF2B5EF4-FFF2-40B4-BE49-F238E27FC236}">
                <a16:creationId xmlns:a16="http://schemas.microsoft.com/office/drawing/2014/main" id="{F2317A4C-4902-ACFA-D03E-A3F48932CB66}"/>
              </a:ext>
            </a:extLst>
          </p:cNvPr>
          <p:cNvGrpSpPr/>
          <p:nvPr/>
        </p:nvGrpSpPr>
        <p:grpSpPr>
          <a:xfrm>
            <a:off x="11920106" y="3470382"/>
            <a:ext cx="255230" cy="406122"/>
            <a:chOff x="5633373" y="1227577"/>
            <a:chExt cx="575763" cy="898368"/>
          </a:xfrm>
        </p:grpSpPr>
        <p:grpSp>
          <p:nvGrpSpPr>
            <p:cNvPr id="1084" name="Groupe 1083">
              <a:extLst>
                <a:ext uri="{FF2B5EF4-FFF2-40B4-BE49-F238E27FC236}">
                  <a16:creationId xmlns:a16="http://schemas.microsoft.com/office/drawing/2014/main" id="{A962DA30-E6A4-458D-1C9A-290F4998F20D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86" name="Image 1085">
                <a:extLst>
                  <a:ext uri="{FF2B5EF4-FFF2-40B4-BE49-F238E27FC236}">
                    <a16:creationId xmlns:a16="http://schemas.microsoft.com/office/drawing/2014/main" id="{671B6BA0-A498-AB42-CC71-EF0DF877AE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87" name="Forme libre : forme 1086">
                <a:extLst>
                  <a:ext uri="{FF2B5EF4-FFF2-40B4-BE49-F238E27FC236}">
                    <a16:creationId xmlns:a16="http://schemas.microsoft.com/office/drawing/2014/main" id="{7ECC1D0E-46C3-D900-4AD6-0D4C2E4104BC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85" name="ZoneTexte 1084">
              <a:extLst>
                <a:ext uri="{FF2B5EF4-FFF2-40B4-BE49-F238E27FC236}">
                  <a16:creationId xmlns:a16="http://schemas.microsoft.com/office/drawing/2014/main" id="{4021D365-EE66-6AD8-FCEB-05DC066AFCC3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088" name="Groupe 1087">
            <a:extLst>
              <a:ext uri="{FF2B5EF4-FFF2-40B4-BE49-F238E27FC236}">
                <a16:creationId xmlns:a16="http://schemas.microsoft.com/office/drawing/2014/main" id="{B19D1899-16CA-A513-CA95-6DB0966887EA}"/>
              </a:ext>
            </a:extLst>
          </p:cNvPr>
          <p:cNvGrpSpPr/>
          <p:nvPr/>
        </p:nvGrpSpPr>
        <p:grpSpPr>
          <a:xfrm>
            <a:off x="2464988" y="3019287"/>
            <a:ext cx="255230" cy="406122"/>
            <a:chOff x="5633373" y="1227577"/>
            <a:chExt cx="575763" cy="898368"/>
          </a:xfrm>
        </p:grpSpPr>
        <p:grpSp>
          <p:nvGrpSpPr>
            <p:cNvPr id="1089" name="Groupe 1088">
              <a:extLst>
                <a:ext uri="{FF2B5EF4-FFF2-40B4-BE49-F238E27FC236}">
                  <a16:creationId xmlns:a16="http://schemas.microsoft.com/office/drawing/2014/main" id="{283C2BAD-8318-A183-0D68-0BEE33C95B38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91" name="Image 1090">
                <a:extLst>
                  <a:ext uri="{FF2B5EF4-FFF2-40B4-BE49-F238E27FC236}">
                    <a16:creationId xmlns:a16="http://schemas.microsoft.com/office/drawing/2014/main" id="{324E7281-86C8-F581-3BE3-A2EA7282C4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92" name="Forme libre : forme 1091">
                <a:extLst>
                  <a:ext uri="{FF2B5EF4-FFF2-40B4-BE49-F238E27FC236}">
                    <a16:creationId xmlns:a16="http://schemas.microsoft.com/office/drawing/2014/main" id="{6CC89422-640B-1FA8-A6B2-BC51089875A4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90" name="ZoneTexte 1089">
              <a:extLst>
                <a:ext uri="{FF2B5EF4-FFF2-40B4-BE49-F238E27FC236}">
                  <a16:creationId xmlns:a16="http://schemas.microsoft.com/office/drawing/2014/main" id="{4918864E-2226-E52E-5D4F-131A5D8C97BB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sp>
        <p:nvSpPr>
          <p:cNvPr id="1093" name="ZoneTexte 1092">
            <a:extLst>
              <a:ext uri="{FF2B5EF4-FFF2-40B4-BE49-F238E27FC236}">
                <a16:creationId xmlns:a16="http://schemas.microsoft.com/office/drawing/2014/main" id="{86FC1041-3DA9-9E3C-5E4E-1C34792C4A29}"/>
              </a:ext>
            </a:extLst>
          </p:cNvPr>
          <p:cNvSpPr txBox="1"/>
          <p:nvPr/>
        </p:nvSpPr>
        <p:spPr>
          <a:xfrm>
            <a:off x="2362068" y="4218599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1094" name="ZoneTexte 1093">
            <a:extLst>
              <a:ext uri="{FF2B5EF4-FFF2-40B4-BE49-F238E27FC236}">
                <a16:creationId xmlns:a16="http://schemas.microsoft.com/office/drawing/2014/main" id="{F8D8F9F7-2A2F-3720-2255-B0F553FBBD7E}"/>
              </a:ext>
            </a:extLst>
          </p:cNvPr>
          <p:cNvSpPr txBox="1"/>
          <p:nvPr/>
        </p:nvSpPr>
        <p:spPr>
          <a:xfrm>
            <a:off x="2619764" y="4513876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sp>
        <p:nvSpPr>
          <p:cNvPr id="1095" name="ZoneTexte 1094">
            <a:extLst>
              <a:ext uri="{FF2B5EF4-FFF2-40B4-BE49-F238E27FC236}">
                <a16:creationId xmlns:a16="http://schemas.microsoft.com/office/drawing/2014/main" id="{32D3696F-91BF-9606-891A-1543E735D3FA}"/>
              </a:ext>
            </a:extLst>
          </p:cNvPr>
          <p:cNvSpPr txBox="1"/>
          <p:nvPr/>
        </p:nvSpPr>
        <p:spPr>
          <a:xfrm>
            <a:off x="11564206" y="4175380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1096" name="ZoneTexte 1095">
            <a:extLst>
              <a:ext uri="{FF2B5EF4-FFF2-40B4-BE49-F238E27FC236}">
                <a16:creationId xmlns:a16="http://schemas.microsoft.com/office/drawing/2014/main" id="{AFD67F88-E0B9-D12C-1EA3-00445FE85CA2}"/>
              </a:ext>
            </a:extLst>
          </p:cNvPr>
          <p:cNvSpPr txBox="1"/>
          <p:nvPr/>
        </p:nvSpPr>
        <p:spPr>
          <a:xfrm>
            <a:off x="11365485" y="4477179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grpSp>
        <p:nvGrpSpPr>
          <p:cNvPr id="1097" name="Groupe 1096">
            <a:extLst>
              <a:ext uri="{FF2B5EF4-FFF2-40B4-BE49-F238E27FC236}">
                <a16:creationId xmlns:a16="http://schemas.microsoft.com/office/drawing/2014/main" id="{C4EEDA95-EB47-3783-38A9-FD42E25097FF}"/>
              </a:ext>
            </a:extLst>
          </p:cNvPr>
          <p:cNvGrpSpPr/>
          <p:nvPr/>
        </p:nvGrpSpPr>
        <p:grpSpPr>
          <a:xfrm>
            <a:off x="2472512" y="4466903"/>
            <a:ext cx="308831" cy="385251"/>
            <a:chOff x="7205187" y="1274964"/>
            <a:chExt cx="696677" cy="852197"/>
          </a:xfrm>
        </p:grpSpPr>
        <p:grpSp>
          <p:nvGrpSpPr>
            <p:cNvPr id="1098" name="Groupe 1097">
              <a:extLst>
                <a:ext uri="{FF2B5EF4-FFF2-40B4-BE49-F238E27FC236}">
                  <a16:creationId xmlns:a16="http://schemas.microsoft.com/office/drawing/2014/main" id="{FC92437A-32A9-ABAB-2077-84459BE4CE68}"/>
                </a:ext>
              </a:extLst>
            </p:cNvPr>
            <p:cNvGrpSpPr/>
            <p:nvPr/>
          </p:nvGrpSpPr>
          <p:grpSpPr>
            <a:xfrm>
              <a:off x="7205187" y="1310923"/>
              <a:ext cx="696677" cy="816238"/>
              <a:chOff x="6683949" y="1330684"/>
              <a:chExt cx="696677" cy="816238"/>
            </a:xfrm>
          </p:grpSpPr>
          <p:pic>
            <p:nvPicPr>
              <p:cNvPr id="1100" name="Picture 2" descr="Illustration De Vecteur De Chauffeur D'autobus Scolaire Illustration de  Vecteur - Illustration of ville, homme: 87254230">
                <a:extLst>
                  <a:ext uri="{FF2B5EF4-FFF2-40B4-BE49-F238E27FC236}">
                    <a16:creationId xmlns:a16="http://schemas.microsoft.com/office/drawing/2014/main" id="{EA6079BA-6D04-A409-F62F-BCF759951CF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5444" b="90000" l="9763" r="89974">
                            <a14:foregroundMark x1="67150" y1="8889" x2="67150" y2="8889"/>
                            <a14:foregroundMark x1="68470" y1="5444" x2="68470" y2="5444"/>
                            <a14:foregroundMark x1="73747" y1="44444" x2="73747" y2="44444"/>
                            <a14:foregroundMark x1="70053" y1="43333" x2="70053" y2="43333"/>
                            <a14:backgroundMark x1="50396" y1="26222" x2="46042" y2="65556"/>
                            <a14:backgroundMark x1="46042" y1="65556" x2="46306" y2="66000"/>
                            <a14:backgroundMark x1="45910" y1="15222" x2="47493" y2="78667"/>
                            <a14:backgroundMark x1="50792" y1="19444" x2="50792" y2="19444"/>
                            <a14:backgroundMark x1="54222" y1="15333" x2="55805" y2="40556"/>
                            <a14:backgroundMark x1="33773" y1="16556" x2="25462" y2="66000"/>
                            <a14:backgroundMark x1="18865" y1="26222" x2="22296" y2="72111"/>
                            <a14:backgroundMark x1="20580" y1="30556" x2="30079" y2="85444"/>
                            <a14:backgroundMark x1="41161" y1="52000" x2="41293" y2="84444"/>
                            <a14:backgroundMark x1="62137" y1="57444" x2="62269" y2="65333"/>
                            <a14:backgroundMark x1="58971" y1="36111" x2="57124" y2="55889"/>
                            <a14:backgroundMark x1="60554" y1="41778" x2="60686" y2="44667"/>
                            <a14:backgroundMark x1="75726" y1="39889" x2="75726" y2="39889"/>
                            <a14:backgroundMark x1="76121" y1="40444" x2="76121" y2="40444"/>
                            <a14:backgroundMark x1="75989" y1="40778" x2="75989" y2="40778"/>
                            <a14:backgroundMark x1="77704" y1="39889" x2="82850" y2="42889"/>
                            <a14:backgroundMark x1="82982" y1="53778" x2="82982" y2="70889"/>
                            <a14:backgroundMark x1="60686" y1="34778" x2="61741" y2="4133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4133" b="47067"/>
              <a:stretch/>
            </p:blipFill>
            <p:spPr bwMode="auto">
              <a:xfrm>
                <a:off x="6683949" y="1330684"/>
                <a:ext cx="696677" cy="807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01" name="Forme libre : forme 1100">
                <a:extLst>
                  <a:ext uri="{FF2B5EF4-FFF2-40B4-BE49-F238E27FC236}">
                    <a16:creationId xmlns:a16="http://schemas.microsoft.com/office/drawing/2014/main" id="{69E1B95F-6689-2024-28DD-611B7BF1798D}"/>
                  </a:ext>
                </a:extLst>
              </p:cNvPr>
              <p:cNvSpPr/>
              <p:nvPr/>
            </p:nvSpPr>
            <p:spPr>
              <a:xfrm>
                <a:off x="6773301" y="1349096"/>
                <a:ext cx="468960" cy="797826"/>
              </a:xfrm>
              <a:custGeom>
                <a:avLst/>
                <a:gdLst>
                  <a:gd name="connsiteX0" fmla="*/ 18024 w 468960"/>
                  <a:gd name="connsiteY0" fmla="*/ 778154 h 797826"/>
                  <a:gd name="connsiteX1" fmla="*/ 87874 w 468960"/>
                  <a:gd name="connsiteY1" fmla="*/ 654329 h 797826"/>
                  <a:gd name="connsiteX2" fmla="*/ 170424 w 468960"/>
                  <a:gd name="connsiteY2" fmla="*/ 613054 h 797826"/>
                  <a:gd name="connsiteX3" fmla="*/ 183124 w 468960"/>
                  <a:gd name="connsiteY3" fmla="*/ 587654 h 797826"/>
                  <a:gd name="connsiteX4" fmla="*/ 183124 w 468960"/>
                  <a:gd name="connsiteY4" fmla="*/ 555904 h 797826"/>
                  <a:gd name="connsiteX5" fmla="*/ 116449 w 468960"/>
                  <a:gd name="connsiteY5" fmla="*/ 527329 h 797826"/>
                  <a:gd name="connsiteX6" fmla="*/ 91049 w 468960"/>
                  <a:gd name="connsiteY6" fmla="*/ 235229 h 797826"/>
                  <a:gd name="connsiteX7" fmla="*/ 65649 w 468960"/>
                  <a:gd name="connsiteY7" fmla="*/ 228879 h 797826"/>
                  <a:gd name="connsiteX8" fmla="*/ 33899 w 468960"/>
                  <a:gd name="connsiteY8" fmla="*/ 197129 h 797826"/>
                  <a:gd name="connsiteX9" fmla="*/ 49774 w 468960"/>
                  <a:gd name="connsiteY9" fmla="*/ 181254 h 797826"/>
                  <a:gd name="connsiteX10" fmla="*/ 30724 w 468960"/>
                  <a:gd name="connsiteY10" fmla="*/ 60604 h 797826"/>
                  <a:gd name="connsiteX11" fmla="*/ 173599 w 468960"/>
                  <a:gd name="connsiteY11" fmla="*/ 279 h 797826"/>
                  <a:gd name="connsiteX12" fmla="*/ 411724 w 468960"/>
                  <a:gd name="connsiteY12" fmla="*/ 82829 h 797826"/>
                  <a:gd name="connsiteX13" fmla="*/ 468874 w 468960"/>
                  <a:gd name="connsiteY13" fmla="*/ 190779 h 797826"/>
                  <a:gd name="connsiteX14" fmla="*/ 424424 w 468960"/>
                  <a:gd name="connsiteY14" fmla="*/ 219354 h 797826"/>
                  <a:gd name="connsiteX15" fmla="*/ 414899 w 468960"/>
                  <a:gd name="connsiteY15" fmla="*/ 349529 h 797826"/>
                  <a:gd name="connsiteX16" fmla="*/ 437124 w 468960"/>
                  <a:gd name="connsiteY16" fmla="*/ 365404 h 797826"/>
                  <a:gd name="connsiteX17" fmla="*/ 440299 w 468960"/>
                  <a:gd name="connsiteY17" fmla="*/ 432079 h 797826"/>
                  <a:gd name="connsiteX18" fmla="*/ 392674 w 468960"/>
                  <a:gd name="connsiteY18" fmla="*/ 451129 h 797826"/>
                  <a:gd name="connsiteX19" fmla="*/ 373624 w 468960"/>
                  <a:gd name="connsiteY19" fmla="*/ 451129 h 797826"/>
                  <a:gd name="connsiteX20" fmla="*/ 341874 w 468960"/>
                  <a:gd name="connsiteY20" fmla="*/ 498754 h 797826"/>
                  <a:gd name="connsiteX21" fmla="*/ 303774 w 468960"/>
                  <a:gd name="connsiteY21" fmla="*/ 543204 h 797826"/>
                  <a:gd name="connsiteX22" fmla="*/ 268849 w 468960"/>
                  <a:gd name="connsiteY22" fmla="*/ 546379 h 797826"/>
                  <a:gd name="connsiteX23" fmla="*/ 275199 w 468960"/>
                  <a:gd name="connsiteY23" fmla="*/ 603529 h 797826"/>
                  <a:gd name="connsiteX24" fmla="*/ 335524 w 468960"/>
                  <a:gd name="connsiteY24" fmla="*/ 628929 h 797826"/>
                  <a:gd name="connsiteX25" fmla="*/ 376799 w 468960"/>
                  <a:gd name="connsiteY25" fmla="*/ 686079 h 797826"/>
                  <a:gd name="connsiteX26" fmla="*/ 443474 w 468960"/>
                  <a:gd name="connsiteY26" fmla="*/ 787679 h 797826"/>
                  <a:gd name="connsiteX27" fmla="*/ 18024 w 468960"/>
                  <a:gd name="connsiteY27" fmla="*/ 778154 h 79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8960" h="797826">
                    <a:moveTo>
                      <a:pt x="18024" y="778154"/>
                    </a:moveTo>
                    <a:cubicBezTo>
                      <a:pt x="-41243" y="755929"/>
                      <a:pt x="62474" y="681846"/>
                      <a:pt x="87874" y="654329"/>
                    </a:cubicBezTo>
                    <a:cubicBezTo>
                      <a:pt x="113274" y="626812"/>
                      <a:pt x="154549" y="624166"/>
                      <a:pt x="170424" y="613054"/>
                    </a:cubicBezTo>
                    <a:cubicBezTo>
                      <a:pt x="186299" y="601941"/>
                      <a:pt x="181007" y="597179"/>
                      <a:pt x="183124" y="587654"/>
                    </a:cubicBezTo>
                    <a:cubicBezTo>
                      <a:pt x="185241" y="578129"/>
                      <a:pt x="194236" y="565958"/>
                      <a:pt x="183124" y="555904"/>
                    </a:cubicBezTo>
                    <a:cubicBezTo>
                      <a:pt x="172012" y="545850"/>
                      <a:pt x="131795" y="580775"/>
                      <a:pt x="116449" y="527329"/>
                    </a:cubicBezTo>
                    <a:cubicBezTo>
                      <a:pt x="101103" y="473883"/>
                      <a:pt x="99516" y="284971"/>
                      <a:pt x="91049" y="235229"/>
                    </a:cubicBezTo>
                    <a:cubicBezTo>
                      <a:pt x="82582" y="185487"/>
                      <a:pt x="75174" y="235229"/>
                      <a:pt x="65649" y="228879"/>
                    </a:cubicBezTo>
                    <a:cubicBezTo>
                      <a:pt x="56124" y="222529"/>
                      <a:pt x="36545" y="205066"/>
                      <a:pt x="33899" y="197129"/>
                    </a:cubicBezTo>
                    <a:cubicBezTo>
                      <a:pt x="31253" y="189192"/>
                      <a:pt x="50303" y="204008"/>
                      <a:pt x="49774" y="181254"/>
                    </a:cubicBezTo>
                    <a:cubicBezTo>
                      <a:pt x="49245" y="158500"/>
                      <a:pt x="10087" y="90766"/>
                      <a:pt x="30724" y="60604"/>
                    </a:cubicBezTo>
                    <a:cubicBezTo>
                      <a:pt x="51361" y="30442"/>
                      <a:pt x="110099" y="-3425"/>
                      <a:pt x="173599" y="279"/>
                    </a:cubicBezTo>
                    <a:cubicBezTo>
                      <a:pt x="237099" y="3983"/>
                      <a:pt x="362512" y="51079"/>
                      <a:pt x="411724" y="82829"/>
                    </a:cubicBezTo>
                    <a:cubicBezTo>
                      <a:pt x="460937" y="114579"/>
                      <a:pt x="466757" y="168025"/>
                      <a:pt x="468874" y="190779"/>
                    </a:cubicBezTo>
                    <a:cubicBezTo>
                      <a:pt x="470991" y="213533"/>
                      <a:pt x="433420" y="192896"/>
                      <a:pt x="424424" y="219354"/>
                    </a:cubicBezTo>
                    <a:cubicBezTo>
                      <a:pt x="415428" y="245812"/>
                      <a:pt x="412782" y="325187"/>
                      <a:pt x="414899" y="349529"/>
                    </a:cubicBezTo>
                    <a:cubicBezTo>
                      <a:pt x="417016" y="373871"/>
                      <a:pt x="432891" y="351646"/>
                      <a:pt x="437124" y="365404"/>
                    </a:cubicBezTo>
                    <a:cubicBezTo>
                      <a:pt x="441357" y="379162"/>
                      <a:pt x="447707" y="417792"/>
                      <a:pt x="440299" y="432079"/>
                    </a:cubicBezTo>
                    <a:cubicBezTo>
                      <a:pt x="432891" y="446366"/>
                      <a:pt x="403787" y="447954"/>
                      <a:pt x="392674" y="451129"/>
                    </a:cubicBezTo>
                    <a:cubicBezTo>
                      <a:pt x="381561" y="454304"/>
                      <a:pt x="382091" y="443191"/>
                      <a:pt x="373624" y="451129"/>
                    </a:cubicBezTo>
                    <a:cubicBezTo>
                      <a:pt x="365157" y="459066"/>
                      <a:pt x="353516" y="483408"/>
                      <a:pt x="341874" y="498754"/>
                    </a:cubicBezTo>
                    <a:cubicBezTo>
                      <a:pt x="330232" y="514100"/>
                      <a:pt x="315945" y="535267"/>
                      <a:pt x="303774" y="543204"/>
                    </a:cubicBezTo>
                    <a:cubicBezTo>
                      <a:pt x="291603" y="551141"/>
                      <a:pt x="273612" y="536325"/>
                      <a:pt x="268849" y="546379"/>
                    </a:cubicBezTo>
                    <a:cubicBezTo>
                      <a:pt x="264087" y="556433"/>
                      <a:pt x="264086" y="589771"/>
                      <a:pt x="275199" y="603529"/>
                    </a:cubicBezTo>
                    <a:cubicBezTo>
                      <a:pt x="286312" y="617287"/>
                      <a:pt x="318591" y="615171"/>
                      <a:pt x="335524" y="628929"/>
                    </a:cubicBezTo>
                    <a:cubicBezTo>
                      <a:pt x="352457" y="642687"/>
                      <a:pt x="358807" y="659621"/>
                      <a:pt x="376799" y="686079"/>
                    </a:cubicBezTo>
                    <a:cubicBezTo>
                      <a:pt x="394791" y="712537"/>
                      <a:pt x="498507" y="771275"/>
                      <a:pt x="443474" y="787679"/>
                    </a:cubicBezTo>
                    <a:cubicBezTo>
                      <a:pt x="388441" y="804083"/>
                      <a:pt x="77291" y="800379"/>
                      <a:pt x="18024" y="778154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99" name="ZoneTexte 1098">
              <a:extLst>
                <a:ext uri="{FF2B5EF4-FFF2-40B4-BE49-F238E27FC236}">
                  <a16:creationId xmlns:a16="http://schemas.microsoft.com/office/drawing/2014/main" id="{5281D8BD-C837-D192-895E-1C26466726CD}"/>
                </a:ext>
              </a:extLst>
            </p:cNvPr>
            <p:cNvSpPr txBox="1"/>
            <p:nvPr/>
          </p:nvSpPr>
          <p:spPr>
            <a:xfrm>
              <a:off x="7322033" y="1274964"/>
              <a:ext cx="393281" cy="68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1102" name="Groupe 1101">
            <a:extLst>
              <a:ext uri="{FF2B5EF4-FFF2-40B4-BE49-F238E27FC236}">
                <a16:creationId xmlns:a16="http://schemas.microsoft.com/office/drawing/2014/main" id="{811C5173-C5CC-4025-58F6-70BE2D9CEC1F}"/>
              </a:ext>
            </a:extLst>
          </p:cNvPr>
          <p:cNvGrpSpPr/>
          <p:nvPr/>
        </p:nvGrpSpPr>
        <p:grpSpPr>
          <a:xfrm>
            <a:off x="11879740" y="4018203"/>
            <a:ext cx="308831" cy="385251"/>
            <a:chOff x="7205187" y="1274964"/>
            <a:chExt cx="696677" cy="852197"/>
          </a:xfrm>
        </p:grpSpPr>
        <p:grpSp>
          <p:nvGrpSpPr>
            <p:cNvPr id="1103" name="Groupe 1102">
              <a:extLst>
                <a:ext uri="{FF2B5EF4-FFF2-40B4-BE49-F238E27FC236}">
                  <a16:creationId xmlns:a16="http://schemas.microsoft.com/office/drawing/2014/main" id="{89A5393C-31A1-55D6-023E-7D3E96C33B60}"/>
                </a:ext>
              </a:extLst>
            </p:cNvPr>
            <p:cNvGrpSpPr/>
            <p:nvPr/>
          </p:nvGrpSpPr>
          <p:grpSpPr>
            <a:xfrm>
              <a:off x="7205187" y="1310923"/>
              <a:ext cx="696677" cy="816238"/>
              <a:chOff x="6683949" y="1330684"/>
              <a:chExt cx="696677" cy="816238"/>
            </a:xfrm>
          </p:grpSpPr>
          <p:pic>
            <p:nvPicPr>
              <p:cNvPr id="1105" name="Picture 2" descr="Illustration De Vecteur De Chauffeur D'autobus Scolaire Illustration de  Vecteur - Illustration of ville, homme: 87254230">
                <a:extLst>
                  <a:ext uri="{FF2B5EF4-FFF2-40B4-BE49-F238E27FC236}">
                    <a16:creationId xmlns:a16="http://schemas.microsoft.com/office/drawing/2014/main" id="{8BFF772C-4E8E-D0CB-D863-F6BDA99BF4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5444" b="90000" l="9763" r="89974">
                            <a14:foregroundMark x1="67150" y1="8889" x2="67150" y2="8889"/>
                            <a14:foregroundMark x1="68470" y1="5444" x2="68470" y2="5444"/>
                            <a14:foregroundMark x1="73747" y1="44444" x2="73747" y2="44444"/>
                            <a14:foregroundMark x1="70053" y1="43333" x2="70053" y2="43333"/>
                            <a14:backgroundMark x1="50396" y1="26222" x2="46042" y2="65556"/>
                            <a14:backgroundMark x1="46042" y1="65556" x2="46306" y2="66000"/>
                            <a14:backgroundMark x1="45910" y1="15222" x2="47493" y2="78667"/>
                            <a14:backgroundMark x1="50792" y1="19444" x2="50792" y2="19444"/>
                            <a14:backgroundMark x1="54222" y1="15333" x2="55805" y2="40556"/>
                            <a14:backgroundMark x1="33773" y1="16556" x2="25462" y2="66000"/>
                            <a14:backgroundMark x1="18865" y1="26222" x2="22296" y2="72111"/>
                            <a14:backgroundMark x1="20580" y1="30556" x2="30079" y2="85444"/>
                            <a14:backgroundMark x1="41161" y1="52000" x2="41293" y2="84444"/>
                            <a14:backgroundMark x1="62137" y1="57444" x2="62269" y2="65333"/>
                            <a14:backgroundMark x1="58971" y1="36111" x2="57124" y2="55889"/>
                            <a14:backgroundMark x1="60554" y1="41778" x2="60686" y2="44667"/>
                            <a14:backgroundMark x1="75726" y1="39889" x2="75726" y2="39889"/>
                            <a14:backgroundMark x1="76121" y1="40444" x2="76121" y2="40444"/>
                            <a14:backgroundMark x1="75989" y1="40778" x2="75989" y2="40778"/>
                            <a14:backgroundMark x1="77704" y1="39889" x2="82850" y2="42889"/>
                            <a14:backgroundMark x1="82982" y1="53778" x2="82982" y2="70889"/>
                            <a14:backgroundMark x1="60686" y1="34778" x2="61741" y2="4133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4133" b="47067"/>
              <a:stretch/>
            </p:blipFill>
            <p:spPr bwMode="auto">
              <a:xfrm>
                <a:off x="6683949" y="1330684"/>
                <a:ext cx="696677" cy="807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06" name="Forme libre : forme 1105">
                <a:extLst>
                  <a:ext uri="{FF2B5EF4-FFF2-40B4-BE49-F238E27FC236}">
                    <a16:creationId xmlns:a16="http://schemas.microsoft.com/office/drawing/2014/main" id="{7F3F30C2-B209-D9C8-572A-1E8C7C36E30B}"/>
                  </a:ext>
                </a:extLst>
              </p:cNvPr>
              <p:cNvSpPr/>
              <p:nvPr/>
            </p:nvSpPr>
            <p:spPr>
              <a:xfrm>
                <a:off x="6773301" y="1349096"/>
                <a:ext cx="468960" cy="797826"/>
              </a:xfrm>
              <a:custGeom>
                <a:avLst/>
                <a:gdLst>
                  <a:gd name="connsiteX0" fmla="*/ 18024 w 468960"/>
                  <a:gd name="connsiteY0" fmla="*/ 778154 h 797826"/>
                  <a:gd name="connsiteX1" fmla="*/ 87874 w 468960"/>
                  <a:gd name="connsiteY1" fmla="*/ 654329 h 797826"/>
                  <a:gd name="connsiteX2" fmla="*/ 170424 w 468960"/>
                  <a:gd name="connsiteY2" fmla="*/ 613054 h 797826"/>
                  <a:gd name="connsiteX3" fmla="*/ 183124 w 468960"/>
                  <a:gd name="connsiteY3" fmla="*/ 587654 h 797826"/>
                  <a:gd name="connsiteX4" fmla="*/ 183124 w 468960"/>
                  <a:gd name="connsiteY4" fmla="*/ 555904 h 797826"/>
                  <a:gd name="connsiteX5" fmla="*/ 116449 w 468960"/>
                  <a:gd name="connsiteY5" fmla="*/ 527329 h 797826"/>
                  <a:gd name="connsiteX6" fmla="*/ 91049 w 468960"/>
                  <a:gd name="connsiteY6" fmla="*/ 235229 h 797826"/>
                  <a:gd name="connsiteX7" fmla="*/ 65649 w 468960"/>
                  <a:gd name="connsiteY7" fmla="*/ 228879 h 797826"/>
                  <a:gd name="connsiteX8" fmla="*/ 33899 w 468960"/>
                  <a:gd name="connsiteY8" fmla="*/ 197129 h 797826"/>
                  <a:gd name="connsiteX9" fmla="*/ 49774 w 468960"/>
                  <a:gd name="connsiteY9" fmla="*/ 181254 h 797826"/>
                  <a:gd name="connsiteX10" fmla="*/ 30724 w 468960"/>
                  <a:gd name="connsiteY10" fmla="*/ 60604 h 797826"/>
                  <a:gd name="connsiteX11" fmla="*/ 173599 w 468960"/>
                  <a:gd name="connsiteY11" fmla="*/ 279 h 797826"/>
                  <a:gd name="connsiteX12" fmla="*/ 411724 w 468960"/>
                  <a:gd name="connsiteY12" fmla="*/ 82829 h 797826"/>
                  <a:gd name="connsiteX13" fmla="*/ 468874 w 468960"/>
                  <a:gd name="connsiteY13" fmla="*/ 190779 h 797826"/>
                  <a:gd name="connsiteX14" fmla="*/ 424424 w 468960"/>
                  <a:gd name="connsiteY14" fmla="*/ 219354 h 797826"/>
                  <a:gd name="connsiteX15" fmla="*/ 414899 w 468960"/>
                  <a:gd name="connsiteY15" fmla="*/ 349529 h 797826"/>
                  <a:gd name="connsiteX16" fmla="*/ 437124 w 468960"/>
                  <a:gd name="connsiteY16" fmla="*/ 365404 h 797826"/>
                  <a:gd name="connsiteX17" fmla="*/ 440299 w 468960"/>
                  <a:gd name="connsiteY17" fmla="*/ 432079 h 797826"/>
                  <a:gd name="connsiteX18" fmla="*/ 392674 w 468960"/>
                  <a:gd name="connsiteY18" fmla="*/ 451129 h 797826"/>
                  <a:gd name="connsiteX19" fmla="*/ 373624 w 468960"/>
                  <a:gd name="connsiteY19" fmla="*/ 451129 h 797826"/>
                  <a:gd name="connsiteX20" fmla="*/ 341874 w 468960"/>
                  <a:gd name="connsiteY20" fmla="*/ 498754 h 797826"/>
                  <a:gd name="connsiteX21" fmla="*/ 303774 w 468960"/>
                  <a:gd name="connsiteY21" fmla="*/ 543204 h 797826"/>
                  <a:gd name="connsiteX22" fmla="*/ 268849 w 468960"/>
                  <a:gd name="connsiteY22" fmla="*/ 546379 h 797826"/>
                  <a:gd name="connsiteX23" fmla="*/ 275199 w 468960"/>
                  <a:gd name="connsiteY23" fmla="*/ 603529 h 797826"/>
                  <a:gd name="connsiteX24" fmla="*/ 335524 w 468960"/>
                  <a:gd name="connsiteY24" fmla="*/ 628929 h 797826"/>
                  <a:gd name="connsiteX25" fmla="*/ 376799 w 468960"/>
                  <a:gd name="connsiteY25" fmla="*/ 686079 h 797826"/>
                  <a:gd name="connsiteX26" fmla="*/ 443474 w 468960"/>
                  <a:gd name="connsiteY26" fmla="*/ 787679 h 797826"/>
                  <a:gd name="connsiteX27" fmla="*/ 18024 w 468960"/>
                  <a:gd name="connsiteY27" fmla="*/ 778154 h 79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8960" h="797826">
                    <a:moveTo>
                      <a:pt x="18024" y="778154"/>
                    </a:moveTo>
                    <a:cubicBezTo>
                      <a:pt x="-41243" y="755929"/>
                      <a:pt x="62474" y="681846"/>
                      <a:pt x="87874" y="654329"/>
                    </a:cubicBezTo>
                    <a:cubicBezTo>
                      <a:pt x="113274" y="626812"/>
                      <a:pt x="154549" y="624166"/>
                      <a:pt x="170424" y="613054"/>
                    </a:cubicBezTo>
                    <a:cubicBezTo>
                      <a:pt x="186299" y="601941"/>
                      <a:pt x="181007" y="597179"/>
                      <a:pt x="183124" y="587654"/>
                    </a:cubicBezTo>
                    <a:cubicBezTo>
                      <a:pt x="185241" y="578129"/>
                      <a:pt x="194236" y="565958"/>
                      <a:pt x="183124" y="555904"/>
                    </a:cubicBezTo>
                    <a:cubicBezTo>
                      <a:pt x="172012" y="545850"/>
                      <a:pt x="131795" y="580775"/>
                      <a:pt x="116449" y="527329"/>
                    </a:cubicBezTo>
                    <a:cubicBezTo>
                      <a:pt x="101103" y="473883"/>
                      <a:pt x="99516" y="284971"/>
                      <a:pt x="91049" y="235229"/>
                    </a:cubicBezTo>
                    <a:cubicBezTo>
                      <a:pt x="82582" y="185487"/>
                      <a:pt x="75174" y="235229"/>
                      <a:pt x="65649" y="228879"/>
                    </a:cubicBezTo>
                    <a:cubicBezTo>
                      <a:pt x="56124" y="222529"/>
                      <a:pt x="36545" y="205066"/>
                      <a:pt x="33899" y="197129"/>
                    </a:cubicBezTo>
                    <a:cubicBezTo>
                      <a:pt x="31253" y="189192"/>
                      <a:pt x="50303" y="204008"/>
                      <a:pt x="49774" y="181254"/>
                    </a:cubicBezTo>
                    <a:cubicBezTo>
                      <a:pt x="49245" y="158500"/>
                      <a:pt x="10087" y="90766"/>
                      <a:pt x="30724" y="60604"/>
                    </a:cubicBezTo>
                    <a:cubicBezTo>
                      <a:pt x="51361" y="30442"/>
                      <a:pt x="110099" y="-3425"/>
                      <a:pt x="173599" y="279"/>
                    </a:cubicBezTo>
                    <a:cubicBezTo>
                      <a:pt x="237099" y="3983"/>
                      <a:pt x="362512" y="51079"/>
                      <a:pt x="411724" y="82829"/>
                    </a:cubicBezTo>
                    <a:cubicBezTo>
                      <a:pt x="460937" y="114579"/>
                      <a:pt x="466757" y="168025"/>
                      <a:pt x="468874" y="190779"/>
                    </a:cubicBezTo>
                    <a:cubicBezTo>
                      <a:pt x="470991" y="213533"/>
                      <a:pt x="433420" y="192896"/>
                      <a:pt x="424424" y="219354"/>
                    </a:cubicBezTo>
                    <a:cubicBezTo>
                      <a:pt x="415428" y="245812"/>
                      <a:pt x="412782" y="325187"/>
                      <a:pt x="414899" y="349529"/>
                    </a:cubicBezTo>
                    <a:cubicBezTo>
                      <a:pt x="417016" y="373871"/>
                      <a:pt x="432891" y="351646"/>
                      <a:pt x="437124" y="365404"/>
                    </a:cubicBezTo>
                    <a:cubicBezTo>
                      <a:pt x="441357" y="379162"/>
                      <a:pt x="447707" y="417792"/>
                      <a:pt x="440299" y="432079"/>
                    </a:cubicBezTo>
                    <a:cubicBezTo>
                      <a:pt x="432891" y="446366"/>
                      <a:pt x="403787" y="447954"/>
                      <a:pt x="392674" y="451129"/>
                    </a:cubicBezTo>
                    <a:cubicBezTo>
                      <a:pt x="381561" y="454304"/>
                      <a:pt x="382091" y="443191"/>
                      <a:pt x="373624" y="451129"/>
                    </a:cubicBezTo>
                    <a:cubicBezTo>
                      <a:pt x="365157" y="459066"/>
                      <a:pt x="353516" y="483408"/>
                      <a:pt x="341874" y="498754"/>
                    </a:cubicBezTo>
                    <a:cubicBezTo>
                      <a:pt x="330232" y="514100"/>
                      <a:pt x="315945" y="535267"/>
                      <a:pt x="303774" y="543204"/>
                    </a:cubicBezTo>
                    <a:cubicBezTo>
                      <a:pt x="291603" y="551141"/>
                      <a:pt x="273612" y="536325"/>
                      <a:pt x="268849" y="546379"/>
                    </a:cubicBezTo>
                    <a:cubicBezTo>
                      <a:pt x="264087" y="556433"/>
                      <a:pt x="264086" y="589771"/>
                      <a:pt x="275199" y="603529"/>
                    </a:cubicBezTo>
                    <a:cubicBezTo>
                      <a:pt x="286312" y="617287"/>
                      <a:pt x="318591" y="615171"/>
                      <a:pt x="335524" y="628929"/>
                    </a:cubicBezTo>
                    <a:cubicBezTo>
                      <a:pt x="352457" y="642687"/>
                      <a:pt x="358807" y="659621"/>
                      <a:pt x="376799" y="686079"/>
                    </a:cubicBezTo>
                    <a:cubicBezTo>
                      <a:pt x="394791" y="712537"/>
                      <a:pt x="498507" y="771275"/>
                      <a:pt x="443474" y="787679"/>
                    </a:cubicBezTo>
                    <a:cubicBezTo>
                      <a:pt x="388441" y="804083"/>
                      <a:pt x="77291" y="800379"/>
                      <a:pt x="18024" y="778154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104" name="ZoneTexte 1103">
              <a:extLst>
                <a:ext uri="{FF2B5EF4-FFF2-40B4-BE49-F238E27FC236}">
                  <a16:creationId xmlns:a16="http://schemas.microsoft.com/office/drawing/2014/main" id="{2EA2333E-8286-4440-41F5-B7D9F9B917A2}"/>
                </a:ext>
              </a:extLst>
            </p:cNvPr>
            <p:cNvSpPr txBox="1"/>
            <p:nvPr/>
          </p:nvSpPr>
          <p:spPr>
            <a:xfrm>
              <a:off x="7322033" y="1274964"/>
              <a:ext cx="393281" cy="68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1107" name="Groupe 1106">
            <a:extLst>
              <a:ext uri="{FF2B5EF4-FFF2-40B4-BE49-F238E27FC236}">
                <a16:creationId xmlns:a16="http://schemas.microsoft.com/office/drawing/2014/main" id="{C72269C7-9B0B-0561-AA94-DC9334745E82}"/>
              </a:ext>
            </a:extLst>
          </p:cNvPr>
          <p:cNvGrpSpPr/>
          <p:nvPr/>
        </p:nvGrpSpPr>
        <p:grpSpPr>
          <a:xfrm>
            <a:off x="11891054" y="4380417"/>
            <a:ext cx="274344" cy="408589"/>
            <a:chOff x="6389138" y="1222598"/>
            <a:chExt cx="618881" cy="903824"/>
          </a:xfrm>
        </p:grpSpPr>
        <p:grpSp>
          <p:nvGrpSpPr>
            <p:cNvPr id="1108" name="Groupe 1107">
              <a:extLst>
                <a:ext uri="{FF2B5EF4-FFF2-40B4-BE49-F238E27FC236}">
                  <a16:creationId xmlns:a16="http://schemas.microsoft.com/office/drawing/2014/main" id="{6D46DF45-7DDD-A2B7-0CC0-4205351DCF65}"/>
                </a:ext>
              </a:extLst>
            </p:cNvPr>
            <p:cNvGrpSpPr/>
            <p:nvPr/>
          </p:nvGrpSpPr>
          <p:grpSpPr>
            <a:xfrm>
              <a:off x="6389138" y="1222598"/>
              <a:ext cx="618881" cy="903824"/>
              <a:chOff x="6389138" y="1222598"/>
              <a:chExt cx="618881" cy="903824"/>
            </a:xfrm>
          </p:grpSpPr>
          <p:pic>
            <p:nvPicPr>
              <p:cNvPr id="1110" name="Picture 6" descr="Illustration de chauffeur d'autobus scolaire. | Vecteur Premium">
                <a:extLst>
                  <a:ext uri="{FF2B5EF4-FFF2-40B4-BE49-F238E27FC236}">
                    <a16:creationId xmlns:a16="http://schemas.microsoft.com/office/drawing/2014/main" id="{01C418BF-45E8-D894-AF79-FC7078AE58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>
                            <a14:foregroundMark x1="69169" y1="10064" x2="69169" y2="10064"/>
                            <a14:backgroundMark x1="50799" y1="13419" x2="42492" y2="96645"/>
                            <a14:backgroundMark x1="42492" y1="96645" x2="42492" y2="96645"/>
                            <a14:backgroundMark x1="55112" y1="11022" x2="54792" y2="77636"/>
                            <a14:backgroundMark x1="57188" y1="72684" x2="57188" y2="72684"/>
                            <a14:backgroundMark x1="57508" y1="72364" x2="59105" y2="81310"/>
                            <a14:backgroundMark x1="65176" y1="73003" x2="65815" y2="78275"/>
                            <a14:backgroundMark x1="65495" y1="68371" x2="66134" y2="69649"/>
                            <a14:backgroundMark x1="77476" y1="66613" x2="80831" y2="79073"/>
                            <a14:backgroundMark x1="77796" y1="70607" x2="77796" y2="84345"/>
                            <a14:backgroundMark x1="75879" y1="80671" x2="75879" y2="80671"/>
                            <a14:backgroundMark x1="74760" y1="76358" x2="75399" y2="81949"/>
                            <a14:backgroundMark x1="75080" y1="82268" x2="74441" y2="84026"/>
                            <a14:backgroundMark x1="74121" y1="83067" x2="74121" y2="77955"/>
                            <a14:backgroundMark x1="78115" y1="66933" x2="79553" y2="62620"/>
                            <a14:backgroundMark x1="79073" y1="59744" x2="79073" y2="59744"/>
                            <a14:backgroundMark x1="76837" y1="64058" x2="75559" y2="64058"/>
                            <a14:backgroundMark x1="75399" y1="49042" x2="75559" y2="53355"/>
                            <a14:backgroundMark x1="77476" y1="40735" x2="77476" y2="40735"/>
                            <a14:backgroundMark x1="83546" y1="35304" x2="82109" y2="43610"/>
                            <a14:backgroundMark x1="56550" y1="31949" x2="56550" y2="31949"/>
                            <a14:backgroundMark x1="58147" y1="32748" x2="58147" y2="32748"/>
                            <a14:backgroundMark x1="56869" y1="30351" x2="57508" y2="36741"/>
                            <a14:backgroundMark x1="57508" y1="30351" x2="58147" y2="31310"/>
                            <a14:backgroundMark x1="58147" y1="31310" x2="58147" y2="32588"/>
                            <a14:backgroundMark x1="58147" y1="32588" x2="58147" y2="32588"/>
                            <a14:backgroundMark x1="57827" y1="47604" x2="56070" y2="56390"/>
                            <a14:backgroundMark x1="58786" y1="48722" x2="60064" y2="54313"/>
                            <a14:backgroundMark x1="60064" y1="53994" x2="60064" y2="53994"/>
                            <a14:backgroundMark x1="60064" y1="50958" x2="61182" y2="50958"/>
                            <a14:backgroundMark x1="61182" y1="50958" x2="61182" y2="509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91" r="10388" b="44795"/>
              <a:stretch/>
            </p:blipFill>
            <p:spPr bwMode="auto">
              <a:xfrm>
                <a:off x="6389138" y="1222598"/>
                <a:ext cx="618881" cy="900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11" name="Forme libre : forme 1110">
                <a:extLst>
                  <a:ext uri="{FF2B5EF4-FFF2-40B4-BE49-F238E27FC236}">
                    <a16:creationId xmlns:a16="http://schemas.microsoft.com/office/drawing/2014/main" id="{A4587C28-261D-D409-ABD7-BDD71E9E67C1}"/>
                  </a:ext>
                </a:extLst>
              </p:cNvPr>
              <p:cNvSpPr/>
              <p:nvPr/>
            </p:nvSpPr>
            <p:spPr>
              <a:xfrm>
                <a:off x="6459846" y="1340173"/>
                <a:ext cx="469806" cy="786249"/>
              </a:xfrm>
              <a:custGeom>
                <a:avLst/>
                <a:gdLst>
                  <a:gd name="connsiteX0" fmla="*/ 62142 w 469806"/>
                  <a:gd name="connsiteY0" fmla="*/ 780016 h 786249"/>
                  <a:gd name="connsiteX1" fmla="*/ 103417 w 469806"/>
                  <a:gd name="connsiteY1" fmla="*/ 694291 h 786249"/>
                  <a:gd name="connsiteX2" fmla="*/ 87542 w 469806"/>
                  <a:gd name="connsiteY2" fmla="*/ 624441 h 786249"/>
                  <a:gd name="connsiteX3" fmla="*/ 122467 w 469806"/>
                  <a:gd name="connsiteY3" fmla="*/ 513316 h 786249"/>
                  <a:gd name="connsiteX4" fmla="*/ 39917 w 469806"/>
                  <a:gd name="connsiteY4" fmla="*/ 487916 h 786249"/>
                  <a:gd name="connsiteX5" fmla="*/ 65317 w 469806"/>
                  <a:gd name="connsiteY5" fmla="*/ 237091 h 786249"/>
                  <a:gd name="connsiteX6" fmla="*/ 27217 w 469806"/>
                  <a:gd name="connsiteY6" fmla="*/ 198991 h 786249"/>
                  <a:gd name="connsiteX7" fmla="*/ 1817 w 469806"/>
                  <a:gd name="connsiteY7" fmla="*/ 62466 h 786249"/>
                  <a:gd name="connsiteX8" fmla="*/ 78017 w 469806"/>
                  <a:gd name="connsiteY8" fmla="*/ 2141 h 786249"/>
                  <a:gd name="connsiteX9" fmla="*/ 246292 w 469806"/>
                  <a:gd name="connsiteY9" fmla="*/ 21191 h 786249"/>
                  <a:gd name="connsiteX10" fmla="*/ 395517 w 469806"/>
                  <a:gd name="connsiteY10" fmla="*/ 94216 h 786249"/>
                  <a:gd name="connsiteX11" fmla="*/ 443142 w 469806"/>
                  <a:gd name="connsiteY11" fmla="*/ 173591 h 786249"/>
                  <a:gd name="connsiteX12" fmla="*/ 395517 w 469806"/>
                  <a:gd name="connsiteY12" fmla="*/ 214866 h 786249"/>
                  <a:gd name="connsiteX13" fmla="*/ 420917 w 469806"/>
                  <a:gd name="connsiteY13" fmla="*/ 303766 h 786249"/>
                  <a:gd name="connsiteX14" fmla="*/ 411392 w 469806"/>
                  <a:gd name="connsiteY14" fmla="*/ 484741 h 786249"/>
                  <a:gd name="connsiteX15" fmla="*/ 306617 w 469806"/>
                  <a:gd name="connsiteY15" fmla="*/ 526016 h 786249"/>
                  <a:gd name="connsiteX16" fmla="*/ 401867 w 469806"/>
                  <a:gd name="connsiteY16" fmla="*/ 605391 h 786249"/>
                  <a:gd name="connsiteX17" fmla="*/ 468542 w 469806"/>
                  <a:gd name="connsiteY17" fmla="*/ 716516 h 786249"/>
                  <a:gd name="connsiteX18" fmla="*/ 411392 w 469806"/>
                  <a:gd name="connsiteY18" fmla="*/ 773666 h 786249"/>
                  <a:gd name="connsiteX19" fmla="*/ 62142 w 469806"/>
                  <a:gd name="connsiteY19" fmla="*/ 780016 h 78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69806" h="786249">
                    <a:moveTo>
                      <a:pt x="62142" y="780016"/>
                    </a:moveTo>
                    <a:cubicBezTo>
                      <a:pt x="10813" y="766787"/>
                      <a:pt x="99184" y="720220"/>
                      <a:pt x="103417" y="694291"/>
                    </a:cubicBezTo>
                    <a:cubicBezTo>
                      <a:pt x="107650" y="668362"/>
                      <a:pt x="84367" y="654604"/>
                      <a:pt x="87542" y="624441"/>
                    </a:cubicBezTo>
                    <a:cubicBezTo>
                      <a:pt x="90717" y="594278"/>
                      <a:pt x="130405" y="536070"/>
                      <a:pt x="122467" y="513316"/>
                    </a:cubicBezTo>
                    <a:cubicBezTo>
                      <a:pt x="114530" y="490562"/>
                      <a:pt x="49442" y="533953"/>
                      <a:pt x="39917" y="487916"/>
                    </a:cubicBezTo>
                    <a:cubicBezTo>
                      <a:pt x="30392" y="441878"/>
                      <a:pt x="67434" y="285245"/>
                      <a:pt x="65317" y="237091"/>
                    </a:cubicBezTo>
                    <a:cubicBezTo>
                      <a:pt x="63200" y="188937"/>
                      <a:pt x="37800" y="228095"/>
                      <a:pt x="27217" y="198991"/>
                    </a:cubicBezTo>
                    <a:cubicBezTo>
                      <a:pt x="16634" y="169887"/>
                      <a:pt x="-6650" y="95274"/>
                      <a:pt x="1817" y="62466"/>
                    </a:cubicBezTo>
                    <a:cubicBezTo>
                      <a:pt x="10284" y="29658"/>
                      <a:pt x="37271" y="9020"/>
                      <a:pt x="78017" y="2141"/>
                    </a:cubicBezTo>
                    <a:cubicBezTo>
                      <a:pt x="118763" y="-4738"/>
                      <a:pt x="193375" y="5845"/>
                      <a:pt x="246292" y="21191"/>
                    </a:cubicBezTo>
                    <a:cubicBezTo>
                      <a:pt x="299209" y="36537"/>
                      <a:pt x="362709" y="68816"/>
                      <a:pt x="395517" y="94216"/>
                    </a:cubicBezTo>
                    <a:cubicBezTo>
                      <a:pt x="428325" y="119616"/>
                      <a:pt x="443142" y="153483"/>
                      <a:pt x="443142" y="173591"/>
                    </a:cubicBezTo>
                    <a:cubicBezTo>
                      <a:pt x="443142" y="193699"/>
                      <a:pt x="399221" y="193170"/>
                      <a:pt x="395517" y="214866"/>
                    </a:cubicBezTo>
                    <a:cubicBezTo>
                      <a:pt x="391813" y="236562"/>
                      <a:pt x="418271" y="258787"/>
                      <a:pt x="420917" y="303766"/>
                    </a:cubicBezTo>
                    <a:cubicBezTo>
                      <a:pt x="423563" y="348745"/>
                      <a:pt x="430442" y="447699"/>
                      <a:pt x="411392" y="484741"/>
                    </a:cubicBezTo>
                    <a:cubicBezTo>
                      <a:pt x="392342" y="521783"/>
                      <a:pt x="308205" y="505908"/>
                      <a:pt x="306617" y="526016"/>
                    </a:cubicBezTo>
                    <a:cubicBezTo>
                      <a:pt x="305030" y="546124"/>
                      <a:pt x="374880" y="573641"/>
                      <a:pt x="401867" y="605391"/>
                    </a:cubicBezTo>
                    <a:cubicBezTo>
                      <a:pt x="428854" y="637141"/>
                      <a:pt x="466955" y="688470"/>
                      <a:pt x="468542" y="716516"/>
                    </a:cubicBezTo>
                    <a:cubicBezTo>
                      <a:pt x="470129" y="744562"/>
                      <a:pt x="479125" y="764670"/>
                      <a:pt x="411392" y="773666"/>
                    </a:cubicBezTo>
                    <a:cubicBezTo>
                      <a:pt x="343659" y="782662"/>
                      <a:pt x="113471" y="793245"/>
                      <a:pt x="62142" y="780016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109" name="ZoneTexte 1108">
              <a:extLst>
                <a:ext uri="{FF2B5EF4-FFF2-40B4-BE49-F238E27FC236}">
                  <a16:creationId xmlns:a16="http://schemas.microsoft.com/office/drawing/2014/main" id="{D3E11A3B-704D-615E-2044-3B50B44E208A}"/>
                </a:ext>
              </a:extLst>
            </p:cNvPr>
            <p:cNvSpPr txBox="1"/>
            <p:nvPr/>
          </p:nvSpPr>
          <p:spPr>
            <a:xfrm>
              <a:off x="6463787" y="1281364"/>
              <a:ext cx="393279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grpSp>
        <p:nvGrpSpPr>
          <p:cNvPr id="1112" name="Groupe 1111">
            <a:extLst>
              <a:ext uri="{FF2B5EF4-FFF2-40B4-BE49-F238E27FC236}">
                <a16:creationId xmlns:a16="http://schemas.microsoft.com/office/drawing/2014/main" id="{BF2CC80F-1A06-F5DB-474A-E4C6CDFB80C4}"/>
              </a:ext>
            </a:extLst>
          </p:cNvPr>
          <p:cNvGrpSpPr/>
          <p:nvPr/>
        </p:nvGrpSpPr>
        <p:grpSpPr>
          <a:xfrm>
            <a:off x="2480494" y="4047442"/>
            <a:ext cx="274344" cy="408589"/>
            <a:chOff x="6389138" y="1222598"/>
            <a:chExt cx="618881" cy="903824"/>
          </a:xfrm>
        </p:grpSpPr>
        <p:grpSp>
          <p:nvGrpSpPr>
            <p:cNvPr id="1113" name="Groupe 1112">
              <a:extLst>
                <a:ext uri="{FF2B5EF4-FFF2-40B4-BE49-F238E27FC236}">
                  <a16:creationId xmlns:a16="http://schemas.microsoft.com/office/drawing/2014/main" id="{D1F9B8FD-2ED7-34AF-F466-BD54C1365C9D}"/>
                </a:ext>
              </a:extLst>
            </p:cNvPr>
            <p:cNvGrpSpPr/>
            <p:nvPr/>
          </p:nvGrpSpPr>
          <p:grpSpPr>
            <a:xfrm>
              <a:off x="6389138" y="1222598"/>
              <a:ext cx="618881" cy="903824"/>
              <a:chOff x="6389138" y="1222598"/>
              <a:chExt cx="618881" cy="903824"/>
            </a:xfrm>
          </p:grpSpPr>
          <p:pic>
            <p:nvPicPr>
              <p:cNvPr id="1115" name="Picture 6" descr="Illustration de chauffeur d'autobus scolaire. | Vecteur Premium">
                <a:extLst>
                  <a:ext uri="{FF2B5EF4-FFF2-40B4-BE49-F238E27FC236}">
                    <a16:creationId xmlns:a16="http://schemas.microsoft.com/office/drawing/2014/main" id="{56A7ED9C-45D3-A974-2909-4855078884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>
                            <a14:foregroundMark x1="69169" y1="10064" x2="69169" y2="10064"/>
                            <a14:backgroundMark x1="50799" y1="13419" x2="42492" y2="96645"/>
                            <a14:backgroundMark x1="42492" y1="96645" x2="42492" y2="96645"/>
                            <a14:backgroundMark x1="55112" y1="11022" x2="54792" y2="77636"/>
                            <a14:backgroundMark x1="57188" y1="72684" x2="57188" y2="72684"/>
                            <a14:backgroundMark x1="57508" y1="72364" x2="59105" y2="81310"/>
                            <a14:backgroundMark x1="65176" y1="73003" x2="65815" y2="78275"/>
                            <a14:backgroundMark x1="65495" y1="68371" x2="66134" y2="69649"/>
                            <a14:backgroundMark x1="77476" y1="66613" x2="80831" y2="79073"/>
                            <a14:backgroundMark x1="77796" y1="70607" x2="77796" y2="84345"/>
                            <a14:backgroundMark x1="75879" y1="80671" x2="75879" y2="80671"/>
                            <a14:backgroundMark x1="74760" y1="76358" x2="75399" y2="81949"/>
                            <a14:backgroundMark x1="75080" y1="82268" x2="74441" y2="84026"/>
                            <a14:backgroundMark x1="74121" y1="83067" x2="74121" y2="77955"/>
                            <a14:backgroundMark x1="78115" y1="66933" x2="79553" y2="62620"/>
                            <a14:backgroundMark x1="79073" y1="59744" x2="79073" y2="59744"/>
                            <a14:backgroundMark x1="76837" y1="64058" x2="75559" y2="64058"/>
                            <a14:backgroundMark x1="75399" y1="49042" x2="75559" y2="53355"/>
                            <a14:backgroundMark x1="77476" y1="40735" x2="77476" y2="40735"/>
                            <a14:backgroundMark x1="83546" y1="35304" x2="82109" y2="43610"/>
                            <a14:backgroundMark x1="56550" y1="31949" x2="56550" y2="31949"/>
                            <a14:backgroundMark x1="58147" y1="32748" x2="58147" y2="32748"/>
                            <a14:backgroundMark x1="56869" y1="30351" x2="57508" y2="36741"/>
                            <a14:backgroundMark x1="57508" y1="30351" x2="58147" y2="31310"/>
                            <a14:backgroundMark x1="58147" y1="31310" x2="58147" y2="32588"/>
                            <a14:backgroundMark x1="58147" y1="32588" x2="58147" y2="32588"/>
                            <a14:backgroundMark x1="57827" y1="47604" x2="56070" y2="56390"/>
                            <a14:backgroundMark x1="58786" y1="48722" x2="60064" y2="54313"/>
                            <a14:backgroundMark x1="60064" y1="53994" x2="60064" y2="53994"/>
                            <a14:backgroundMark x1="60064" y1="50958" x2="61182" y2="50958"/>
                            <a14:backgroundMark x1="61182" y1="50958" x2="61182" y2="509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91" r="10388" b="44795"/>
              <a:stretch/>
            </p:blipFill>
            <p:spPr bwMode="auto">
              <a:xfrm>
                <a:off x="6389138" y="1222598"/>
                <a:ext cx="618881" cy="900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16" name="Forme libre : forme 1115">
                <a:extLst>
                  <a:ext uri="{FF2B5EF4-FFF2-40B4-BE49-F238E27FC236}">
                    <a16:creationId xmlns:a16="http://schemas.microsoft.com/office/drawing/2014/main" id="{6F9853D2-A91F-455F-892D-081510BFD1DF}"/>
                  </a:ext>
                </a:extLst>
              </p:cNvPr>
              <p:cNvSpPr/>
              <p:nvPr/>
            </p:nvSpPr>
            <p:spPr>
              <a:xfrm>
                <a:off x="6459846" y="1340173"/>
                <a:ext cx="469806" cy="786249"/>
              </a:xfrm>
              <a:custGeom>
                <a:avLst/>
                <a:gdLst>
                  <a:gd name="connsiteX0" fmla="*/ 62142 w 469806"/>
                  <a:gd name="connsiteY0" fmla="*/ 780016 h 786249"/>
                  <a:gd name="connsiteX1" fmla="*/ 103417 w 469806"/>
                  <a:gd name="connsiteY1" fmla="*/ 694291 h 786249"/>
                  <a:gd name="connsiteX2" fmla="*/ 87542 w 469806"/>
                  <a:gd name="connsiteY2" fmla="*/ 624441 h 786249"/>
                  <a:gd name="connsiteX3" fmla="*/ 122467 w 469806"/>
                  <a:gd name="connsiteY3" fmla="*/ 513316 h 786249"/>
                  <a:gd name="connsiteX4" fmla="*/ 39917 w 469806"/>
                  <a:gd name="connsiteY4" fmla="*/ 487916 h 786249"/>
                  <a:gd name="connsiteX5" fmla="*/ 65317 w 469806"/>
                  <a:gd name="connsiteY5" fmla="*/ 237091 h 786249"/>
                  <a:gd name="connsiteX6" fmla="*/ 27217 w 469806"/>
                  <a:gd name="connsiteY6" fmla="*/ 198991 h 786249"/>
                  <a:gd name="connsiteX7" fmla="*/ 1817 w 469806"/>
                  <a:gd name="connsiteY7" fmla="*/ 62466 h 786249"/>
                  <a:gd name="connsiteX8" fmla="*/ 78017 w 469806"/>
                  <a:gd name="connsiteY8" fmla="*/ 2141 h 786249"/>
                  <a:gd name="connsiteX9" fmla="*/ 246292 w 469806"/>
                  <a:gd name="connsiteY9" fmla="*/ 21191 h 786249"/>
                  <a:gd name="connsiteX10" fmla="*/ 395517 w 469806"/>
                  <a:gd name="connsiteY10" fmla="*/ 94216 h 786249"/>
                  <a:gd name="connsiteX11" fmla="*/ 443142 w 469806"/>
                  <a:gd name="connsiteY11" fmla="*/ 173591 h 786249"/>
                  <a:gd name="connsiteX12" fmla="*/ 395517 w 469806"/>
                  <a:gd name="connsiteY12" fmla="*/ 214866 h 786249"/>
                  <a:gd name="connsiteX13" fmla="*/ 420917 w 469806"/>
                  <a:gd name="connsiteY13" fmla="*/ 303766 h 786249"/>
                  <a:gd name="connsiteX14" fmla="*/ 411392 w 469806"/>
                  <a:gd name="connsiteY14" fmla="*/ 484741 h 786249"/>
                  <a:gd name="connsiteX15" fmla="*/ 306617 w 469806"/>
                  <a:gd name="connsiteY15" fmla="*/ 526016 h 786249"/>
                  <a:gd name="connsiteX16" fmla="*/ 401867 w 469806"/>
                  <a:gd name="connsiteY16" fmla="*/ 605391 h 786249"/>
                  <a:gd name="connsiteX17" fmla="*/ 468542 w 469806"/>
                  <a:gd name="connsiteY17" fmla="*/ 716516 h 786249"/>
                  <a:gd name="connsiteX18" fmla="*/ 411392 w 469806"/>
                  <a:gd name="connsiteY18" fmla="*/ 773666 h 786249"/>
                  <a:gd name="connsiteX19" fmla="*/ 62142 w 469806"/>
                  <a:gd name="connsiteY19" fmla="*/ 780016 h 78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69806" h="786249">
                    <a:moveTo>
                      <a:pt x="62142" y="780016"/>
                    </a:moveTo>
                    <a:cubicBezTo>
                      <a:pt x="10813" y="766787"/>
                      <a:pt x="99184" y="720220"/>
                      <a:pt x="103417" y="694291"/>
                    </a:cubicBezTo>
                    <a:cubicBezTo>
                      <a:pt x="107650" y="668362"/>
                      <a:pt x="84367" y="654604"/>
                      <a:pt x="87542" y="624441"/>
                    </a:cubicBezTo>
                    <a:cubicBezTo>
                      <a:pt x="90717" y="594278"/>
                      <a:pt x="130405" y="536070"/>
                      <a:pt x="122467" y="513316"/>
                    </a:cubicBezTo>
                    <a:cubicBezTo>
                      <a:pt x="114530" y="490562"/>
                      <a:pt x="49442" y="533953"/>
                      <a:pt x="39917" y="487916"/>
                    </a:cubicBezTo>
                    <a:cubicBezTo>
                      <a:pt x="30392" y="441878"/>
                      <a:pt x="67434" y="285245"/>
                      <a:pt x="65317" y="237091"/>
                    </a:cubicBezTo>
                    <a:cubicBezTo>
                      <a:pt x="63200" y="188937"/>
                      <a:pt x="37800" y="228095"/>
                      <a:pt x="27217" y="198991"/>
                    </a:cubicBezTo>
                    <a:cubicBezTo>
                      <a:pt x="16634" y="169887"/>
                      <a:pt x="-6650" y="95274"/>
                      <a:pt x="1817" y="62466"/>
                    </a:cubicBezTo>
                    <a:cubicBezTo>
                      <a:pt x="10284" y="29658"/>
                      <a:pt x="37271" y="9020"/>
                      <a:pt x="78017" y="2141"/>
                    </a:cubicBezTo>
                    <a:cubicBezTo>
                      <a:pt x="118763" y="-4738"/>
                      <a:pt x="193375" y="5845"/>
                      <a:pt x="246292" y="21191"/>
                    </a:cubicBezTo>
                    <a:cubicBezTo>
                      <a:pt x="299209" y="36537"/>
                      <a:pt x="362709" y="68816"/>
                      <a:pt x="395517" y="94216"/>
                    </a:cubicBezTo>
                    <a:cubicBezTo>
                      <a:pt x="428325" y="119616"/>
                      <a:pt x="443142" y="153483"/>
                      <a:pt x="443142" y="173591"/>
                    </a:cubicBezTo>
                    <a:cubicBezTo>
                      <a:pt x="443142" y="193699"/>
                      <a:pt x="399221" y="193170"/>
                      <a:pt x="395517" y="214866"/>
                    </a:cubicBezTo>
                    <a:cubicBezTo>
                      <a:pt x="391813" y="236562"/>
                      <a:pt x="418271" y="258787"/>
                      <a:pt x="420917" y="303766"/>
                    </a:cubicBezTo>
                    <a:cubicBezTo>
                      <a:pt x="423563" y="348745"/>
                      <a:pt x="430442" y="447699"/>
                      <a:pt x="411392" y="484741"/>
                    </a:cubicBezTo>
                    <a:cubicBezTo>
                      <a:pt x="392342" y="521783"/>
                      <a:pt x="308205" y="505908"/>
                      <a:pt x="306617" y="526016"/>
                    </a:cubicBezTo>
                    <a:cubicBezTo>
                      <a:pt x="305030" y="546124"/>
                      <a:pt x="374880" y="573641"/>
                      <a:pt x="401867" y="605391"/>
                    </a:cubicBezTo>
                    <a:cubicBezTo>
                      <a:pt x="428854" y="637141"/>
                      <a:pt x="466955" y="688470"/>
                      <a:pt x="468542" y="716516"/>
                    </a:cubicBezTo>
                    <a:cubicBezTo>
                      <a:pt x="470129" y="744562"/>
                      <a:pt x="479125" y="764670"/>
                      <a:pt x="411392" y="773666"/>
                    </a:cubicBezTo>
                    <a:cubicBezTo>
                      <a:pt x="343659" y="782662"/>
                      <a:pt x="113471" y="793245"/>
                      <a:pt x="62142" y="780016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114" name="ZoneTexte 1113">
              <a:extLst>
                <a:ext uri="{FF2B5EF4-FFF2-40B4-BE49-F238E27FC236}">
                  <a16:creationId xmlns:a16="http://schemas.microsoft.com/office/drawing/2014/main" id="{D05D5389-1093-12F2-1F61-A1806D3EB66E}"/>
                </a:ext>
              </a:extLst>
            </p:cNvPr>
            <p:cNvSpPr txBox="1"/>
            <p:nvPr/>
          </p:nvSpPr>
          <p:spPr>
            <a:xfrm>
              <a:off x="6463787" y="1281364"/>
              <a:ext cx="393279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cxnSp>
        <p:nvCxnSpPr>
          <p:cNvPr id="1117" name="Connecteur droit avec flèche 1116">
            <a:extLst>
              <a:ext uri="{FF2B5EF4-FFF2-40B4-BE49-F238E27FC236}">
                <a16:creationId xmlns:a16="http://schemas.microsoft.com/office/drawing/2014/main" id="{F1190F58-11A6-E569-BA44-81E3011DDB39}"/>
              </a:ext>
            </a:extLst>
          </p:cNvPr>
          <p:cNvCxnSpPr>
            <a:cxnSpLocks/>
            <a:stCxn id="1093" idx="3"/>
          </p:cNvCxnSpPr>
          <p:nvPr/>
        </p:nvCxnSpPr>
        <p:spPr>
          <a:xfrm>
            <a:off x="3020384" y="4357099"/>
            <a:ext cx="8254377" cy="247932"/>
          </a:xfrm>
          <a:prstGeom prst="straightConnector1">
            <a:avLst/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Connecteur droit avec flèche 1117">
            <a:extLst>
              <a:ext uri="{FF2B5EF4-FFF2-40B4-BE49-F238E27FC236}">
                <a16:creationId xmlns:a16="http://schemas.microsoft.com/office/drawing/2014/main" id="{99C9B1FC-34C6-F472-B03F-E29CEF259413}"/>
              </a:ext>
            </a:extLst>
          </p:cNvPr>
          <p:cNvCxnSpPr>
            <a:cxnSpLocks/>
            <a:endCxn id="1094" idx="3"/>
          </p:cNvCxnSpPr>
          <p:nvPr/>
        </p:nvCxnSpPr>
        <p:spPr>
          <a:xfrm flipH="1">
            <a:off x="3278080" y="4282311"/>
            <a:ext cx="8004874" cy="370065"/>
          </a:xfrm>
          <a:prstGeom prst="straightConnector1">
            <a:avLst/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3" name="ZoneTexte 1122">
            <a:extLst>
              <a:ext uri="{FF2B5EF4-FFF2-40B4-BE49-F238E27FC236}">
                <a16:creationId xmlns:a16="http://schemas.microsoft.com/office/drawing/2014/main" id="{487AA210-AF28-0453-B717-25C4075B1CD3}"/>
              </a:ext>
            </a:extLst>
          </p:cNvPr>
          <p:cNvSpPr txBox="1"/>
          <p:nvPr/>
        </p:nvSpPr>
        <p:spPr>
          <a:xfrm>
            <a:off x="2311905" y="533667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1124" name="ZoneTexte 1123">
            <a:extLst>
              <a:ext uri="{FF2B5EF4-FFF2-40B4-BE49-F238E27FC236}">
                <a16:creationId xmlns:a16="http://schemas.microsoft.com/office/drawing/2014/main" id="{883CF724-0809-24B6-3725-290A41F92B0B}"/>
              </a:ext>
            </a:extLst>
          </p:cNvPr>
          <p:cNvSpPr txBox="1"/>
          <p:nvPr/>
        </p:nvSpPr>
        <p:spPr>
          <a:xfrm>
            <a:off x="2560370" y="977135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cxnSp>
        <p:nvCxnSpPr>
          <p:cNvPr id="1125" name="Connecteur : en angle 1124">
            <a:extLst>
              <a:ext uri="{FF2B5EF4-FFF2-40B4-BE49-F238E27FC236}">
                <a16:creationId xmlns:a16="http://schemas.microsoft.com/office/drawing/2014/main" id="{45C5084F-E177-C646-8E10-3A56717E314D}"/>
              </a:ext>
            </a:extLst>
          </p:cNvPr>
          <p:cNvCxnSpPr>
            <a:cxnSpLocks/>
          </p:cNvCxnSpPr>
          <p:nvPr/>
        </p:nvCxnSpPr>
        <p:spPr>
          <a:xfrm>
            <a:off x="3065013" y="638436"/>
            <a:ext cx="1326110" cy="343320"/>
          </a:xfrm>
          <a:prstGeom prst="bentConnector3">
            <a:avLst>
              <a:gd name="adj1" fmla="val 301114"/>
            </a:avLst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Connecteur : en angle 1125">
            <a:extLst>
              <a:ext uri="{FF2B5EF4-FFF2-40B4-BE49-F238E27FC236}">
                <a16:creationId xmlns:a16="http://schemas.microsoft.com/office/drawing/2014/main" id="{D3BACBD7-93D0-17DF-909D-E3027E00DB4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309940" y="638436"/>
            <a:ext cx="1044808" cy="344462"/>
          </a:xfrm>
          <a:prstGeom prst="bentConnector3">
            <a:avLst>
              <a:gd name="adj1" fmla="val 298740"/>
            </a:avLst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7" name="Groupe 1126">
            <a:extLst>
              <a:ext uri="{FF2B5EF4-FFF2-40B4-BE49-F238E27FC236}">
                <a16:creationId xmlns:a16="http://schemas.microsoft.com/office/drawing/2014/main" id="{B9BCDE3A-E2B9-A237-A9F2-CD1F7C409EEF}"/>
              </a:ext>
            </a:extLst>
          </p:cNvPr>
          <p:cNvGrpSpPr/>
          <p:nvPr/>
        </p:nvGrpSpPr>
        <p:grpSpPr>
          <a:xfrm>
            <a:off x="2418526" y="372631"/>
            <a:ext cx="278415" cy="410049"/>
            <a:chOff x="4693615" y="1216747"/>
            <a:chExt cx="628062" cy="907054"/>
          </a:xfrm>
        </p:grpSpPr>
        <p:grpSp>
          <p:nvGrpSpPr>
            <p:cNvPr id="1128" name="Groupe 1127">
              <a:extLst>
                <a:ext uri="{FF2B5EF4-FFF2-40B4-BE49-F238E27FC236}">
                  <a16:creationId xmlns:a16="http://schemas.microsoft.com/office/drawing/2014/main" id="{EAE61283-7207-EBFA-45BB-02D5F60AF778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130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8405B30C-E11B-44AD-6F00-0B62711BA9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31" name="Forme libre : forme 1130">
                <a:extLst>
                  <a:ext uri="{FF2B5EF4-FFF2-40B4-BE49-F238E27FC236}">
                    <a16:creationId xmlns:a16="http://schemas.microsoft.com/office/drawing/2014/main" id="{30AE7D81-71F4-276C-ADBB-65E57F92EF4C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129" name="ZoneTexte 1128">
              <a:extLst>
                <a:ext uri="{FF2B5EF4-FFF2-40B4-BE49-F238E27FC236}">
                  <a16:creationId xmlns:a16="http://schemas.microsoft.com/office/drawing/2014/main" id="{8F7DED02-49D4-9B44-9DDB-6C0FCA6C1F5E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132" name="Groupe 1131">
            <a:extLst>
              <a:ext uri="{FF2B5EF4-FFF2-40B4-BE49-F238E27FC236}">
                <a16:creationId xmlns:a16="http://schemas.microsoft.com/office/drawing/2014/main" id="{A9A82C05-870E-B45B-7733-EB848B6B2D76}"/>
              </a:ext>
            </a:extLst>
          </p:cNvPr>
          <p:cNvGrpSpPr/>
          <p:nvPr/>
        </p:nvGrpSpPr>
        <p:grpSpPr>
          <a:xfrm>
            <a:off x="2422150" y="801430"/>
            <a:ext cx="278415" cy="410049"/>
            <a:chOff x="4693615" y="1216747"/>
            <a:chExt cx="628062" cy="907054"/>
          </a:xfrm>
        </p:grpSpPr>
        <p:grpSp>
          <p:nvGrpSpPr>
            <p:cNvPr id="1133" name="Groupe 1132">
              <a:extLst>
                <a:ext uri="{FF2B5EF4-FFF2-40B4-BE49-F238E27FC236}">
                  <a16:creationId xmlns:a16="http://schemas.microsoft.com/office/drawing/2014/main" id="{5898D7D1-B833-19DB-969D-335F7B5FC675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135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1748B931-31FF-28BA-3C91-8528A918E9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36" name="Forme libre : forme 1135">
                <a:extLst>
                  <a:ext uri="{FF2B5EF4-FFF2-40B4-BE49-F238E27FC236}">
                    <a16:creationId xmlns:a16="http://schemas.microsoft.com/office/drawing/2014/main" id="{1D0F32F3-A878-5DC9-8F8E-555F7035A785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134" name="ZoneTexte 1133">
              <a:extLst>
                <a:ext uri="{FF2B5EF4-FFF2-40B4-BE49-F238E27FC236}">
                  <a16:creationId xmlns:a16="http://schemas.microsoft.com/office/drawing/2014/main" id="{6736BA11-47BA-0431-E6BD-4B0C71AA22A0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sp>
        <p:nvSpPr>
          <p:cNvPr id="1137" name="ZoneTexte 1136">
            <a:extLst>
              <a:ext uri="{FF2B5EF4-FFF2-40B4-BE49-F238E27FC236}">
                <a16:creationId xmlns:a16="http://schemas.microsoft.com/office/drawing/2014/main" id="{51CE5D62-5E40-6458-099A-F78ECCE38F99}"/>
              </a:ext>
            </a:extLst>
          </p:cNvPr>
          <p:cNvSpPr txBox="1"/>
          <p:nvPr/>
        </p:nvSpPr>
        <p:spPr>
          <a:xfrm>
            <a:off x="11572984" y="502027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1138" name="ZoneTexte 1137">
            <a:extLst>
              <a:ext uri="{FF2B5EF4-FFF2-40B4-BE49-F238E27FC236}">
                <a16:creationId xmlns:a16="http://schemas.microsoft.com/office/drawing/2014/main" id="{EEE1ADDA-A134-2B33-9E21-0C574FD51651}"/>
              </a:ext>
            </a:extLst>
          </p:cNvPr>
          <p:cNvSpPr txBox="1"/>
          <p:nvPr/>
        </p:nvSpPr>
        <p:spPr>
          <a:xfrm>
            <a:off x="11347601" y="989929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15h10</a:t>
            </a:r>
          </a:p>
        </p:txBody>
      </p:sp>
      <p:grpSp>
        <p:nvGrpSpPr>
          <p:cNvPr id="1139" name="Groupe 1138">
            <a:extLst>
              <a:ext uri="{FF2B5EF4-FFF2-40B4-BE49-F238E27FC236}">
                <a16:creationId xmlns:a16="http://schemas.microsoft.com/office/drawing/2014/main" id="{4D8A10E0-498D-5069-7F1F-9E8654FAD95B}"/>
              </a:ext>
            </a:extLst>
          </p:cNvPr>
          <p:cNvGrpSpPr/>
          <p:nvPr/>
        </p:nvGrpSpPr>
        <p:grpSpPr>
          <a:xfrm>
            <a:off x="11918273" y="372904"/>
            <a:ext cx="255230" cy="406122"/>
            <a:chOff x="5633373" y="1227577"/>
            <a:chExt cx="575763" cy="898368"/>
          </a:xfrm>
        </p:grpSpPr>
        <p:grpSp>
          <p:nvGrpSpPr>
            <p:cNvPr id="1140" name="Groupe 1139">
              <a:extLst>
                <a:ext uri="{FF2B5EF4-FFF2-40B4-BE49-F238E27FC236}">
                  <a16:creationId xmlns:a16="http://schemas.microsoft.com/office/drawing/2014/main" id="{241285BB-3141-C6F2-4C0B-1CEF10DAB6AD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142" name="Image 1141">
                <a:extLst>
                  <a:ext uri="{FF2B5EF4-FFF2-40B4-BE49-F238E27FC236}">
                    <a16:creationId xmlns:a16="http://schemas.microsoft.com/office/drawing/2014/main" id="{85F19EC4-3551-14A7-7F66-5AA5B7FFC3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143" name="Forme libre : forme 1142">
                <a:extLst>
                  <a:ext uri="{FF2B5EF4-FFF2-40B4-BE49-F238E27FC236}">
                    <a16:creationId xmlns:a16="http://schemas.microsoft.com/office/drawing/2014/main" id="{2C211D98-E75E-FE8B-B5B9-7E7D0C3CCCCD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141" name="ZoneTexte 1140">
              <a:extLst>
                <a:ext uri="{FF2B5EF4-FFF2-40B4-BE49-F238E27FC236}">
                  <a16:creationId xmlns:a16="http://schemas.microsoft.com/office/drawing/2014/main" id="{0D615653-E07B-D778-6C6C-EC594EE95466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144" name="Groupe 1143">
            <a:extLst>
              <a:ext uri="{FF2B5EF4-FFF2-40B4-BE49-F238E27FC236}">
                <a16:creationId xmlns:a16="http://schemas.microsoft.com/office/drawing/2014/main" id="{9E0AB7C8-9498-CD64-840D-1768D97AF7F4}"/>
              </a:ext>
            </a:extLst>
          </p:cNvPr>
          <p:cNvGrpSpPr/>
          <p:nvPr/>
        </p:nvGrpSpPr>
        <p:grpSpPr>
          <a:xfrm>
            <a:off x="11903820" y="782552"/>
            <a:ext cx="255230" cy="406122"/>
            <a:chOff x="5633373" y="1227577"/>
            <a:chExt cx="575763" cy="898368"/>
          </a:xfrm>
        </p:grpSpPr>
        <p:grpSp>
          <p:nvGrpSpPr>
            <p:cNvPr id="1145" name="Groupe 1144">
              <a:extLst>
                <a:ext uri="{FF2B5EF4-FFF2-40B4-BE49-F238E27FC236}">
                  <a16:creationId xmlns:a16="http://schemas.microsoft.com/office/drawing/2014/main" id="{83B98074-7061-D2A1-4CC3-60C7123CAEB5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147" name="Image 1146">
                <a:extLst>
                  <a:ext uri="{FF2B5EF4-FFF2-40B4-BE49-F238E27FC236}">
                    <a16:creationId xmlns:a16="http://schemas.microsoft.com/office/drawing/2014/main" id="{5B84AAEA-12B1-9554-9D07-CFDF999F8E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148" name="Forme libre : forme 1147">
                <a:extLst>
                  <a:ext uri="{FF2B5EF4-FFF2-40B4-BE49-F238E27FC236}">
                    <a16:creationId xmlns:a16="http://schemas.microsoft.com/office/drawing/2014/main" id="{674A1495-1F1D-A4FB-B35C-5C23EB34124F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146" name="ZoneTexte 1145">
              <a:extLst>
                <a:ext uri="{FF2B5EF4-FFF2-40B4-BE49-F238E27FC236}">
                  <a16:creationId xmlns:a16="http://schemas.microsoft.com/office/drawing/2014/main" id="{D6EDEE59-2E56-658D-B706-60284BCBA7AD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149" name="Groupe 1148">
            <a:extLst>
              <a:ext uri="{FF2B5EF4-FFF2-40B4-BE49-F238E27FC236}">
                <a16:creationId xmlns:a16="http://schemas.microsoft.com/office/drawing/2014/main" id="{9FCCC378-8997-1750-E260-AAB7A439BEBB}"/>
              </a:ext>
            </a:extLst>
          </p:cNvPr>
          <p:cNvGrpSpPr/>
          <p:nvPr/>
        </p:nvGrpSpPr>
        <p:grpSpPr>
          <a:xfrm>
            <a:off x="3297023" y="1490935"/>
            <a:ext cx="278415" cy="410049"/>
            <a:chOff x="4693615" y="1216747"/>
            <a:chExt cx="628062" cy="907054"/>
          </a:xfrm>
        </p:grpSpPr>
        <p:grpSp>
          <p:nvGrpSpPr>
            <p:cNvPr id="1150" name="Groupe 1149">
              <a:extLst>
                <a:ext uri="{FF2B5EF4-FFF2-40B4-BE49-F238E27FC236}">
                  <a16:creationId xmlns:a16="http://schemas.microsoft.com/office/drawing/2014/main" id="{35E33637-7DD2-01F1-6AB1-F1F8C7FEAFA7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152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84D2F431-3F9C-E629-732F-BFC4FF4452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53" name="Forme libre : forme 1152">
                <a:extLst>
                  <a:ext uri="{FF2B5EF4-FFF2-40B4-BE49-F238E27FC236}">
                    <a16:creationId xmlns:a16="http://schemas.microsoft.com/office/drawing/2014/main" id="{BD30B990-CED7-5F9E-5575-DF9323C20CFC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151" name="ZoneTexte 1150">
              <a:extLst>
                <a:ext uri="{FF2B5EF4-FFF2-40B4-BE49-F238E27FC236}">
                  <a16:creationId xmlns:a16="http://schemas.microsoft.com/office/drawing/2014/main" id="{05813FFD-A563-9342-8F96-0EF1F0A79954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154" name="Groupe 1153">
            <a:extLst>
              <a:ext uri="{FF2B5EF4-FFF2-40B4-BE49-F238E27FC236}">
                <a16:creationId xmlns:a16="http://schemas.microsoft.com/office/drawing/2014/main" id="{8BBBDAF3-F4A4-1A67-A861-3A6A25C3F72D}"/>
              </a:ext>
            </a:extLst>
          </p:cNvPr>
          <p:cNvGrpSpPr/>
          <p:nvPr/>
        </p:nvGrpSpPr>
        <p:grpSpPr>
          <a:xfrm>
            <a:off x="3660655" y="1494941"/>
            <a:ext cx="255230" cy="406122"/>
            <a:chOff x="5633373" y="1227577"/>
            <a:chExt cx="575763" cy="898368"/>
          </a:xfrm>
        </p:grpSpPr>
        <p:grpSp>
          <p:nvGrpSpPr>
            <p:cNvPr id="1155" name="Groupe 1154">
              <a:extLst>
                <a:ext uri="{FF2B5EF4-FFF2-40B4-BE49-F238E27FC236}">
                  <a16:creationId xmlns:a16="http://schemas.microsoft.com/office/drawing/2014/main" id="{446E9664-9E80-4F47-C353-CB8C5C306846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157" name="Image 1156">
                <a:extLst>
                  <a:ext uri="{FF2B5EF4-FFF2-40B4-BE49-F238E27FC236}">
                    <a16:creationId xmlns:a16="http://schemas.microsoft.com/office/drawing/2014/main" id="{15C0202A-5B86-DB22-D0F3-07BE639E68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158" name="Forme libre : forme 1157">
                <a:extLst>
                  <a:ext uri="{FF2B5EF4-FFF2-40B4-BE49-F238E27FC236}">
                    <a16:creationId xmlns:a16="http://schemas.microsoft.com/office/drawing/2014/main" id="{7E715AB0-B276-170F-44A1-AEAE582F5A73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156" name="ZoneTexte 1155">
              <a:extLst>
                <a:ext uri="{FF2B5EF4-FFF2-40B4-BE49-F238E27FC236}">
                  <a16:creationId xmlns:a16="http://schemas.microsoft.com/office/drawing/2014/main" id="{39A499E8-899D-7B73-2FB8-3B15D579094C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159" name="Groupe 1158">
            <a:extLst>
              <a:ext uri="{FF2B5EF4-FFF2-40B4-BE49-F238E27FC236}">
                <a16:creationId xmlns:a16="http://schemas.microsoft.com/office/drawing/2014/main" id="{7B16CB62-9F78-863A-AE7A-D50F8AD21F41}"/>
              </a:ext>
            </a:extLst>
          </p:cNvPr>
          <p:cNvGrpSpPr/>
          <p:nvPr/>
        </p:nvGrpSpPr>
        <p:grpSpPr>
          <a:xfrm>
            <a:off x="3983236" y="1486700"/>
            <a:ext cx="274344" cy="408589"/>
            <a:chOff x="6389138" y="1222598"/>
            <a:chExt cx="618881" cy="903824"/>
          </a:xfrm>
        </p:grpSpPr>
        <p:grpSp>
          <p:nvGrpSpPr>
            <p:cNvPr id="1160" name="Groupe 1159">
              <a:extLst>
                <a:ext uri="{FF2B5EF4-FFF2-40B4-BE49-F238E27FC236}">
                  <a16:creationId xmlns:a16="http://schemas.microsoft.com/office/drawing/2014/main" id="{37A31A23-1491-4B9A-9B37-64A80113AC9B}"/>
                </a:ext>
              </a:extLst>
            </p:cNvPr>
            <p:cNvGrpSpPr/>
            <p:nvPr/>
          </p:nvGrpSpPr>
          <p:grpSpPr>
            <a:xfrm>
              <a:off x="6389138" y="1222598"/>
              <a:ext cx="618881" cy="903824"/>
              <a:chOff x="6389138" y="1222598"/>
              <a:chExt cx="618881" cy="903824"/>
            </a:xfrm>
          </p:grpSpPr>
          <p:pic>
            <p:nvPicPr>
              <p:cNvPr id="1162" name="Picture 6" descr="Illustration de chauffeur d'autobus scolaire. | Vecteur Premium">
                <a:extLst>
                  <a:ext uri="{FF2B5EF4-FFF2-40B4-BE49-F238E27FC236}">
                    <a16:creationId xmlns:a16="http://schemas.microsoft.com/office/drawing/2014/main" id="{EAFA9B80-6E53-A206-E7FC-E5A4DACD4A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>
                            <a14:foregroundMark x1="69169" y1="10064" x2="69169" y2="10064"/>
                            <a14:backgroundMark x1="50799" y1="13419" x2="42492" y2="96645"/>
                            <a14:backgroundMark x1="42492" y1="96645" x2="42492" y2="96645"/>
                            <a14:backgroundMark x1="55112" y1="11022" x2="54792" y2="77636"/>
                            <a14:backgroundMark x1="57188" y1="72684" x2="57188" y2="72684"/>
                            <a14:backgroundMark x1="57508" y1="72364" x2="59105" y2="81310"/>
                            <a14:backgroundMark x1="65176" y1="73003" x2="65815" y2="78275"/>
                            <a14:backgroundMark x1="65495" y1="68371" x2="66134" y2="69649"/>
                            <a14:backgroundMark x1="77476" y1="66613" x2="80831" y2="79073"/>
                            <a14:backgroundMark x1="77796" y1="70607" x2="77796" y2="84345"/>
                            <a14:backgroundMark x1="75879" y1="80671" x2="75879" y2="80671"/>
                            <a14:backgroundMark x1="74760" y1="76358" x2="75399" y2="81949"/>
                            <a14:backgroundMark x1="75080" y1="82268" x2="74441" y2="84026"/>
                            <a14:backgroundMark x1="74121" y1="83067" x2="74121" y2="77955"/>
                            <a14:backgroundMark x1="78115" y1="66933" x2="79553" y2="62620"/>
                            <a14:backgroundMark x1="79073" y1="59744" x2="79073" y2="59744"/>
                            <a14:backgroundMark x1="76837" y1="64058" x2="75559" y2="64058"/>
                            <a14:backgroundMark x1="75399" y1="49042" x2="75559" y2="53355"/>
                            <a14:backgroundMark x1="77476" y1="40735" x2="77476" y2="40735"/>
                            <a14:backgroundMark x1="83546" y1="35304" x2="82109" y2="43610"/>
                            <a14:backgroundMark x1="56550" y1="31949" x2="56550" y2="31949"/>
                            <a14:backgroundMark x1="58147" y1="32748" x2="58147" y2="32748"/>
                            <a14:backgroundMark x1="56869" y1="30351" x2="57508" y2="36741"/>
                            <a14:backgroundMark x1="57508" y1="30351" x2="58147" y2="31310"/>
                            <a14:backgroundMark x1="58147" y1="31310" x2="58147" y2="32588"/>
                            <a14:backgroundMark x1="58147" y1="32588" x2="58147" y2="32588"/>
                            <a14:backgroundMark x1="57827" y1="47604" x2="56070" y2="56390"/>
                            <a14:backgroundMark x1="58786" y1="48722" x2="60064" y2="54313"/>
                            <a14:backgroundMark x1="60064" y1="53994" x2="60064" y2="53994"/>
                            <a14:backgroundMark x1="60064" y1="50958" x2="61182" y2="50958"/>
                            <a14:backgroundMark x1="61182" y1="50958" x2="61182" y2="509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91" r="10388" b="44795"/>
              <a:stretch/>
            </p:blipFill>
            <p:spPr bwMode="auto">
              <a:xfrm>
                <a:off x="6389138" y="1222598"/>
                <a:ext cx="618881" cy="900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63" name="Forme libre : forme 1162">
                <a:extLst>
                  <a:ext uri="{FF2B5EF4-FFF2-40B4-BE49-F238E27FC236}">
                    <a16:creationId xmlns:a16="http://schemas.microsoft.com/office/drawing/2014/main" id="{CD9A5A5D-9725-13B3-9661-2B3808A8DCB7}"/>
                  </a:ext>
                </a:extLst>
              </p:cNvPr>
              <p:cNvSpPr/>
              <p:nvPr/>
            </p:nvSpPr>
            <p:spPr>
              <a:xfrm>
                <a:off x="6459846" y="1340173"/>
                <a:ext cx="469806" cy="786249"/>
              </a:xfrm>
              <a:custGeom>
                <a:avLst/>
                <a:gdLst>
                  <a:gd name="connsiteX0" fmla="*/ 62142 w 469806"/>
                  <a:gd name="connsiteY0" fmla="*/ 780016 h 786249"/>
                  <a:gd name="connsiteX1" fmla="*/ 103417 w 469806"/>
                  <a:gd name="connsiteY1" fmla="*/ 694291 h 786249"/>
                  <a:gd name="connsiteX2" fmla="*/ 87542 w 469806"/>
                  <a:gd name="connsiteY2" fmla="*/ 624441 h 786249"/>
                  <a:gd name="connsiteX3" fmla="*/ 122467 w 469806"/>
                  <a:gd name="connsiteY3" fmla="*/ 513316 h 786249"/>
                  <a:gd name="connsiteX4" fmla="*/ 39917 w 469806"/>
                  <a:gd name="connsiteY4" fmla="*/ 487916 h 786249"/>
                  <a:gd name="connsiteX5" fmla="*/ 65317 w 469806"/>
                  <a:gd name="connsiteY5" fmla="*/ 237091 h 786249"/>
                  <a:gd name="connsiteX6" fmla="*/ 27217 w 469806"/>
                  <a:gd name="connsiteY6" fmla="*/ 198991 h 786249"/>
                  <a:gd name="connsiteX7" fmla="*/ 1817 w 469806"/>
                  <a:gd name="connsiteY7" fmla="*/ 62466 h 786249"/>
                  <a:gd name="connsiteX8" fmla="*/ 78017 w 469806"/>
                  <a:gd name="connsiteY8" fmla="*/ 2141 h 786249"/>
                  <a:gd name="connsiteX9" fmla="*/ 246292 w 469806"/>
                  <a:gd name="connsiteY9" fmla="*/ 21191 h 786249"/>
                  <a:gd name="connsiteX10" fmla="*/ 395517 w 469806"/>
                  <a:gd name="connsiteY10" fmla="*/ 94216 h 786249"/>
                  <a:gd name="connsiteX11" fmla="*/ 443142 w 469806"/>
                  <a:gd name="connsiteY11" fmla="*/ 173591 h 786249"/>
                  <a:gd name="connsiteX12" fmla="*/ 395517 w 469806"/>
                  <a:gd name="connsiteY12" fmla="*/ 214866 h 786249"/>
                  <a:gd name="connsiteX13" fmla="*/ 420917 w 469806"/>
                  <a:gd name="connsiteY13" fmla="*/ 303766 h 786249"/>
                  <a:gd name="connsiteX14" fmla="*/ 411392 w 469806"/>
                  <a:gd name="connsiteY14" fmla="*/ 484741 h 786249"/>
                  <a:gd name="connsiteX15" fmla="*/ 306617 w 469806"/>
                  <a:gd name="connsiteY15" fmla="*/ 526016 h 786249"/>
                  <a:gd name="connsiteX16" fmla="*/ 401867 w 469806"/>
                  <a:gd name="connsiteY16" fmla="*/ 605391 h 786249"/>
                  <a:gd name="connsiteX17" fmla="*/ 468542 w 469806"/>
                  <a:gd name="connsiteY17" fmla="*/ 716516 h 786249"/>
                  <a:gd name="connsiteX18" fmla="*/ 411392 w 469806"/>
                  <a:gd name="connsiteY18" fmla="*/ 773666 h 786249"/>
                  <a:gd name="connsiteX19" fmla="*/ 62142 w 469806"/>
                  <a:gd name="connsiteY19" fmla="*/ 780016 h 78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69806" h="786249">
                    <a:moveTo>
                      <a:pt x="62142" y="780016"/>
                    </a:moveTo>
                    <a:cubicBezTo>
                      <a:pt x="10813" y="766787"/>
                      <a:pt x="99184" y="720220"/>
                      <a:pt x="103417" y="694291"/>
                    </a:cubicBezTo>
                    <a:cubicBezTo>
                      <a:pt x="107650" y="668362"/>
                      <a:pt x="84367" y="654604"/>
                      <a:pt x="87542" y="624441"/>
                    </a:cubicBezTo>
                    <a:cubicBezTo>
                      <a:pt x="90717" y="594278"/>
                      <a:pt x="130405" y="536070"/>
                      <a:pt x="122467" y="513316"/>
                    </a:cubicBezTo>
                    <a:cubicBezTo>
                      <a:pt x="114530" y="490562"/>
                      <a:pt x="49442" y="533953"/>
                      <a:pt x="39917" y="487916"/>
                    </a:cubicBezTo>
                    <a:cubicBezTo>
                      <a:pt x="30392" y="441878"/>
                      <a:pt x="67434" y="285245"/>
                      <a:pt x="65317" y="237091"/>
                    </a:cubicBezTo>
                    <a:cubicBezTo>
                      <a:pt x="63200" y="188937"/>
                      <a:pt x="37800" y="228095"/>
                      <a:pt x="27217" y="198991"/>
                    </a:cubicBezTo>
                    <a:cubicBezTo>
                      <a:pt x="16634" y="169887"/>
                      <a:pt x="-6650" y="95274"/>
                      <a:pt x="1817" y="62466"/>
                    </a:cubicBezTo>
                    <a:cubicBezTo>
                      <a:pt x="10284" y="29658"/>
                      <a:pt x="37271" y="9020"/>
                      <a:pt x="78017" y="2141"/>
                    </a:cubicBezTo>
                    <a:cubicBezTo>
                      <a:pt x="118763" y="-4738"/>
                      <a:pt x="193375" y="5845"/>
                      <a:pt x="246292" y="21191"/>
                    </a:cubicBezTo>
                    <a:cubicBezTo>
                      <a:pt x="299209" y="36537"/>
                      <a:pt x="362709" y="68816"/>
                      <a:pt x="395517" y="94216"/>
                    </a:cubicBezTo>
                    <a:cubicBezTo>
                      <a:pt x="428325" y="119616"/>
                      <a:pt x="443142" y="153483"/>
                      <a:pt x="443142" y="173591"/>
                    </a:cubicBezTo>
                    <a:cubicBezTo>
                      <a:pt x="443142" y="193699"/>
                      <a:pt x="399221" y="193170"/>
                      <a:pt x="395517" y="214866"/>
                    </a:cubicBezTo>
                    <a:cubicBezTo>
                      <a:pt x="391813" y="236562"/>
                      <a:pt x="418271" y="258787"/>
                      <a:pt x="420917" y="303766"/>
                    </a:cubicBezTo>
                    <a:cubicBezTo>
                      <a:pt x="423563" y="348745"/>
                      <a:pt x="430442" y="447699"/>
                      <a:pt x="411392" y="484741"/>
                    </a:cubicBezTo>
                    <a:cubicBezTo>
                      <a:pt x="392342" y="521783"/>
                      <a:pt x="308205" y="505908"/>
                      <a:pt x="306617" y="526016"/>
                    </a:cubicBezTo>
                    <a:cubicBezTo>
                      <a:pt x="305030" y="546124"/>
                      <a:pt x="374880" y="573641"/>
                      <a:pt x="401867" y="605391"/>
                    </a:cubicBezTo>
                    <a:cubicBezTo>
                      <a:pt x="428854" y="637141"/>
                      <a:pt x="466955" y="688470"/>
                      <a:pt x="468542" y="716516"/>
                    </a:cubicBezTo>
                    <a:cubicBezTo>
                      <a:pt x="470129" y="744562"/>
                      <a:pt x="479125" y="764670"/>
                      <a:pt x="411392" y="773666"/>
                    </a:cubicBezTo>
                    <a:cubicBezTo>
                      <a:pt x="343659" y="782662"/>
                      <a:pt x="113471" y="793245"/>
                      <a:pt x="62142" y="780016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161" name="ZoneTexte 1160">
              <a:extLst>
                <a:ext uri="{FF2B5EF4-FFF2-40B4-BE49-F238E27FC236}">
                  <a16:creationId xmlns:a16="http://schemas.microsoft.com/office/drawing/2014/main" id="{5247A34F-D520-9D8B-57C6-668F718D3C23}"/>
                </a:ext>
              </a:extLst>
            </p:cNvPr>
            <p:cNvSpPr txBox="1"/>
            <p:nvPr/>
          </p:nvSpPr>
          <p:spPr>
            <a:xfrm>
              <a:off x="6463787" y="1281364"/>
              <a:ext cx="393279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grpSp>
        <p:nvGrpSpPr>
          <p:cNvPr id="1164" name="Groupe 1163">
            <a:extLst>
              <a:ext uri="{FF2B5EF4-FFF2-40B4-BE49-F238E27FC236}">
                <a16:creationId xmlns:a16="http://schemas.microsoft.com/office/drawing/2014/main" id="{A661E842-70F4-1AB8-AE58-83A4924349AE}"/>
              </a:ext>
            </a:extLst>
          </p:cNvPr>
          <p:cNvGrpSpPr/>
          <p:nvPr/>
        </p:nvGrpSpPr>
        <p:grpSpPr>
          <a:xfrm>
            <a:off x="4333442" y="1505025"/>
            <a:ext cx="308831" cy="385251"/>
            <a:chOff x="7205187" y="1274964"/>
            <a:chExt cx="696677" cy="852197"/>
          </a:xfrm>
        </p:grpSpPr>
        <p:grpSp>
          <p:nvGrpSpPr>
            <p:cNvPr id="1165" name="Groupe 1164">
              <a:extLst>
                <a:ext uri="{FF2B5EF4-FFF2-40B4-BE49-F238E27FC236}">
                  <a16:creationId xmlns:a16="http://schemas.microsoft.com/office/drawing/2014/main" id="{72C69ACB-2C25-FD73-FE40-10C3FE72C1BE}"/>
                </a:ext>
              </a:extLst>
            </p:cNvPr>
            <p:cNvGrpSpPr/>
            <p:nvPr/>
          </p:nvGrpSpPr>
          <p:grpSpPr>
            <a:xfrm>
              <a:off x="7205187" y="1310923"/>
              <a:ext cx="696677" cy="816238"/>
              <a:chOff x="6683949" y="1330684"/>
              <a:chExt cx="696677" cy="816238"/>
            </a:xfrm>
          </p:grpSpPr>
          <p:pic>
            <p:nvPicPr>
              <p:cNvPr id="1167" name="Picture 2" descr="Illustration De Vecteur De Chauffeur D'autobus Scolaire Illustration de  Vecteur - Illustration of ville, homme: 87254230">
                <a:extLst>
                  <a:ext uri="{FF2B5EF4-FFF2-40B4-BE49-F238E27FC236}">
                    <a16:creationId xmlns:a16="http://schemas.microsoft.com/office/drawing/2014/main" id="{964A6E4A-9EF9-1249-2D79-DE1417DBE7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5444" b="90000" l="9763" r="89974">
                            <a14:foregroundMark x1="67150" y1="8889" x2="67150" y2="8889"/>
                            <a14:foregroundMark x1="68470" y1="5444" x2="68470" y2="5444"/>
                            <a14:foregroundMark x1="73747" y1="44444" x2="73747" y2="44444"/>
                            <a14:foregroundMark x1="70053" y1="43333" x2="70053" y2="43333"/>
                            <a14:backgroundMark x1="50396" y1="26222" x2="46042" y2="65556"/>
                            <a14:backgroundMark x1="46042" y1="65556" x2="46306" y2="66000"/>
                            <a14:backgroundMark x1="45910" y1="15222" x2="47493" y2="78667"/>
                            <a14:backgroundMark x1="50792" y1="19444" x2="50792" y2="19444"/>
                            <a14:backgroundMark x1="54222" y1="15333" x2="55805" y2="40556"/>
                            <a14:backgroundMark x1="33773" y1="16556" x2="25462" y2="66000"/>
                            <a14:backgroundMark x1="18865" y1="26222" x2="22296" y2="72111"/>
                            <a14:backgroundMark x1="20580" y1="30556" x2="30079" y2="85444"/>
                            <a14:backgroundMark x1="41161" y1="52000" x2="41293" y2="84444"/>
                            <a14:backgroundMark x1="62137" y1="57444" x2="62269" y2="65333"/>
                            <a14:backgroundMark x1="58971" y1="36111" x2="57124" y2="55889"/>
                            <a14:backgroundMark x1="60554" y1="41778" x2="60686" y2="44667"/>
                            <a14:backgroundMark x1="75726" y1="39889" x2="75726" y2="39889"/>
                            <a14:backgroundMark x1="76121" y1="40444" x2="76121" y2="40444"/>
                            <a14:backgroundMark x1="75989" y1="40778" x2="75989" y2="40778"/>
                            <a14:backgroundMark x1="77704" y1="39889" x2="82850" y2="42889"/>
                            <a14:backgroundMark x1="82982" y1="53778" x2="82982" y2="70889"/>
                            <a14:backgroundMark x1="60686" y1="34778" x2="61741" y2="4133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4133" b="47067"/>
              <a:stretch/>
            </p:blipFill>
            <p:spPr bwMode="auto">
              <a:xfrm>
                <a:off x="6683949" y="1330684"/>
                <a:ext cx="696677" cy="807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68" name="Forme libre : forme 1167">
                <a:extLst>
                  <a:ext uri="{FF2B5EF4-FFF2-40B4-BE49-F238E27FC236}">
                    <a16:creationId xmlns:a16="http://schemas.microsoft.com/office/drawing/2014/main" id="{AD17120E-84C0-1F9E-7245-C71EF3D2CBF1}"/>
                  </a:ext>
                </a:extLst>
              </p:cNvPr>
              <p:cNvSpPr/>
              <p:nvPr/>
            </p:nvSpPr>
            <p:spPr>
              <a:xfrm>
                <a:off x="6773301" y="1349096"/>
                <a:ext cx="468960" cy="797826"/>
              </a:xfrm>
              <a:custGeom>
                <a:avLst/>
                <a:gdLst>
                  <a:gd name="connsiteX0" fmla="*/ 18024 w 468960"/>
                  <a:gd name="connsiteY0" fmla="*/ 778154 h 797826"/>
                  <a:gd name="connsiteX1" fmla="*/ 87874 w 468960"/>
                  <a:gd name="connsiteY1" fmla="*/ 654329 h 797826"/>
                  <a:gd name="connsiteX2" fmla="*/ 170424 w 468960"/>
                  <a:gd name="connsiteY2" fmla="*/ 613054 h 797826"/>
                  <a:gd name="connsiteX3" fmla="*/ 183124 w 468960"/>
                  <a:gd name="connsiteY3" fmla="*/ 587654 h 797826"/>
                  <a:gd name="connsiteX4" fmla="*/ 183124 w 468960"/>
                  <a:gd name="connsiteY4" fmla="*/ 555904 h 797826"/>
                  <a:gd name="connsiteX5" fmla="*/ 116449 w 468960"/>
                  <a:gd name="connsiteY5" fmla="*/ 527329 h 797826"/>
                  <a:gd name="connsiteX6" fmla="*/ 91049 w 468960"/>
                  <a:gd name="connsiteY6" fmla="*/ 235229 h 797826"/>
                  <a:gd name="connsiteX7" fmla="*/ 65649 w 468960"/>
                  <a:gd name="connsiteY7" fmla="*/ 228879 h 797826"/>
                  <a:gd name="connsiteX8" fmla="*/ 33899 w 468960"/>
                  <a:gd name="connsiteY8" fmla="*/ 197129 h 797826"/>
                  <a:gd name="connsiteX9" fmla="*/ 49774 w 468960"/>
                  <a:gd name="connsiteY9" fmla="*/ 181254 h 797826"/>
                  <a:gd name="connsiteX10" fmla="*/ 30724 w 468960"/>
                  <a:gd name="connsiteY10" fmla="*/ 60604 h 797826"/>
                  <a:gd name="connsiteX11" fmla="*/ 173599 w 468960"/>
                  <a:gd name="connsiteY11" fmla="*/ 279 h 797826"/>
                  <a:gd name="connsiteX12" fmla="*/ 411724 w 468960"/>
                  <a:gd name="connsiteY12" fmla="*/ 82829 h 797826"/>
                  <a:gd name="connsiteX13" fmla="*/ 468874 w 468960"/>
                  <a:gd name="connsiteY13" fmla="*/ 190779 h 797826"/>
                  <a:gd name="connsiteX14" fmla="*/ 424424 w 468960"/>
                  <a:gd name="connsiteY14" fmla="*/ 219354 h 797826"/>
                  <a:gd name="connsiteX15" fmla="*/ 414899 w 468960"/>
                  <a:gd name="connsiteY15" fmla="*/ 349529 h 797826"/>
                  <a:gd name="connsiteX16" fmla="*/ 437124 w 468960"/>
                  <a:gd name="connsiteY16" fmla="*/ 365404 h 797826"/>
                  <a:gd name="connsiteX17" fmla="*/ 440299 w 468960"/>
                  <a:gd name="connsiteY17" fmla="*/ 432079 h 797826"/>
                  <a:gd name="connsiteX18" fmla="*/ 392674 w 468960"/>
                  <a:gd name="connsiteY18" fmla="*/ 451129 h 797826"/>
                  <a:gd name="connsiteX19" fmla="*/ 373624 w 468960"/>
                  <a:gd name="connsiteY19" fmla="*/ 451129 h 797826"/>
                  <a:gd name="connsiteX20" fmla="*/ 341874 w 468960"/>
                  <a:gd name="connsiteY20" fmla="*/ 498754 h 797826"/>
                  <a:gd name="connsiteX21" fmla="*/ 303774 w 468960"/>
                  <a:gd name="connsiteY21" fmla="*/ 543204 h 797826"/>
                  <a:gd name="connsiteX22" fmla="*/ 268849 w 468960"/>
                  <a:gd name="connsiteY22" fmla="*/ 546379 h 797826"/>
                  <a:gd name="connsiteX23" fmla="*/ 275199 w 468960"/>
                  <a:gd name="connsiteY23" fmla="*/ 603529 h 797826"/>
                  <a:gd name="connsiteX24" fmla="*/ 335524 w 468960"/>
                  <a:gd name="connsiteY24" fmla="*/ 628929 h 797826"/>
                  <a:gd name="connsiteX25" fmla="*/ 376799 w 468960"/>
                  <a:gd name="connsiteY25" fmla="*/ 686079 h 797826"/>
                  <a:gd name="connsiteX26" fmla="*/ 443474 w 468960"/>
                  <a:gd name="connsiteY26" fmla="*/ 787679 h 797826"/>
                  <a:gd name="connsiteX27" fmla="*/ 18024 w 468960"/>
                  <a:gd name="connsiteY27" fmla="*/ 778154 h 79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8960" h="797826">
                    <a:moveTo>
                      <a:pt x="18024" y="778154"/>
                    </a:moveTo>
                    <a:cubicBezTo>
                      <a:pt x="-41243" y="755929"/>
                      <a:pt x="62474" y="681846"/>
                      <a:pt x="87874" y="654329"/>
                    </a:cubicBezTo>
                    <a:cubicBezTo>
                      <a:pt x="113274" y="626812"/>
                      <a:pt x="154549" y="624166"/>
                      <a:pt x="170424" y="613054"/>
                    </a:cubicBezTo>
                    <a:cubicBezTo>
                      <a:pt x="186299" y="601941"/>
                      <a:pt x="181007" y="597179"/>
                      <a:pt x="183124" y="587654"/>
                    </a:cubicBezTo>
                    <a:cubicBezTo>
                      <a:pt x="185241" y="578129"/>
                      <a:pt x="194236" y="565958"/>
                      <a:pt x="183124" y="555904"/>
                    </a:cubicBezTo>
                    <a:cubicBezTo>
                      <a:pt x="172012" y="545850"/>
                      <a:pt x="131795" y="580775"/>
                      <a:pt x="116449" y="527329"/>
                    </a:cubicBezTo>
                    <a:cubicBezTo>
                      <a:pt x="101103" y="473883"/>
                      <a:pt x="99516" y="284971"/>
                      <a:pt x="91049" y="235229"/>
                    </a:cubicBezTo>
                    <a:cubicBezTo>
                      <a:pt x="82582" y="185487"/>
                      <a:pt x="75174" y="235229"/>
                      <a:pt x="65649" y="228879"/>
                    </a:cubicBezTo>
                    <a:cubicBezTo>
                      <a:pt x="56124" y="222529"/>
                      <a:pt x="36545" y="205066"/>
                      <a:pt x="33899" y="197129"/>
                    </a:cubicBezTo>
                    <a:cubicBezTo>
                      <a:pt x="31253" y="189192"/>
                      <a:pt x="50303" y="204008"/>
                      <a:pt x="49774" y="181254"/>
                    </a:cubicBezTo>
                    <a:cubicBezTo>
                      <a:pt x="49245" y="158500"/>
                      <a:pt x="10087" y="90766"/>
                      <a:pt x="30724" y="60604"/>
                    </a:cubicBezTo>
                    <a:cubicBezTo>
                      <a:pt x="51361" y="30442"/>
                      <a:pt x="110099" y="-3425"/>
                      <a:pt x="173599" y="279"/>
                    </a:cubicBezTo>
                    <a:cubicBezTo>
                      <a:pt x="237099" y="3983"/>
                      <a:pt x="362512" y="51079"/>
                      <a:pt x="411724" y="82829"/>
                    </a:cubicBezTo>
                    <a:cubicBezTo>
                      <a:pt x="460937" y="114579"/>
                      <a:pt x="466757" y="168025"/>
                      <a:pt x="468874" y="190779"/>
                    </a:cubicBezTo>
                    <a:cubicBezTo>
                      <a:pt x="470991" y="213533"/>
                      <a:pt x="433420" y="192896"/>
                      <a:pt x="424424" y="219354"/>
                    </a:cubicBezTo>
                    <a:cubicBezTo>
                      <a:pt x="415428" y="245812"/>
                      <a:pt x="412782" y="325187"/>
                      <a:pt x="414899" y="349529"/>
                    </a:cubicBezTo>
                    <a:cubicBezTo>
                      <a:pt x="417016" y="373871"/>
                      <a:pt x="432891" y="351646"/>
                      <a:pt x="437124" y="365404"/>
                    </a:cubicBezTo>
                    <a:cubicBezTo>
                      <a:pt x="441357" y="379162"/>
                      <a:pt x="447707" y="417792"/>
                      <a:pt x="440299" y="432079"/>
                    </a:cubicBezTo>
                    <a:cubicBezTo>
                      <a:pt x="432891" y="446366"/>
                      <a:pt x="403787" y="447954"/>
                      <a:pt x="392674" y="451129"/>
                    </a:cubicBezTo>
                    <a:cubicBezTo>
                      <a:pt x="381561" y="454304"/>
                      <a:pt x="382091" y="443191"/>
                      <a:pt x="373624" y="451129"/>
                    </a:cubicBezTo>
                    <a:cubicBezTo>
                      <a:pt x="365157" y="459066"/>
                      <a:pt x="353516" y="483408"/>
                      <a:pt x="341874" y="498754"/>
                    </a:cubicBezTo>
                    <a:cubicBezTo>
                      <a:pt x="330232" y="514100"/>
                      <a:pt x="315945" y="535267"/>
                      <a:pt x="303774" y="543204"/>
                    </a:cubicBezTo>
                    <a:cubicBezTo>
                      <a:pt x="291603" y="551141"/>
                      <a:pt x="273612" y="536325"/>
                      <a:pt x="268849" y="546379"/>
                    </a:cubicBezTo>
                    <a:cubicBezTo>
                      <a:pt x="264087" y="556433"/>
                      <a:pt x="264086" y="589771"/>
                      <a:pt x="275199" y="603529"/>
                    </a:cubicBezTo>
                    <a:cubicBezTo>
                      <a:pt x="286312" y="617287"/>
                      <a:pt x="318591" y="615171"/>
                      <a:pt x="335524" y="628929"/>
                    </a:cubicBezTo>
                    <a:cubicBezTo>
                      <a:pt x="352457" y="642687"/>
                      <a:pt x="358807" y="659621"/>
                      <a:pt x="376799" y="686079"/>
                    </a:cubicBezTo>
                    <a:cubicBezTo>
                      <a:pt x="394791" y="712537"/>
                      <a:pt x="498507" y="771275"/>
                      <a:pt x="443474" y="787679"/>
                    </a:cubicBezTo>
                    <a:cubicBezTo>
                      <a:pt x="388441" y="804083"/>
                      <a:pt x="77291" y="800379"/>
                      <a:pt x="18024" y="778154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166" name="ZoneTexte 1165">
              <a:extLst>
                <a:ext uri="{FF2B5EF4-FFF2-40B4-BE49-F238E27FC236}">
                  <a16:creationId xmlns:a16="http://schemas.microsoft.com/office/drawing/2014/main" id="{BAA81F35-0A8C-231A-5117-BC9EE30D430D}"/>
                </a:ext>
              </a:extLst>
            </p:cNvPr>
            <p:cNvSpPr txBox="1"/>
            <p:nvPr/>
          </p:nvSpPr>
          <p:spPr>
            <a:xfrm>
              <a:off x="7322033" y="1274964"/>
              <a:ext cx="393281" cy="68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1169" name="Groupe 1168">
            <a:extLst>
              <a:ext uri="{FF2B5EF4-FFF2-40B4-BE49-F238E27FC236}">
                <a16:creationId xmlns:a16="http://schemas.microsoft.com/office/drawing/2014/main" id="{043C5387-39C7-7F9B-A508-78C652867B79}"/>
              </a:ext>
            </a:extLst>
          </p:cNvPr>
          <p:cNvGrpSpPr/>
          <p:nvPr/>
        </p:nvGrpSpPr>
        <p:grpSpPr>
          <a:xfrm>
            <a:off x="4673716" y="1513266"/>
            <a:ext cx="243811" cy="379019"/>
            <a:chOff x="7966342" y="1283428"/>
            <a:chExt cx="550000" cy="838412"/>
          </a:xfrm>
        </p:grpSpPr>
        <p:grpSp>
          <p:nvGrpSpPr>
            <p:cNvPr id="1170" name="Groupe 1169">
              <a:extLst>
                <a:ext uri="{FF2B5EF4-FFF2-40B4-BE49-F238E27FC236}">
                  <a16:creationId xmlns:a16="http://schemas.microsoft.com/office/drawing/2014/main" id="{87160AED-184E-35C4-4713-37E072F232C1}"/>
                </a:ext>
              </a:extLst>
            </p:cNvPr>
            <p:cNvGrpSpPr/>
            <p:nvPr/>
          </p:nvGrpSpPr>
          <p:grpSpPr>
            <a:xfrm>
              <a:off x="7966342" y="1283428"/>
              <a:ext cx="550000" cy="838412"/>
              <a:chOff x="7435579" y="1324618"/>
              <a:chExt cx="550000" cy="838412"/>
            </a:xfrm>
          </p:grpSpPr>
          <p:pic>
            <p:nvPicPr>
              <p:cNvPr id="1172" name="Picture 12" descr="Premium Vector | School bus driver vector illustration.">
                <a:extLst>
                  <a:ext uri="{FF2B5EF4-FFF2-40B4-BE49-F238E27FC236}">
                    <a16:creationId xmlns:a16="http://schemas.microsoft.com/office/drawing/2014/main" id="{BEFE1894-83B9-7F33-CA49-9C08CC6B67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10000" b="90000" l="10000" r="90000">
                            <a14:backgroundMark x1="51917" y1="19169" x2="53035" y2="47764"/>
                            <a14:backgroundMark x1="53035" y1="47764" x2="49840" y2="59744"/>
                            <a14:backgroundMark x1="49840" y1="59744" x2="49840" y2="60224"/>
                            <a14:backgroundMark x1="80351" y1="41534" x2="79872" y2="42971"/>
                            <a14:backgroundMark x1="78435" y1="42492" x2="78435" y2="42492"/>
                            <a14:backgroundMark x1="76997" y1="42013" x2="80831" y2="44249"/>
                            <a14:backgroundMark x1="56869" y1="19329" x2="58307" y2="34345"/>
                            <a14:backgroundMark x1="58786" y1="34505" x2="57029" y2="53674"/>
                            <a14:backgroundMark x1="39457" y1="14377" x2="32588" y2="76677"/>
                            <a14:backgroundMark x1="42812" y1="53514" x2="43930" y2="82268"/>
                            <a14:backgroundMark x1="48722" y1="68211" x2="53355" y2="85463"/>
                            <a14:backgroundMark x1="54473" y1="67252" x2="56390" y2="79393"/>
                            <a14:backgroundMark x1="59585" y1="51438" x2="59585" y2="51438"/>
                            <a14:backgroundMark x1="62460" y1="51118" x2="62460" y2="51118"/>
                            <a14:backgroundMark x1="63578" y1="50160" x2="63578" y2="50160"/>
                            <a14:backgroundMark x1="63259" y1="51278" x2="63259" y2="51278"/>
                            <a14:backgroundMark x1="63099" y1="51597" x2="63099" y2="51597"/>
                            <a14:backgroundMark x1="57827" y1="54153" x2="56390" y2="72843"/>
                            <a14:backgroundMark x1="76677" y1="42173" x2="76677" y2="4217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239" t="10107" r="12289" b="40217"/>
              <a:stretch/>
            </p:blipFill>
            <p:spPr bwMode="auto">
              <a:xfrm>
                <a:off x="7435579" y="1324618"/>
                <a:ext cx="550000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73" name="Forme libre : forme 1172">
                <a:extLst>
                  <a:ext uri="{FF2B5EF4-FFF2-40B4-BE49-F238E27FC236}">
                    <a16:creationId xmlns:a16="http://schemas.microsoft.com/office/drawing/2014/main" id="{8D5D9304-6C99-1B82-F839-C06140FB7E0C}"/>
                  </a:ext>
                </a:extLst>
              </p:cNvPr>
              <p:cNvSpPr/>
              <p:nvPr/>
            </p:nvSpPr>
            <p:spPr>
              <a:xfrm>
                <a:off x="7511884" y="1368841"/>
                <a:ext cx="436727" cy="794189"/>
              </a:xfrm>
              <a:custGeom>
                <a:avLst/>
                <a:gdLst>
                  <a:gd name="connsiteX0" fmla="*/ 25857 w 434417"/>
                  <a:gd name="connsiteY0" fmla="*/ 771109 h 794189"/>
                  <a:gd name="connsiteX1" fmla="*/ 73482 w 434417"/>
                  <a:gd name="connsiteY1" fmla="*/ 606009 h 794189"/>
                  <a:gd name="connsiteX2" fmla="*/ 143332 w 434417"/>
                  <a:gd name="connsiteY2" fmla="*/ 548859 h 794189"/>
                  <a:gd name="connsiteX3" fmla="*/ 152857 w 434417"/>
                  <a:gd name="connsiteY3" fmla="*/ 494884 h 794189"/>
                  <a:gd name="connsiteX4" fmla="*/ 79832 w 434417"/>
                  <a:gd name="connsiteY4" fmla="*/ 425034 h 794189"/>
                  <a:gd name="connsiteX5" fmla="*/ 60782 w 434417"/>
                  <a:gd name="connsiteY5" fmla="*/ 352009 h 794189"/>
                  <a:gd name="connsiteX6" fmla="*/ 32207 w 434417"/>
                  <a:gd name="connsiteY6" fmla="*/ 285334 h 794189"/>
                  <a:gd name="connsiteX7" fmla="*/ 35382 w 434417"/>
                  <a:gd name="connsiteY7" fmla="*/ 225009 h 794189"/>
                  <a:gd name="connsiteX8" fmla="*/ 35382 w 434417"/>
                  <a:gd name="connsiteY8" fmla="*/ 186909 h 794189"/>
                  <a:gd name="connsiteX9" fmla="*/ 457 w 434417"/>
                  <a:gd name="connsiteY9" fmla="*/ 88484 h 794189"/>
                  <a:gd name="connsiteX10" fmla="*/ 63957 w 434417"/>
                  <a:gd name="connsiteY10" fmla="*/ 15459 h 794189"/>
                  <a:gd name="connsiteX11" fmla="*/ 171907 w 434417"/>
                  <a:gd name="connsiteY11" fmla="*/ 2759 h 794189"/>
                  <a:gd name="connsiteX12" fmla="*/ 321132 w 434417"/>
                  <a:gd name="connsiteY12" fmla="*/ 53559 h 794189"/>
                  <a:gd name="connsiteX13" fmla="*/ 419557 w 434417"/>
                  <a:gd name="connsiteY13" fmla="*/ 164684 h 794189"/>
                  <a:gd name="connsiteX14" fmla="*/ 356057 w 434417"/>
                  <a:gd name="connsiteY14" fmla="*/ 205959 h 794189"/>
                  <a:gd name="connsiteX15" fmla="*/ 362407 w 434417"/>
                  <a:gd name="connsiteY15" fmla="*/ 228184 h 794189"/>
                  <a:gd name="connsiteX16" fmla="*/ 384632 w 434417"/>
                  <a:gd name="connsiteY16" fmla="*/ 234534 h 794189"/>
                  <a:gd name="connsiteX17" fmla="*/ 381457 w 434417"/>
                  <a:gd name="connsiteY17" fmla="*/ 336134 h 794189"/>
                  <a:gd name="connsiteX18" fmla="*/ 346532 w 434417"/>
                  <a:gd name="connsiteY18" fmla="*/ 355184 h 794189"/>
                  <a:gd name="connsiteX19" fmla="*/ 352882 w 434417"/>
                  <a:gd name="connsiteY19" fmla="*/ 415509 h 794189"/>
                  <a:gd name="connsiteX20" fmla="*/ 283032 w 434417"/>
                  <a:gd name="connsiteY20" fmla="*/ 466309 h 794189"/>
                  <a:gd name="connsiteX21" fmla="*/ 276682 w 434417"/>
                  <a:gd name="connsiteY21" fmla="*/ 494884 h 794189"/>
                  <a:gd name="connsiteX22" fmla="*/ 365582 w 434417"/>
                  <a:gd name="connsiteY22" fmla="*/ 567909 h 794189"/>
                  <a:gd name="connsiteX23" fmla="*/ 413207 w 434417"/>
                  <a:gd name="connsiteY23" fmla="*/ 771109 h 794189"/>
                  <a:gd name="connsiteX24" fmla="*/ 25857 w 434417"/>
                  <a:gd name="connsiteY24" fmla="*/ 771109 h 794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4417" h="794189">
                    <a:moveTo>
                      <a:pt x="25857" y="771109"/>
                    </a:moveTo>
                    <a:cubicBezTo>
                      <a:pt x="-30764" y="743592"/>
                      <a:pt x="53903" y="643051"/>
                      <a:pt x="73482" y="606009"/>
                    </a:cubicBezTo>
                    <a:cubicBezTo>
                      <a:pt x="93061" y="568967"/>
                      <a:pt x="130103" y="567380"/>
                      <a:pt x="143332" y="548859"/>
                    </a:cubicBezTo>
                    <a:cubicBezTo>
                      <a:pt x="156561" y="530338"/>
                      <a:pt x="163440" y="515521"/>
                      <a:pt x="152857" y="494884"/>
                    </a:cubicBezTo>
                    <a:cubicBezTo>
                      <a:pt x="142274" y="474246"/>
                      <a:pt x="95178" y="448846"/>
                      <a:pt x="79832" y="425034"/>
                    </a:cubicBezTo>
                    <a:cubicBezTo>
                      <a:pt x="64486" y="401222"/>
                      <a:pt x="68720" y="375292"/>
                      <a:pt x="60782" y="352009"/>
                    </a:cubicBezTo>
                    <a:cubicBezTo>
                      <a:pt x="52845" y="328726"/>
                      <a:pt x="36440" y="306501"/>
                      <a:pt x="32207" y="285334"/>
                    </a:cubicBezTo>
                    <a:cubicBezTo>
                      <a:pt x="27974" y="264167"/>
                      <a:pt x="34853" y="241413"/>
                      <a:pt x="35382" y="225009"/>
                    </a:cubicBezTo>
                    <a:cubicBezTo>
                      <a:pt x="35911" y="208605"/>
                      <a:pt x="41203" y="209663"/>
                      <a:pt x="35382" y="186909"/>
                    </a:cubicBezTo>
                    <a:cubicBezTo>
                      <a:pt x="29561" y="164155"/>
                      <a:pt x="-4305" y="117059"/>
                      <a:pt x="457" y="88484"/>
                    </a:cubicBezTo>
                    <a:cubicBezTo>
                      <a:pt x="5219" y="59909"/>
                      <a:pt x="35382" y="29746"/>
                      <a:pt x="63957" y="15459"/>
                    </a:cubicBezTo>
                    <a:cubicBezTo>
                      <a:pt x="92532" y="1172"/>
                      <a:pt x="129045" y="-3591"/>
                      <a:pt x="171907" y="2759"/>
                    </a:cubicBezTo>
                    <a:cubicBezTo>
                      <a:pt x="214769" y="9109"/>
                      <a:pt x="279857" y="26572"/>
                      <a:pt x="321132" y="53559"/>
                    </a:cubicBezTo>
                    <a:cubicBezTo>
                      <a:pt x="362407" y="80546"/>
                      <a:pt x="413736" y="139284"/>
                      <a:pt x="419557" y="164684"/>
                    </a:cubicBezTo>
                    <a:cubicBezTo>
                      <a:pt x="425378" y="190084"/>
                      <a:pt x="365582" y="195376"/>
                      <a:pt x="356057" y="205959"/>
                    </a:cubicBezTo>
                    <a:cubicBezTo>
                      <a:pt x="346532" y="216542"/>
                      <a:pt x="357645" y="223422"/>
                      <a:pt x="362407" y="228184"/>
                    </a:cubicBezTo>
                    <a:cubicBezTo>
                      <a:pt x="367169" y="232946"/>
                      <a:pt x="381457" y="216542"/>
                      <a:pt x="384632" y="234534"/>
                    </a:cubicBezTo>
                    <a:cubicBezTo>
                      <a:pt x="387807" y="252526"/>
                      <a:pt x="387807" y="316026"/>
                      <a:pt x="381457" y="336134"/>
                    </a:cubicBezTo>
                    <a:cubicBezTo>
                      <a:pt x="375107" y="356242"/>
                      <a:pt x="351294" y="341955"/>
                      <a:pt x="346532" y="355184"/>
                    </a:cubicBezTo>
                    <a:cubicBezTo>
                      <a:pt x="341770" y="368413"/>
                      <a:pt x="363465" y="396988"/>
                      <a:pt x="352882" y="415509"/>
                    </a:cubicBezTo>
                    <a:cubicBezTo>
                      <a:pt x="342299" y="434030"/>
                      <a:pt x="295732" y="453080"/>
                      <a:pt x="283032" y="466309"/>
                    </a:cubicBezTo>
                    <a:cubicBezTo>
                      <a:pt x="270332" y="479538"/>
                      <a:pt x="262924" y="477951"/>
                      <a:pt x="276682" y="494884"/>
                    </a:cubicBezTo>
                    <a:cubicBezTo>
                      <a:pt x="290440" y="511817"/>
                      <a:pt x="342828" y="521872"/>
                      <a:pt x="365582" y="567909"/>
                    </a:cubicBezTo>
                    <a:cubicBezTo>
                      <a:pt x="388336" y="613946"/>
                      <a:pt x="473532" y="737242"/>
                      <a:pt x="413207" y="771109"/>
                    </a:cubicBezTo>
                    <a:cubicBezTo>
                      <a:pt x="352882" y="804976"/>
                      <a:pt x="82478" y="798626"/>
                      <a:pt x="25857" y="771109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171" name="ZoneTexte 1170">
              <a:extLst>
                <a:ext uri="{FF2B5EF4-FFF2-40B4-BE49-F238E27FC236}">
                  <a16:creationId xmlns:a16="http://schemas.microsoft.com/office/drawing/2014/main" id="{F7765E03-6C3E-629E-38BF-41CF07256129}"/>
                </a:ext>
              </a:extLst>
            </p:cNvPr>
            <p:cNvSpPr txBox="1"/>
            <p:nvPr/>
          </p:nvSpPr>
          <p:spPr>
            <a:xfrm>
              <a:off x="8045173" y="1301874"/>
              <a:ext cx="393280" cy="68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C8F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</p:grpSp>
      <p:grpSp>
        <p:nvGrpSpPr>
          <p:cNvPr id="1174" name="Groupe 1173">
            <a:extLst>
              <a:ext uri="{FF2B5EF4-FFF2-40B4-BE49-F238E27FC236}">
                <a16:creationId xmlns:a16="http://schemas.microsoft.com/office/drawing/2014/main" id="{2E45DC81-F9D2-44F8-3194-CE8DF1E12008}"/>
              </a:ext>
            </a:extLst>
          </p:cNvPr>
          <p:cNvGrpSpPr/>
          <p:nvPr/>
        </p:nvGrpSpPr>
        <p:grpSpPr>
          <a:xfrm>
            <a:off x="5003697" y="1523069"/>
            <a:ext cx="231598" cy="379318"/>
            <a:chOff x="8715520" y="1301961"/>
            <a:chExt cx="522448" cy="839073"/>
          </a:xfrm>
        </p:grpSpPr>
        <p:grpSp>
          <p:nvGrpSpPr>
            <p:cNvPr id="1175" name="Groupe 1174">
              <a:extLst>
                <a:ext uri="{FF2B5EF4-FFF2-40B4-BE49-F238E27FC236}">
                  <a16:creationId xmlns:a16="http://schemas.microsoft.com/office/drawing/2014/main" id="{99FC505F-2811-825D-24DE-EDD8B2285DAE}"/>
                </a:ext>
              </a:extLst>
            </p:cNvPr>
            <p:cNvGrpSpPr/>
            <p:nvPr/>
          </p:nvGrpSpPr>
          <p:grpSpPr>
            <a:xfrm>
              <a:off x="8715520" y="1302671"/>
              <a:ext cx="522448" cy="838363"/>
              <a:chOff x="8184757" y="1322432"/>
              <a:chExt cx="522448" cy="838363"/>
            </a:xfrm>
          </p:grpSpPr>
          <p:pic>
            <p:nvPicPr>
              <p:cNvPr id="1177" name="Picture 10" descr="Jeune, caucasien, femelle, autobus scolaire | Vecteur Premium">
                <a:extLst>
                  <a:ext uri="{FF2B5EF4-FFF2-40B4-BE49-F238E27FC236}">
                    <a16:creationId xmlns:a16="http://schemas.microsoft.com/office/drawing/2014/main" id="{44D9BA20-9D6F-38C3-0C42-3083D7393AE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10000" b="90000" l="10000" r="90000">
                            <a14:backgroundMark x1="53355" y1="16773" x2="50160" y2="81949"/>
                            <a14:backgroundMark x1="50160" y1="81949" x2="50639" y2="82588"/>
                            <a14:backgroundMark x1="57348" y1="29553" x2="57348" y2="30032"/>
                            <a14:backgroundMark x1="57029" y1="37859" x2="57029" y2="38339"/>
                            <a14:backgroundMark x1="42013" y1="5112" x2="40256" y2="79073"/>
                            <a14:backgroundMark x1="54473" y1="34665" x2="61821" y2="66134"/>
                            <a14:backgroundMark x1="55591" y1="70447" x2="52875" y2="86581"/>
                            <a14:backgroundMark x1="56390" y1="60224" x2="63099" y2="77316"/>
                            <a14:backgroundMark x1="59744" y1="69968" x2="83387" y2="71246"/>
                            <a14:backgroundMark x1="52396" y1="51597" x2="52396" y2="51597"/>
                            <a14:backgroundMark x1="42173" y1="14377" x2="33067" y2="73642"/>
                            <a14:backgroundMark x1="57188" y1="25080" x2="57827" y2="30831"/>
                            <a14:backgroundMark x1="58626" y1="37540" x2="60383" y2="41693"/>
                            <a14:backgroundMark x1="33866" y1="19968" x2="29872" y2="59585"/>
                            <a14:backgroundMark x1="78594" y1="44409" x2="78594" y2="44409"/>
                            <a14:backgroundMark x1="79553" y1="44569" x2="79553" y2="44569"/>
                            <a14:backgroundMark x1="76198" y1="44888" x2="76198" y2="44888"/>
                            <a14:backgroundMark x1="75879" y1="44888" x2="75879" y2="44888"/>
                            <a14:backgroundMark x1="75879" y1="44888" x2="78754" y2="46805"/>
                            <a14:backgroundMark x1="80032" y1="49042" x2="78754" y2="47444"/>
                            <a14:backgroundMark x1="78115" y1="43930" x2="79872" y2="40575"/>
                            <a14:backgroundMark x1="75719" y1="44728" x2="75719" y2="44728"/>
                            <a14:backgroundMark x1="75559" y1="44728" x2="75559" y2="44728"/>
                            <a14:backgroundMark x1="58147" y1="31949" x2="58147" y2="31949"/>
                            <a14:backgroundMark x1="61022" y1="51597" x2="61022" y2="51597"/>
                            <a14:backgroundMark x1="62780" y1="51917" x2="62780" y2="51917"/>
                            <a14:backgroundMark x1="62780" y1="51118" x2="62780" y2="5111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056" t="10201" r="9962" b="33583"/>
              <a:stretch/>
            </p:blipFill>
            <p:spPr bwMode="auto">
              <a:xfrm>
                <a:off x="8184757" y="1322432"/>
                <a:ext cx="522448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78" name="Forme libre : forme 1177">
                <a:extLst>
                  <a:ext uri="{FF2B5EF4-FFF2-40B4-BE49-F238E27FC236}">
                    <a16:creationId xmlns:a16="http://schemas.microsoft.com/office/drawing/2014/main" id="{1D441C41-1684-C52F-BE1C-BCE02A1F47C0}"/>
                  </a:ext>
                </a:extLst>
              </p:cNvPr>
              <p:cNvSpPr/>
              <p:nvPr/>
            </p:nvSpPr>
            <p:spPr>
              <a:xfrm>
                <a:off x="8246047" y="1349635"/>
                <a:ext cx="421861" cy="811160"/>
              </a:xfrm>
              <a:custGeom>
                <a:avLst/>
                <a:gdLst>
                  <a:gd name="connsiteX0" fmla="*/ 54991 w 421861"/>
                  <a:gd name="connsiteY0" fmla="*/ 788728 h 811160"/>
                  <a:gd name="connsiteX1" fmla="*/ 71659 w 421861"/>
                  <a:gd name="connsiteY1" fmla="*/ 562509 h 811160"/>
                  <a:gd name="connsiteX2" fmla="*/ 121666 w 421861"/>
                  <a:gd name="connsiteY2" fmla="*/ 538696 h 811160"/>
                  <a:gd name="connsiteX3" fmla="*/ 131191 w 421861"/>
                  <a:gd name="connsiteY3" fmla="*/ 479165 h 811160"/>
                  <a:gd name="connsiteX4" fmla="*/ 71659 w 421861"/>
                  <a:gd name="connsiteY4" fmla="*/ 410109 h 811160"/>
                  <a:gd name="connsiteX5" fmla="*/ 62134 w 421861"/>
                  <a:gd name="connsiteY5" fmla="*/ 341053 h 811160"/>
                  <a:gd name="connsiteX6" fmla="*/ 12128 w 421861"/>
                  <a:gd name="connsiteY6" fmla="*/ 279140 h 811160"/>
                  <a:gd name="connsiteX7" fmla="*/ 12128 w 421861"/>
                  <a:gd name="connsiteY7" fmla="*/ 171984 h 811160"/>
                  <a:gd name="connsiteX8" fmla="*/ 222 w 421861"/>
                  <a:gd name="connsiteY8" fmla="*/ 86259 h 811160"/>
                  <a:gd name="connsiteX9" fmla="*/ 24034 w 421861"/>
                  <a:gd name="connsiteY9" fmla="*/ 33871 h 811160"/>
                  <a:gd name="connsiteX10" fmla="*/ 83566 w 421861"/>
                  <a:gd name="connsiteY10" fmla="*/ 534 h 811160"/>
                  <a:gd name="connsiteX11" fmla="*/ 338359 w 421861"/>
                  <a:gd name="connsiteY11" fmla="*/ 60065 h 811160"/>
                  <a:gd name="connsiteX12" fmla="*/ 421703 w 421861"/>
                  <a:gd name="connsiteY12" fmla="*/ 176746 h 811160"/>
                  <a:gd name="connsiteX13" fmla="*/ 359791 w 421861"/>
                  <a:gd name="connsiteY13" fmla="*/ 205321 h 811160"/>
                  <a:gd name="connsiteX14" fmla="*/ 376459 w 421861"/>
                  <a:gd name="connsiteY14" fmla="*/ 210084 h 811160"/>
                  <a:gd name="connsiteX15" fmla="*/ 369316 w 421861"/>
                  <a:gd name="connsiteY15" fmla="*/ 271996 h 811160"/>
                  <a:gd name="connsiteX16" fmla="*/ 364553 w 421861"/>
                  <a:gd name="connsiteY16" fmla="*/ 379153 h 811160"/>
                  <a:gd name="connsiteX17" fmla="*/ 316928 w 421861"/>
                  <a:gd name="connsiteY17" fmla="*/ 362484 h 811160"/>
                  <a:gd name="connsiteX18" fmla="*/ 305022 w 421861"/>
                  <a:gd name="connsiteY18" fmla="*/ 414871 h 811160"/>
                  <a:gd name="connsiteX19" fmla="*/ 250253 w 421861"/>
                  <a:gd name="connsiteY19" fmla="*/ 467259 h 811160"/>
                  <a:gd name="connsiteX20" fmla="*/ 269303 w 421861"/>
                  <a:gd name="connsiteY20" fmla="*/ 495834 h 811160"/>
                  <a:gd name="connsiteX21" fmla="*/ 359791 w 421861"/>
                  <a:gd name="connsiteY21" fmla="*/ 593465 h 811160"/>
                  <a:gd name="connsiteX22" fmla="*/ 405034 w 421861"/>
                  <a:gd name="connsiteY22" fmla="*/ 679190 h 811160"/>
                  <a:gd name="connsiteX23" fmla="*/ 343122 w 421861"/>
                  <a:gd name="connsiteY23" fmla="*/ 791109 h 811160"/>
                  <a:gd name="connsiteX24" fmla="*/ 54991 w 421861"/>
                  <a:gd name="connsiteY24" fmla="*/ 788728 h 81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21861" h="811160">
                    <a:moveTo>
                      <a:pt x="54991" y="788728"/>
                    </a:moveTo>
                    <a:cubicBezTo>
                      <a:pt x="9747" y="750628"/>
                      <a:pt x="60547" y="604181"/>
                      <a:pt x="71659" y="562509"/>
                    </a:cubicBezTo>
                    <a:cubicBezTo>
                      <a:pt x="82771" y="520837"/>
                      <a:pt x="111744" y="552587"/>
                      <a:pt x="121666" y="538696"/>
                    </a:cubicBezTo>
                    <a:cubicBezTo>
                      <a:pt x="131588" y="524805"/>
                      <a:pt x="139526" y="500596"/>
                      <a:pt x="131191" y="479165"/>
                    </a:cubicBezTo>
                    <a:cubicBezTo>
                      <a:pt x="122856" y="457734"/>
                      <a:pt x="83169" y="433128"/>
                      <a:pt x="71659" y="410109"/>
                    </a:cubicBezTo>
                    <a:cubicBezTo>
                      <a:pt x="60150" y="387090"/>
                      <a:pt x="72056" y="362881"/>
                      <a:pt x="62134" y="341053"/>
                    </a:cubicBezTo>
                    <a:cubicBezTo>
                      <a:pt x="52212" y="319225"/>
                      <a:pt x="20462" y="307318"/>
                      <a:pt x="12128" y="279140"/>
                    </a:cubicBezTo>
                    <a:cubicBezTo>
                      <a:pt x="3794" y="250962"/>
                      <a:pt x="14112" y="204131"/>
                      <a:pt x="12128" y="171984"/>
                    </a:cubicBezTo>
                    <a:cubicBezTo>
                      <a:pt x="10144" y="139837"/>
                      <a:pt x="-1762" y="109278"/>
                      <a:pt x="222" y="86259"/>
                    </a:cubicBezTo>
                    <a:cubicBezTo>
                      <a:pt x="2206" y="63240"/>
                      <a:pt x="10143" y="48158"/>
                      <a:pt x="24034" y="33871"/>
                    </a:cubicBezTo>
                    <a:cubicBezTo>
                      <a:pt x="37925" y="19583"/>
                      <a:pt x="31179" y="-3832"/>
                      <a:pt x="83566" y="534"/>
                    </a:cubicBezTo>
                    <a:cubicBezTo>
                      <a:pt x="135953" y="4900"/>
                      <a:pt x="282003" y="30696"/>
                      <a:pt x="338359" y="60065"/>
                    </a:cubicBezTo>
                    <a:cubicBezTo>
                      <a:pt x="394715" y="89434"/>
                      <a:pt x="418131" y="152537"/>
                      <a:pt x="421703" y="176746"/>
                    </a:cubicBezTo>
                    <a:cubicBezTo>
                      <a:pt x="425275" y="200955"/>
                      <a:pt x="367332" y="199765"/>
                      <a:pt x="359791" y="205321"/>
                    </a:cubicBezTo>
                    <a:cubicBezTo>
                      <a:pt x="352250" y="210877"/>
                      <a:pt x="374872" y="198972"/>
                      <a:pt x="376459" y="210084"/>
                    </a:cubicBezTo>
                    <a:cubicBezTo>
                      <a:pt x="378046" y="221196"/>
                      <a:pt x="371300" y="243818"/>
                      <a:pt x="369316" y="271996"/>
                    </a:cubicBezTo>
                    <a:cubicBezTo>
                      <a:pt x="367332" y="300174"/>
                      <a:pt x="373284" y="364072"/>
                      <a:pt x="364553" y="379153"/>
                    </a:cubicBezTo>
                    <a:cubicBezTo>
                      <a:pt x="355822" y="394234"/>
                      <a:pt x="326850" y="356531"/>
                      <a:pt x="316928" y="362484"/>
                    </a:cubicBezTo>
                    <a:cubicBezTo>
                      <a:pt x="307006" y="368437"/>
                      <a:pt x="316134" y="397409"/>
                      <a:pt x="305022" y="414871"/>
                    </a:cubicBezTo>
                    <a:cubicBezTo>
                      <a:pt x="293910" y="432333"/>
                      <a:pt x="256206" y="453765"/>
                      <a:pt x="250253" y="467259"/>
                    </a:cubicBezTo>
                    <a:cubicBezTo>
                      <a:pt x="244300" y="480753"/>
                      <a:pt x="251047" y="474800"/>
                      <a:pt x="269303" y="495834"/>
                    </a:cubicBezTo>
                    <a:cubicBezTo>
                      <a:pt x="287559" y="516868"/>
                      <a:pt x="337169" y="562906"/>
                      <a:pt x="359791" y="593465"/>
                    </a:cubicBezTo>
                    <a:cubicBezTo>
                      <a:pt x="382413" y="624024"/>
                      <a:pt x="407812" y="646250"/>
                      <a:pt x="405034" y="679190"/>
                    </a:cubicBezTo>
                    <a:cubicBezTo>
                      <a:pt x="402256" y="712130"/>
                      <a:pt x="397891" y="773647"/>
                      <a:pt x="343122" y="791109"/>
                    </a:cubicBezTo>
                    <a:cubicBezTo>
                      <a:pt x="288353" y="808571"/>
                      <a:pt x="100235" y="826828"/>
                      <a:pt x="54991" y="788728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176" name="ZoneTexte 1175">
              <a:extLst>
                <a:ext uri="{FF2B5EF4-FFF2-40B4-BE49-F238E27FC236}">
                  <a16:creationId xmlns:a16="http://schemas.microsoft.com/office/drawing/2014/main" id="{ACEB16DD-F3BD-3B3C-AC3D-5B3FEB8C3238}"/>
                </a:ext>
              </a:extLst>
            </p:cNvPr>
            <p:cNvSpPr txBox="1"/>
            <p:nvPr/>
          </p:nvSpPr>
          <p:spPr>
            <a:xfrm>
              <a:off x="8780105" y="1301961"/>
              <a:ext cx="393281" cy="68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4337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44444E-6 L 0.61667 0.1685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833" y="842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44444E-6 L -0.60899 0.1685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456" y="842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44444E-6 L 0.64479 0.1805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240" y="902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7037E-7 L -0.64753 0.18171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383" y="9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0C74A-0A65-3A3E-597D-21B7A290C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C480D28C-BE30-A687-7E1E-54DD84C5D4DF}"/>
              </a:ext>
            </a:extLst>
          </p:cNvPr>
          <p:cNvSpPr/>
          <p:nvPr/>
        </p:nvSpPr>
        <p:spPr>
          <a:xfrm>
            <a:off x="2358706" y="352425"/>
            <a:ext cx="9833294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59023C-3532-1679-845C-A12324E0FF4B}"/>
              </a:ext>
            </a:extLst>
          </p:cNvPr>
          <p:cNvSpPr/>
          <p:nvPr/>
        </p:nvSpPr>
        <p:spPr>
          <a:xfrm>
            <a:off x="1038224" y="0"/>
            <a:ext cx="13335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819051-C829-4D9E-6E79-17E0FEB1438E}"/>
              </a:ext>
            </a:extLst>
          </p:cNvPr>
          <p:cNvSpPr/>
          <p:nvPr/>
        </p:nvSpPr>
        <p:spPr>
          <a:xfrm>
            <a:off x="1085849" y="352425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Lundi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BC8030-FDC4-12DE-FCF0-1ADD5F1BA5CF}"/>
              </a:ext>
            </a:extLst>
          </p:cNvPr>
          <p:cNvSpPr/>
          <p:nvPr/>
        </p:nvSpPr>
        <p:spPr>
          <a:xfrm>
            <a:off x="1085849" y="1294289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Mardi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3B8354-83F6-3944-F059-45E561966504}"/>
              </a:ext>
            </a:extLst>
          </p:cNvPr>
          <p:cNvSpPr/>
          <p:nvPr/>
        </p:nvSpPr>
        <p:spPr>
          <a:xfrm>
            <a:off x="1085849" y="2236153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Mercredi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BE67E7-9239-CB23-00FE-AFA8079B6E41}"/>
              </a:ext>
            </a:extLst>
          </p:cNvPr>
          <p:cNvSpPr/>
          <p:nvPr/>
        </p:nvSpPr>
        <p:spPr>
          <a:xfrm>
            <a:off x="1085849" y="3178017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Jeudi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B2E51F-4007-3AF3-D423-5B1AA28FB772}"/>
              </a:ext>
            </a:extLst>
          </p:cNvPr>
          <p:cNvSpPr/>
          <p:nvPr/>
        </p:nvSpPr>
        <p:spPr>
          <a:xfrm>
            <a:off x="1085849" y="6003609"/>
            <a:ext cx="1224000" cy="288000"/>
          </a:xfrm>
          <a:prstGeom prst="rect">
            <a:avLst/>
          </a:prstGeom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Dimanche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48C215-4047-66F7-2CF5-8188BACC6FAF}"/>
              </a:ext>
            </a:extLst>
          </p:cNvPr>
          <p:cNvSpPr/>
          <p:nvPr/>
        </p:nvSpPr>
        <p:spPr>
          <a:xfrm>
            <a:off x="2371724" y="0"/>
            <a:ext cx="9820275" cy="3524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E0D8B6-3845-26D7-7649-8A12E727D88A}"/>
              </a:ext>
            </a:extLst>
          </p:cNvPr>
          <p:cNvSpPr/>
          <p:nvPr/>
        </p:nvSpPr>
        <p:spPr>
          <a:xfrm>
            <a:off x="3232625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Paris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C9CA2E-C55D-80CC-165C-DEEA11380117}"/>
              </a:ext>
            </a:extLst>
          </p:cNvPr>
          <p:cNvSpPr/>
          <p:nvPr/>
        </p:nvSpPr>
        <p:spPr>
          <a:xfrm>
            <a:off x="7008019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Lyon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D86EBB-4B9E-BCD7-975E-377BDC9E8392}"/>
              </a:ext>
            </a:extLst>
          </p:cNvPr>
          <p:cNvSpPr/>
          <p:nvPr/>
        </p:nvSpPr>
        <p:spPr>
          <a:xfrm>
            <a:off x="10783413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Marseille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D62E0611-AEF1-F773-4715-F67FFA3B1FFE}"/>
              </a:ext>
            </a:extLst>
          </p:cNvPr>
          <p:cNvSpPr txBox="1"/>
          <p:nvPr/>
        </p:nvSpPr>
        <p:spPr>
          <a:xfrm>
            <a:off x="6815513" y="517493"/>
            <a:ext cx="1651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chemeClr val="accent2"/>
                </a:solidFill>
              </a:rPr>
              <a:t>12h15 | 10h40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1F64D2FF-3A06-BF25-A4B0-0F3A01D90C1B}"/>
              </a:ext>
            </a:extLst>
          </p:cNvPr>
          <p:cNvSpPr txBox="1"/>
          <p:nvPr/>
        </p:nvSpPr>
        <p:spPr>
          <a:xfrm>
            <a:off x="6835548" y="989900"/>
            <a:ext cx="1647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chemeClr val="accent2"/>
                </a:solidFill>
              </a:rPr>
              <a:t>13h15 | 12h30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C12DBA-3F86-219E-750F-7DC3EDFE0544}"/>
              </a:ext>
            </a:extLst>
          </p:cNvPr>
          <p:cNvSpPr/>
          <p:nvPr/>
        </p:nvSpPr>
        <p:spPr>
          <a:xfrm>
            <a:off x="2364803" y="1244484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BAE229-338E-717B-78A9-D24AA503FA72}"/>
              </a:ext>
            </a:extLst>
          </p:cNvPr>
          <p:cNvSpPr/>
          <p:nvPr/>
        </p:nvSpPr>
        <p:spPr>
          <a:xfrm>
            <a:off x="2364802" y="213654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481C13-E722-DE23-852A-BFC9E2B499D0}"/>
              </a:ext>
            </a:extLst>
          </p:cNvPr>
          <p:cNvSpPr/>
          <p:nvPr/>
        </p:nvSpPr>
        <p:spPr>
          <a:xfrm>
            <a:off x="2365437" y="302435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97EE93-CB2B-0324-C42C-029BD601D20B}"/>
              </a:ext>
            </a:extLst>
          </p:cNvPr>
          <p:cNvSpPr/>
          <p:nvPr/>
        </p:nvSpPr>
        <p:spPr>
          <a:xfrm>
            <a:off x="2365437" y="5702331"/>
            <a:ext cx="9823769" cy="1155670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53B328F-7B8C-79C3-82B1-C63EF8C69686}"/>
              </a:ext>
            </a:extLst>
          </p:cNvPr>
          <p:cNvSpPr txBox="1"/>
          <p:nvPr/>
        </p:nvSpPr>
        <p:spPr>
          <a:xfrm>
            <a:off x="2359079" y="2238529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EF35D06-BAC5-0C98-5704-37C7DE80B817}"/>
              </a:ext>
            </a:extLst>
          </p:cNvPr>
          <p:cNvSpPr txBox="1"/>
          <p:nvPr/>
        </p:nvSpPr>
        <p:spPr>
          <a:xfrm>
            <a:off x="2341606" y="2694795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9086A5C-4622-0A78-FD48-542F54C92566}"/>
              </a:ext>
            </a:extLst>
          </p:cNvPr>
          <p:cNvSpPr txBox="1"/>
          <p:nvPr/>
        </p:nvSpPr>
        <p:spPr>
          <a:xfrm>
            <a:off x="11645914" y="2206889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8420B05C-338D-963D-B38B-7DD3C9F3A1A2}"/>
              </a:ext>
            </a:extLst>
          </p:cNvPr>
          <p:cNvSpPr txBox="1"/>
          <p:nvPr/>
        </p:nvSpPr>
        <p:spPr>
          <a:xfrm>
            <a:off x="11645914" y="2694791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D3241062-7EAE-AD6A-5133-38B5E4BD8BE4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3017395" y="2377029"/>
            <a:ext cx="7445092" cy="394161"/>
          </a:xfrm>
          <a:prstGeom prst="straightConnector1">
            <a:avLst/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FAFA7077-A8B4-D446-9528-8CC7A8C2E5EA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4119337" y="2345389"/>
            <a:ext cx="7526577" cy="418983"/>
          </a:xfrm>
          <a:prstGeom prst="straightConnector1">
            <a:avLst/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FBFDAFEA-1450-BE8E-A57F-D8C2C5E31801}"/>
              </a:ext>
            </a:extLst>
          </p:cNvPr>
          <p:cNvSpPr txBox="1"/>
          <p:nvPr/>
        </p:nvSpPr>
        <p:spPr>
          <a:xfrm>
            <a:off x="2359079" y="3142738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889399B1-13DA-33D0-5E4F-42D48CD1EF08}"/>
              </a:ext>
            </a:extLst>
          </p:cNvPr>
          <p:cNvSpPr txBox="1"/>
          <p:nvPr/>
        </p:nvSpPr>
        <p:spPr>
          <a:xfrm>
            <a:off x="2341606" y="3599004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CCA22C05-B882-D149-6753-A4CE1D655C51}"/>
              </a:ext>
            </a:extLst>
          </p:cNvPr>
          <p:cNvSpPr txBox="1"/>
          <p:nvPr/>
        </p:nvSpPr>
        <p:spPr>
          <a:xfrm>
            <a:off x="11645914" y="3111098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571F10D8-5EB4-F6A9-F658-0BF6C544B95D}"/>
              </a:ext>
            </a:extLst>
          </p:cNvPr>
          <p:cNvSpPr txBox="1"/>
          <p:nvPr/>
        </p:nvSpPr>
        <p:spPr>
          <a:xfrm>
            <a:off x="11645914" y="3599000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cxnSp>
        <p:nvCxnSpPr>
          <p:cNvPr id="1029" name="Connecteur droit avec flèche 1028">
            <a:extLst>
              <a:ext uri="{FF2B5EF4-FFF2-40B4-BE49-F238E27FC236}">
                <a16:creationId xmlns:a16="http://schemas.microsoft.com/office/drawing/2014/main" id="{4F80FB73-383A-9610-E5FA-3E998669B4B2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3017395" y="3281238"/>
            <a:ext cx="7383216" cy="357429"/>
          </a:xfrm>
          <a:prstGeom prst="straightConnector1">
            <a:avLst/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Connecteur droit avec flèche 1029">
            <a:extLst>
              <a:ext uri="{FF2B5EF4-FFF2-40B4-BE49-F238E27FC236}">
                <a16:creationId xmlns:a16="http://schemas.microsoft.com/office/drawing/2014/main" id="{832D3264-6F56-B7C8-9355-AEFBCD904A90}"/>
              </a:ext>
            </a:extLst>
          </p:cNvPr>
          <p:cNvCxnSpPr>
            <a:cxnSpLocks/>
          </p:cNvCxnSpPr>
          <p:nvPr/>
        </p:nvCxnSpPr>
        <p:spPr>
          <a:xfrm flipH="1">
            <a:off x="4057461" y="3212866"/>
            <a:ext cx="7526577" cy="418983"/>
          </a:xfrm>
          <a:prstGeom prst="straightConnector1">
            <a:avLst/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ZoneTexte 1039">
            <a:extLst>
              <a:ext uri="{FF2B5EF4-FFF2-40B4-BE49-F238E27FC236}">
                <a16:creationId xmlns:a16="http://schemas.microsoft.com/office/drawing/2014/main" id="{18865609-78C2-8090-318F-E3A6267C91F6}"/>
              </a:ext>
            </a:extLst>
          </p:cNvPr>
          <p:cNvSpPr txBox="1"/>
          <p:nvPr/>
        </p:nvSpPr>
        <p:spPr>
          <a:xfrm>
            <a:off x="6096000" y="1543879"/>
            <a:ext cx="2067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chemeClr val="tx2"/>
                </a:solidFill>
              </a:rPr>
              <a:t>Divers entretiens</a:t>
            </a:r>
          </a:p>
        </p:txBody>
      </p:sp>
      <p:pic>
        <p:nvPicPr>
          <p:cNvPr id="1041" name="Graphique 1040" descr="Outils avec un remplissage uni">
            <a:extLst>
              <a:ext uri="{FF2B5EF4-FFF2-40B4-BE49-F238E27FC236}">
                <a16:creationId xmlns:a16="http://schemas.microsoft.com/office/drawing/2014/main" id="{9EAF451B-00DC-73B8-C792-0548BC8A0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9061" y="1409552"/>
            <a:ext cx="651566" cy="65156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C28EE45-E77A-9D95-D8BE-33A55FF2A806}"/>
              </a:ext>
            </a:extLst>
          </p:cNvPr>
          <p:cNvSpPr/>
          <p:nvPr/>
        </p:nvSpPr>
        <p:spPr>
          <a:xfrm>
            <a:off x="2365437" y="3916648"/>
            <a:ext cx="9823769" cy="13974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4" name="ZoneTexte 1043">
            <a:extLst>
              <a:ext uri="{FF2B5EF4-FFF2-40B4-BE49-F238E27FC236}">
                <a16:creationId xmlns:a16="http://schemas.microsoft.com/office/drawing/2014/main" id="{E56C8F3A-E6CC-E997-C9E8-101B55381B73}"/>
              </a:ext>
            </a:extLst>
          </p:cNvPr>
          <p:cNvSpPr txBox="1"/>
          <p:nvPr/>
        </p:nvSpPr>
        <p:spPr>
          <a:xfrm>
            <a:off x="2283922" y="4612210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21h30</a:t>
            </a:r>
          </a:p>
        </p:txBody>
      </p:sp>
      <p:sp>
        <p:nvSpPr>
          <p:cNvPr id="1047" name="ZoneTexte 1046">
            <a:extLst>
              <a:ext uri="{FF2B5EF4-FFF2-40B4-BE49-F238E27FC236}">
                <a16:creationId xmlns:a16="http://schemas.microsoft.com/office/drawing/2014/main" id="{8B1A0BB0-5D21-1D03-56F0-A6F084F2BC6E}"/>
              </a:ext>
            </a:extLst>
          </p:cNvPr>
          <p:cNvSpPr txBox="1"/>
          <p:nvPr/>
        </p:nvSpPr>
        <p:spPr>
          <a:xfrm>
            <a:off x="11645914" y="4619247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21h30</a:t>
            </a:r>
          </a:p>
        </p:txBody>
      </p:sp>
      <p:grpSp>
        <p:nvGrpSpPr>
          <p:cNvPr id="1053" name="Groupe 1052">
            <a:extLst>
              <a:ext uri="{FF2B5EF4-FFF2-40B4-BE49-F238E27FC236}">
                <a16:creationId xmlns:a16="http://schemas.microsoft.com/office/drawing/2014/main" id="{9C62681B-E2D7-03D0-9B97-4F9A83305014}"/>
              </a:ext>
            </a:extLst>
          </p:cNvPr>
          <p:cNvGrpSpPr/>
          <p:nvPr/>
        </p:nvGrpSpPr>
        <p:grpSpPr>
          <a:xfrm>
            <a:off x="323212" y="2786636"/>
            <a:ext cx="369858" cy="534152"/>
            <a:chOff x="4693615" y="1216747"/>
            <a:chExt cx="628062" cy="907054"/>
          </a:xfrm>
        </p:grpSpPr>
        <p:grpSp>
          <p:nvGrpSpPr>
            <p:cNvPr id="1054" name="Groupe 1053">
              <a:extLst>
                <a:ext uri="{FF2B5EF4-FFF2-40B4-BE49-F238E27FC236}">
                  <a16:creationId xmlns:a16="http://schemas.microsoft.com/office/drawing/2014/main" id="{8A13053A-BF12-5277-C314-81A7A924C878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056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692CD1A2-C266-5EDB-7E46-A283795D17E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57" name="Forme libre : forme 1056">
                <a:extLst>
                  <a:ext uri="{FF2B5EF4-FFF2-40B4-BE49-F238E27FC236}">
                    <a16:creationId xmlns:a16="http://schemas.microsoft.com/office/drawing/2014/main" id="{2BA6E57A-9335-A3C9-73B7-B8096F7D77D3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rgbClr val="FFFF00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055" name="ZoneTexte 1054">
              <a:extLst>
                <a:ext uri="{FF2B5EF4-FFF2-40B4-BE49-F238E27FC236}">
                  <a16:creationId xmlns:a16="http://schemas.microsoft.com/office/drawing/2014/main" id="{671EAAD4-CC12-C035-BEAE-E7712EF82DF3}"/>
                </a:ext>
              </a:extLst>
            </p:cNvPr>
            <p:cNvSpPr txBox="1"/>
            <p:nvPr/>
          </p:nvSpPr>
          <p:spPr>
            <a:xfrm>
              <a:off x="4768481" y="1216747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058" name="Groupe 1057">
            <a:extLst>
              <a:ext uri="{FF2B5EF4-FFF2-40B4-BE49-F238E27FC236}">
                <a16:creationId xmlns:a16="http://schemas.microsoft.com/office/drawing/2014/main" id="{36AC83CB-CBC6-B5A0-04F0-8BFDCE1BC655}"/>
              </a:ext>
            </a:extLst>
          </p:cNvPr>
          <p:cNvGrpSpPr/>
          <p:nvPr/>
        </p:nvGrpSpPr>
        <p:grpSpPr>
          <a:xfrm>
            <a:off x="338612" y="3396567"/>
            <a:ext cx="339058" cy="529036"/>
            <a:chOff x="5633373" y="1227577"/>
            <a:chExt cx="575763" cy="898368"/>
          </a:xfrm>
        </p:grpSpPr>
        <p:grpSp>
          <p:nvGrpSpPr>
            <p:cNvPr id="1059" name="Groupe 1058">
              <a:extLst>
                <a:ext uri="{FF2B5EF4-FFF2-40B4-BE49-F238E27FC236}">
                  <a16:creationId xmlns:a16="http://schemas.microsoft.com/office/drawing/2014/main" id="{41059E50-8620-5439-9868-CFC6716CF43E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61" name="Image 1060">
                <a:extLst>
                  <a:ext uri="{FF2B5EF4-FFF2-40B4-BE49-F238E27FC236}">
                    <a16:creationId xmlns:a16="http://schemas.microsoft.com/office/drawing/2014/main" id="{66C3BF12-B118-7ECE-BF57-5C67C678B2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62" name="Forme libre : forme 1061">
                <a:extLst>
                  <a:ext uri="{FF2B5EF4-FFF2-40B4-BE49-F238E27FC236}">
                    <a16:creationId xmlns:a16="http://schemas.microsoft.com/office/drawing/2014/main" id="{3EA112B0-CDA4-6814-78BE-C82B2693949A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rgbClr val="E6007E">
                  <a:alpha val="50196"/>
                </a:srgb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060" name="ZoneTexte 1059">
              <a:extLst>
                <a:ext uri="{FF2B5EF4-FFF2-40B4-BE49-F238E27FC236}">
                  <a16:creationId xmlns:a16="http://schemas.microsoft.com/office/drawing/2014/main" id="{07F8CC78-EC44-478D-1BCF-D197D1CA583F}"/>
                </a:ext>
              </a:extLst>
            </p:cNvPr>
            <p:cNvSpPr txBox="1"/>
            <p:nvPr/>
          </p:nvSpPr>
          <p:spPr>
            <a:xfrm>
              <a:off x="5684343" y="1227577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AF705F28-8031-E26C-F134-718BEF681FA8}"/>
              </a:ext>
            </a:extLst>
          </p:cNvPr>
          <p:cNvSpPr/>
          <p:nvPr/>
        </p:nvSpPr>
        <p:spPr>
          <a:xfrm>
            <a:off x="2365437" y="3898213"/>
            <a:ext cx="9823769" cy="29597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F3EFE9-51A0-77F8-3475-8F2673826949}"/>
              </a:ext>
            </a:extLst>
          </p:cNvPr>
          <p:cNvSpPr/>
          <p:nvPr/>
        </p:nvSpPr>
        <p:spPr>
          <a:xfrm>
            <a:off x="2405395" y="3936001"/>
            <a:ext cx="1224000" cy="288000"/>
          </a:xfrm>
          <a:prstGeom prst="rect">
            <a:avLst/>
          </a:prstGeom>
          <a:solidFill>
            <a:schemeClr val="tx1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Samedi</a:t>
            </a:r>
          </a:p>
        </p:txBody>
      </p:sp>
      <p:pic>
        <p:nvPicPr>
          <p:cNvPr id="1050" name="Google Shape;88;p1">
            <a:extLst>
              <a:ext uri="{FF2B5EF4-FFF2-40B4-BE49-F238E27FC236}">
                <a16:creationId xmlns:a16="http://schemas.microsoft.com/office/drawing/2014/main" id="{0411D97D-757B-A599-D17E-5F2B6C020B5A}"/>
              </a:ext>
            </a:extLst>
          </p:cNvPr>
          <p:cNvPicPr preferRelativeResize="0"/>
          <p:nvPr/>
        </p:nvPicPr>
        <p:blipFill rotWithShape="1">
          <a:blip r:embed="rId9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99" b="90437" l="8974" r="86643">
                        <a14:foregroundMark x1="86694" y1="66234" x2="86694" y2="66234"/>
                        <a14:foregroundMark x1="40743" y1="90437" x2="40743" y2="90437"/>
                        <a14:foregroundMark x1="62352" y1="84652" x2="62352" y2="84652"/>
                        <a14:foregroundMark x1="62867" y1="84652" x2="62867" y2="84652"/>
                        <a14:foregroundMark x1="62867" y1="86305" x2="62867" y2="86305"/>
                        <a14:foregroundMark x1="62713" y1="85124" x2="62713" y2="85124"/>
                        <a14:foregroundMark x1="63899" y1="85832" x2="63899" y2="85832"/>
                        <a14:foregroundMark x1="61320" y1="85832" x2="62197" y2="85832"/>
                        <a14:foregroundMark x1="64260" y1="84298" x2="64260" y2="84298"/>
                        <a14:foregroundMark x1="65446" y1="81582" x2="65446" y2="81582"/>
                      </a14:backgroundRemoval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r="9853"/>
          <a:stretch/>
        </p:blipFill>
        <p:spPr>
          <a:xfrm flipH="1">
            <a:off x="3030650" y="4419626"/>
            <a:ext cx="1287060" cy="607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88;p1">
            <a:extLst>
              <a:ext uri="{FF2B5EF4-FFF2-40B4-BE49-F238E27FC236}">
                <a16:creationId xmlns:a16="http://schemas.microsoft.com/office/drawing/2014/main" id="{960B8336-787C-9E02-E2EA-01E3CF64A284}"/>
              </a:ext>
            </a:extLst>
          </p:cNvPr>
          <p:cNvPicPr preferRelativeResize="0"/>
          <p:nvPr/>
        </p:nvPicPr>
        <p:blipFill rotWithShape="1"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99" b="90437" l="8974" r="86643">
                        <a14:foregroundMark x1="86694" y1="66234" x2="86694" y2="66234"/>
                        <a14:foregroundMark x1="40743" y1="90437" x2="40743" y2="90437"/>
                        <a14:foregroundMark x1="62352" y1="84652" x2="62352" y2="84652"/>
                        <a14:foregroundMark x1="62867" y1="84652" x2="62867" y2="84652"/>
                        <a14:foregroundMark x1="62867" y1="86305" x2="62867" y2="86305"/>
                        <a14:foregroundMark x1="62713" y1="85124" x2="62713" y2="85124"/>
                        <a14:foregroundMark x1="63899" y1="85832" x2="63899" y2="85832"/>
                        <a14:foregroundMark x1="61320" y1="85832" x2="62197" y2="85832"/>
                        <a14:foregroundMark x1="64260" y1="84298" x2="64260" y2="84298"/>
                        <a14:foregroundMark x1="65446" y1="81582" x2="65446" y2="81582"/>
                      </a14:backgroundRemoval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 r="9853"/>
          <a:stretch/>
        </p:blipFill>
        <p:spPr>
          <a:xfrm>
            <a:off x="10309940" y="4420451"/>
            <a:ext cx="1288800" cy="60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" name="Groupe 33">
            <a:extLst>
              <a:ext uri="{FF2B5EF4-FFF2-40B4-BE49-F238E27FC236}">
                <a16:creationId xmlns:a16="http://schemas.microsoft.com/office/drawing/2014/main" id="{385D769C-825C-3DF4-3179-0C1378A69815}"/>
              </a:ext>
            </a:extLst>
          </p:cNvPr>
          <p:cNvGrpSpPr/>
          <p:nvPr/>
        </p:nvGrpSpPr>
        <p:grpSpPr>
          <a:xfrm>
            <a:off x="3162324" y="4377836"/>
            <a:ext cx="410264" cy="501848"/>
            <a:chOff x="7205187" y="1274964"/>
            <a:chExt cx="696677" cy="852197"/>
          </a:xfrm>
        </p:grpSpPr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77E70CD4-EE43-7985-D2EE-2A2355DDA6A5}"/>
                </a:ext>
              </a:extLst>
            </p:cNvPr>
            <p:cNvGrpSpPr/>
            <p:nvPr/>
          </p:nvGrpSpPr>
          <p:grpSpPr>
            <a:xfrm>
              <a:off x="7205187" y="1310923"/>
              <a:ext cx="696677" cy="816238"/>
              <a:chOff x="6683949" y="1330684"/>
              <a:chExt cx="696677" cy="816238"/>
            </a:xfrm>
          </p:grpSpPr>
          <p:pic>
            <p:nvPicPr>
              <p:cNvPr id="39" name="Picture 2" descr="Illustration De Vecteur De Chauffeur D'autobus Scolaire Illustration de  Vecteur - Illustration of ville, homme: 87254230">
                <a:extLst>
                  <a:ext uri="{FF2B5EF4-FFF2-40B4-BE49-F238E27FC236}">
                    <a16:creationId xmlns:a16="http://schemas.microsoft.com/office/drawing/2014/main" id="{E61B15D6-D29D-2C76-FF59-8AC59AB72B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5444" b="90000" l="9763" r="89974">
                            <a14:foregroundMark x1="67150" y1="8889" x2="67150" y2="8889"/>
                            <a14:foregroundMark x1="68470" y1="5444" x2="68470" y2="5444"/>
                            <a14:foregroundMark x1="73747" y1="44444" x2="73747" y2="44444"/>
                            <a14:foregroundMark x1="70053" y1="43333" x2="70053" y2="43333"/>
                            <a14:backgroundMark x1="50396" y1="26222" x2="46042" y2="65556"/>
                            <a14:backgroundMark x1="46042" y1="65556" x2="46306" y2="66000"/>
                            <a14:backgroundMark x1="45910" y1="15222" x2="47493" y2="78667"/>
                            <a14:backgroundMark x1="50792" y1="19444" x2="50792" y2="19444"/>
                            <a14:backgroundMark x1="54222" y1="15333" x2="55805" y2="40556"/>
                            <a14:backgroundMark x1="33773" y1="16556" x2="25462" y2="66000"/>
                            <a14:backgroundMark x1="18865" y1="26222" x2="22296" y2="72111"/>
                            <a14:backgroundMark x1="20580" y1="30556" x2="30079" y2="85444"/>
                            <a14:backgroundMark x1="41161" y1="52000" x2="41293" y2="84444"/>
                            <a14:backgroundMark x1="62137" y1="57444" x2="62269" y2="65333"/>
                            <a14:backgroundMark x1="58971" y1="36111" x2="57124" y2="55889"/>
                            <a14:backgroundMark x1="60554" y1="41778" x2="60686" y2="44667"/>
                            <a14:backgroundMark x1="75726" y1="39889" x2="75726" y2="39889"/>
                            <a14:backgroundMark x1="76121" y1="40444" x2="76121" y2="40444"/>
                            <a14:backgroundMark x1="75989" y1="40778" x2="75989" y2="40778"/>
                            <a14:backgroundMark x1="77704" y1="39889" x2="82850" y2="42889"/>
                            <a14:backgroundMark x1="82982" y1="53778" x2="82982" y2="70889"/>
                            <a14:backgroundMark x1="60686" y1="34778" x2="61741" y2="4133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4133" b="47067"/>
              <a:stretch/>
            </p:blipFill>
            <p:spPr bwMode="auto">
              <a:xfrm>
                <a:off x="6683949" y="1330684"/>
                <a:ext cx="696677" cy="807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0" name="Forme libre : forme 39">
                <a:extLst>
                  <a:ext uri="{FF2B5EF4-FFF2-40B4-BE49-F238E27FC236}">
                    <a16:creationId xmlns:a16="http://schemas.microsoft.com/office/drawing/2014/main" id="{EE9F7946-9D32-58C9-491F-6B0B9506E6D4}"/>
                  </a:ext>
                </a:extLst>
              </p:cNvPr>
              <p:cNvSpPr/>
              <p:nvPr/>
            </p:nvSpPr>
            <p:spPr>
              <a:xfrm>
                <a:off x="6773301" y="1349097"/>
                <a:ext cx="468959" cy="797825"/>
              </a:xfrm>
              <a:custGeom>
                <a:avLst/>
                <a:gdLst>
                  <a:gd name="connsiteX0" fmla="*/ 18024 w 468960"/>
                  <a:gd name="connsiteY0" fmla="*/ 778154 h 797826"/>
                  <a:gd name="connsiteX1" fmla="*/ 87874 w 468960"/>
                  <a:gd name="connsiteY1" fmla="*/ 654329 h 797826"/>
                  <a:gd name="connsiteX2" fmla="*/ 170424 w 468960"/>
                  <a:gd name="connsiteY2" fmla="*/ 613054 h 797826"/>
                  <a:gd name="connsiteX3" fmla="*/ 183124 w 468960"/>
                  <a:gd name="connsiteY3" fmla="*/ 587654 h 797826"/>
                  <a:gd name="connsiteX4" fmla="*/ 183124 w 468960"/>
                  <a:gd name="connsiteY4" fmla="*/ 555904 h 797826"/>
                  <a:gd name="connsiteX5" fmla="*/ 116449 w 468960"/>
                  <a:gd name="connsiteY5" fmla="*/ 527329 h 797826"/>
                  <a:gd name="connsiteX6" fmla="*/ 91049 w 468960"/>
                  <a:gd name="connsiteY6" fmla="*/ 235229 h 797826"/>
                  <a:gd name="connsiteX7" fmla="*/ 65649 w 468960"/>
                  <a:gd name="connsiteY7" fmla="*/ 228879 h 797826"/>
                  <a:gd name="connsiteX8" fmla="*/ 33899 w 468960"/>
                  <a:gd name="connsiteY8" fmla="*/ 197129 h 797826"/>
                  <a:gd name="connsiteX9" fmla="*/ 49774 w 468960"/>
                  <a:gd name="connsiteY9" fmla="*/ 181254 h 797826"/>
                  <a:gd name="connsiteX10" fmla="*/ 30724 w 468960"/>
                  <a:gd name="connsiteY10" fmla="*/ 60604 h 797826"/>
                  <a:gd name="connsiteX11" fmla="*/ 173599 w 468960"/>
                  <a:gd name="connsiteY11" fmla="*/ 279 h 797826"/>
                  <a:gd name="connsiteX12" fmla="*/ 411724 w 468960"/>
                  <a:gd name="connsiteY12" fmla="*/ 82829 h 797826"/>
                  <a:gd name="connsiteX13" fmla="*/ 468874 w 468960"/>
                  <a:gd name="connsiteY13" fmla="*/ 190779 h 797826"/>
                  <a:gd name="connsiteX14" fmla="*/ 424424 w 468960"/>
                  <a:gd name="connsiteY14" fmla="*/ 219354 h 797826"/>
                  <a:gd name="connsiteX15" fmla="*/ 414899 w 468960"/>
                  <a:gd name="connsiteY15" fmla="*/ 349529 h 797826"/>
                  <a:gd name="connsiteX16" fmla="*/ 437124 w 468960"/>
                  <a:gd name="connsiteY16" fmla="*/ 365404 h 797826"/>
                  <a:gd name="connsiteX17" fmla="*/ 440299 w 468960"/>
                  <a:gd name="connsiteY17" fmla="*/ 432079 h 797826"/>
                  <a:gd name="connsiteX18" fmla="*/ 392674 w 468960"/>
                  <a:gd name="connsiteY18" fmla="*/ 451129 h 797826"/>
                  <a:gd name="connsiteX19" fmla="*/ 373624 w 468960"/>
                  <a:gd name="connsiteY19" fmla="*/ 451129 h 797826"/>
                  <a:gd name="connsiteX20" fmla="*/ 341874 w 468960"/>
                  <a:gd name="connsiteY20" fmla="*/ 498754 h 797826"/>
                  <a:gd name="connsiteX21" fmla="*/ 303774 w 468960"/>
                  <a:gd name="connsiteY21" fmla="*/ 543204 h 797826"/>
                  <a:gd name="connsiteX22" fmla="*/ 268849 w 468960"/>
                  <a:gd name="connsiteY22" fmla="*/ 546379 h 797826"/>
                  <a:gd name="connsiteX23" fmla="*/ 275199 w 468960"/>
                  <a:gd name="connsiteY23" fmla="*/ 603529 h 797826"/>
                  <a:gd name="connsiteX24" fmla="*/ 335524 w 468960"/>
                  <a:gd name="connsiteY24" fmla="*/ 628929 h 797826"/>
                  <a:gd name="connsiteX25" fmla="*/ 376799 w 468960"/>
                  <a:gd name="connsiteY25" fmla="*/ 686079 h 797826"/>
                  <a:gd name="connsiteX26" fmla="*/ 443474 w 468960"/>
                  <a:gd name="connsiteY26" fmla="*/ 787679 h 797826"/>
                  <a:gd name="connsiteX27" fmla="*/ 18024 w 468960"/>
                  <a:gd name="connsiteY27" fmla="*/ 778154 h 79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8960" h="797826">
                    <a:moveTo>
                      <a:pt x="18024" y="778154"/>
                    </a:moveTo>
                    <a:cubicBezTo>
                      <a:pt x="-41243" y="755929"/>
                      <a:pt x="62474" y="681846"/>
                      <a:pt x="87874" y="654329"/>
                    </a:cubicBezTo>
                    <a:cubicBezTo>
                      <a:pt x="113274" y="626812"/>
                      <a:pt x="154549" y="624166"/>
                      <a:pt x="170424" y="613054"/>
                    </a:cubicBezTo>
                    <a:cubicBezTo>
                      <a:pt x="186299" y="601941"/>
                      <a:pt x="181007" y="597179"/>
                      <a:pt x="183124" y="587654"/>
                    </a:cubicBezTo>
                    <a:cubicBezTo>
                      <a:pt x="185241" y="578129"/>
                      <a:pt x="194236" y="565958"/>
                      <a:pt x="183124" y="555904"/>
                    </a:cubicBezTo>
                    <a:cubicBezTo>
                      <a:pt x="172012" y="545850"/>
                      <a:pt x="131795" y="580775"/>
                      <a:pt x="116449" y="527329"/>
                    </a:cubicBezTo>
                    <a:cubicBezTo>
                      <a:pt x="101103" y="473883"/>
                      <a:pt x="99516" y="284971"/>
                      <a:pt x="91049" y="235229"/>
                    </a:cubicBezTo>
                    <a:cubicBezTo>
                      <a:pt x="82582" y="185487"/>
                      <a:pt x="75174" y="235229"/>
                      <a:pt x="65649" y="228879"/>
                    </a:cubicBezTo>
                    <a:cubicBezTo>
                      <a:pt x="56124" y="222529"/>
                      <a:pt x="36545" y="205066"/>
                      <a:pt x="33899" y="197129"/>
                    </a:cubicBezTo>
                    <a:cubicBezTo>
                      <a:pt x="31253" y="189192"/>
                      <a:pt x="50303" y="204008"/>
                      <a:pt x="49774" y="181254"/>
                    </a:cubicBezTo>
                    <a:cubicBezTo>
                      <a:pt x="49245" y="158500"/>
                      <a:pt x="10087" y="90766"/>
                      <a:pt x="30724" y="60604"/>
                    </a:cubicBezTo>
                    <a:cubicBezTo>
                      <a:pt x="51361" y="30442"/>
                      <a:pt x="110099" y="-3425"/>
                      <a:pt x="173599" y="279"/>
                    </a:cubicBezTo>
                    <a:cubicBezTo>
                      <a:pt x="237099" y="3983"/>
                      <a:pt x="362512" y="51079"/>
                      <a:pt x="411724" y="82829"/>
                    </a:cubicBezTo>
                    <a:cubicBezTo>
                      <a:pt x="460937" y="114579"/>
                      <a:pt x="466757" y="168025"/>
                      <a:pt x="468874" y="190779"/>
                    </a:cubicBezTo>
                    <a:cubicBezTo>
                      <a:pt x="470991" y="213533"/>
                      <a:pt x="433420" y="192896"/>
                      <a:pt x="424424" y="219354"/>
                    </a:cubicBezTo>
                    <a:cubicBezTo>
                      <a:pt x="415428" y="245812"/>
                      <a:pt x="412782" y="325187"/>
                      <a:pt x="414899" y="349529"/>
                    </a:cubicBezTo>
                    <a:cubicBezTo>
                      <a:pt x="417016" y="373871"/>
                      <a:pt x="432891" y="351646"/>
                      <a:pt x="437124" y="365404"/>
                    </a:cubicBezTo>
                    <a:cubicBezTo>
                      <a:pt x="441357" y="379162"/>
                      <a:pt x="447707" y="417792"/>
                      <a:pt x="440299" y="432079"/>
                    </a:cubicBezTo>
                    <a:cubicBezTo>
                      <a:pt x="432891" y="446366"/>
                      <a:pt x="403787" y="447954"/>
                      <a:pt x="392674" y="451129"/>
                    </a:cubicBezTo>
                    <a:cubicBezTo>
                      <a:pt x="381561" y="454304"/>
                      <a:pt x="382091" y="443191"/>
                      <a:pt x="373624" y="451129"/>
                    </a:cubicBezTo>
                    <a:cubicBezTo>
                      <a:pt x="365157" y="459066"/>
                      <a:pt x="353516" y="483408"/>
                      <a:pt x="341874" y="498754"/>
                    </a:cubicBezTo>
                    <a:cubicBezTo>
                      <a:pt x="330232" y="514100"/>
                      <a:pt x="315945" y="535267"/>
                      <a:pt x="303774" y="543204"/>
                    </a:cubicBezTo>
                    <a:cubicBezTo>
                      <a:pt x="291603" y="551141"/>
                      <a:pt x="273612" y="536325"/>
                      <a:pt x="268849" y="546379"/>
                    </a:cubicBezTo>
                    <a:cubicBezTo>
                      <a:pt x="264087" y="556433"/>
                      <a:pt x="264086" y="589771"/>
                      <a:pt x="275199" y="603529"/>
                    </a:cubicBezTo>
                    <a:cubicBezTo>
                      <a:pt x="286312" y="617287"/>
                      <a:pt x="318591" y="615171"/>
                      <a:pt x="335524" y="628929"/>
                    </a:cubicBezTo>
                    <a:cubicBezTo>
                      <a:pt x="352457" y="642687"/>
                      <a:pt x="358807" y="659621"/>
                      <a:pt x="376799" y="686079"/>
                    </a:cubicBezTo>
                    <a:cubicBezTo>
                      <a:pt x="394791" y="712537"/>
                      <a:pt x="498507" y="771275"/>
                      <a:pt x="443474" y="787679"/>
                    </a:cubicBezTo>
                    <a:cubicBezTo>
                      <a:pt x="388441" y="804083"/>
                      <a:pt x="77291" y="800379"/>
                      <a:pt x="18024" y="778154"/>
                    </a:cubicBezTo>
                    <a:close/>
                  </a:path>
                </a:pathLst>
              </a:custGeom>
              <a:solidFill>
                <a:srgbClr val="00B0F0">
                  <a:alpha val="50196"/>
                </a:srgbClr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454732E5-2FA6-9881-7EF8-D5269836B174}"/>
                </a:ext>
              </a:extLst>
            </p:cNvPr>
            <p:cNvSpPr txBox="1"/>
            <p:nvPr/>
          </p:nvSpPr>
          <p:spPr>
            <a:xfrm>
              <a:off x="7322033" y="1274964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77694A19-1437-38EA-DA63-54FA7647D75C}"/>
              </a:ext>
            </a:extLst>
          </p:cNvPr>
          <p:cNvGrpSpPr/>
          <p:nvPr/>
        </p:nvGrpSpPr>
        <p:grpSpPr>
          <a:xfrm>
            <a:off x="11117053" y="4352846"/>
            <a:ext cx="364450" cy="532250"/>
            <a:chOff x="6389138" y="1222598"/>
            <a:chExt cx="618881" cy="903824"/>
          </a:xfrm>
        </p:grpSpPr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F25E94AF-D0F3-477E-5E7E-EC6098E36FA8}"/>
                </a:ext>
              </a:extLst>
            </p:cNvPr>
            <p:cNvGrpSpPr/>
            <p:nvPr/>
          </p:nvGrpSpPr>
          <p:grpSpPr>
            <a:xfrm>
              <a:off x="6389138" y="1222598"/>
              <a:ext cx="618881" cy="903824"/>
              <a:chOff x="6389138" y="1222598"/>
              <a:chExt cx="618881" cy="903824"/>
            </a:xfrm>
          </p:grpSpPr>
          <p:pic>
            <p:nvPicPr>
              <p:cNvPr id="32" name="Picture 6" descr="Illustration de chauffeur d'autobus scolaire. | Vecteur Premium">
                <a:extLst>
                  <a:ext uri="{FF2B5EF4-FFF2-40B4-BE49-F238E27FC236}">
                    <a16:creationId xmlns:a16="http://schemas.microsoft.com/office/drawing/2014/main" id="{C4C2CA40-5959-C3E6-9455-54CD3721A5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10000" b="90000" l="10000" r="90000">
                            <a14:foregroundMark x1="69169" y1="10064" x2="69169" y2="10064"/>
                            <a14:backgroundMark x1="50799" y1="13419" x2="42492" y2="96645"/>
                            <a14:backgroundMark x1="42492" y1="96645" x2="42492" y2="96645"/>
                            <a14:backgroundMark x1="55112" y1="11022" x2="54792" y2="77636"/>
                            <a14:backgroundMark x1="57188" y1="72684" x2="57188" y2="72684"/>
                            <a14:backgroundMark x1="57508" y1="72364" x2="59105" y2="81310"/>
                            <a14:backgroundMark x1="65176" y1="73003" x2="65815" y2="78275"/>
                            <a14:backgroundMark x1="65495" y1="68371" x2="66134" y2="69649"/>
                            <a14:backgroundMark x1="77476" y1="66613" x2="80831" y2="79073"/>
                            <a14:backgroundMark x1="77796" y1="70607" x2="77796" y2="84345"/>
                            <a14:backgroundMark x1="75879" y1="80671" x2="75879" y2="80671"/>
                            <a14:backgroundMark x1="74760" y1="76358" x2="75399" y2="81949"/>
                            <a14:backgroundMark x1="75080" y1="82268" x2="74441" y2="84026"/>
                            <a14:backgroundMark x1="74121" y1="83067" x2="74121" y2="77955"/>
                            <a14:backgroundMark x1="78115" y1="66933" x2="79553" y2="62620"/>
                            <a14:backgroundMark x1="79073" y1="59744" x2="79073" y2="59744"/>
                            <a14:backgroundMark x1="76837" y1="64058" x2="75559" y2="64058"/>
                            <a14:backgroundMark x1="75399" y1="49042" x2="75559" y2="53355"/>
                            <a14:backgroundMark x1="77476" y1="40735" x2="77476" y2="40735"/>
                            <a14:backgroundMark x1="83546" y1="35304" x2="82109" y2="43610"/>
                            <a14:backgroundMark x1="56550" y1="31949" x2="56550" y2="31949"/>
                            <a14:backgroundMark x1="58147" y1="32748" x2="58147" y2="32748"/>
                            <a14:backgroundMark x1="56869" y1="30351" x2="57508" y2="36741"/>
                            <a14:backgroundMark x1="57508" y1="30351" x2="58147" y2="31310"/>
                            <a14:backgroundMark x1="58147" y1="31310" x2="58147" y2="32588"/>
                            <a14:backgroundMark x1="58147" y1="32588" x2="58147" y2="32588"/>
                            <a14:backgroundMark x1="57827" y1="47604" x2="56070" y2="56390"/>
                            <a14:backgroundMark x1="58786" y1="48722" x2="60064" y2="54313"/>
                            <a14:backgroundMark x1="60064" y1="53994" x2="60064" y2="53994"/>
                            <a14:backgroundMark x1="60064" y1="50958" x2="61182" y2="50958"/>
                            <a14:backgroundMark x1="61182" y1="50958" x2="61182" y2="509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91" r="10388" b="44795"/>
              <a:stretch/>
            </p:blipFill>
            <p:spPr bwMode="auto">
              <a:xfrm>
                <a:off x="6389138" y="1222598"/>
                <a:ext cx="618881" cy="900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" name="Forme libre : forme 32">
                <a:extLst>
                  <a:ext uri="{FF2B5EF4-FFF2-40B4-BE49-F238E27FC236}">
                    <a16:creationId xmlns:a16="http://schemas.microsoft.com/office/drawing/2014/main" id="{3A732B0C-01F9-39F0-9C8A-09AFE0DC325B}"/>
                  </a:ext>
                </a:extLst>
              </p:cNvPr>
              <p:cNvSpPr/>
              <p:nvPr/>
            </p:nvSpPr>
            <p:spPr>
              <a:xfrm>
                <a:off x="6459846" y="1340173"/>
                <a:ext cx="469806" cy="786249"/>
              </a:xfrm>
              <a:custGeom>
                <a:avLst/>
                <a:gdLst>
                  <a:gd name="connsiteX0" fmla="*/ 62142 w 469806"/>
                  <a:gd name="connsiteY0" fmla="*/ 780016 h 786249"/>
                  <a:gd name="connsiteX1" fmla="*/ 103417 w 469806"/>
                  <a:gd name="connsiteY1" fmla="*/ 694291 h 786249"/>
                  <a:gd name="connsiteX2" fmla="*/ 87542 w 469806"/>
                  <a:gd name="connsiteY2" fmla="*/ 624441 h 786249"/>
                  <a:gd name="connsiteX3" fmla="*/ 122467 w 469806"/>
                  <a:gd name="connsiteY3" fmla="*/ 513316 h 786249"/>
                  <a:gd name="connsiteX4" fmla="*/ 39917 w 469806"/>
                  <a:gd name="connsiteY4" fmla="*/ 487916 h 786249"/>
                  <a:gd name="connsiteX5" fmla="*/ 65317 w 469806"/>
                  <a:gd name="connsiteY5" fmla="*/ 237091 h 786249"/>
                  <a:gd name="connsiteX6" fmla="*/ 27217 w 469806"/>
                  <a:gd name="connsiteY6" fmla="*/ 198991 h 786249"/>
                  <a:gd name="connsiteX7" fmla="*/ 1817 w 469806"/>
                  <a:gd name="connsiteY7" fmla="*/ 62466 h 786249"/>
                  <a:gd name="connsiteX8" fmla="*/ 78017 w 469806"/>
                  <a:gd name="connsiteY8" fmla="*/ 2141 h 786249"/>
                  <a:gd name="connsiteX9" fmla="*/ 246292 w 469806"/>
                  <a:gd name="connsiteY9" fmla="*/ 21191 h 786249"/>
                  <a:gd name="connsiteX10" fmla="*/ 395517 w 469806"/>
                  <a:gd name="connsiteY10" fmla="*/ 94216 h 786249"/>
                  <a:gd name="connsiteX11" fmla="*/ 443142 w 469806"/>
                  <a:gd name="connsiteY11" fmla="*/ 173591 h 786249"/>
                  <a:gd name="connsiteX12" fmla="*/ 395517 w 469806"/>
                  <a:gd name="connsiteY12" fmla="*/ 214866 h 786249"/>
                  <a:gd name="connsiteX13" fmla="*/ 420917 w 469806"/>
                  <a:gd name="connsiteY13" fmla="*/ 303766 h 786249"/>
                  <a:gd name="connsiteX14" fmla="*/ 411392 w 469806"/>
                  <a:gd name="connsiteY14" fmla="*/ 484741 h 786249"/>
                  <a:gd name="connsiteX15" fmla="*/ 306617 w 469806"/>
                  <a:gd name="connsiteY15" fmla="*/ 526016 h 786249"/>
                  <a:gd name="connsiteX16" fmla="*/ 401867 w 469806"/>
                  <a:gd name="connsiteY16" fmla="*/ 605391 h 786249"/>
                  <a:gd name="connsiteX17" fmla="*/ 468542 w 469806"/>
                  <a:gd name="connsiteY17" fmla="*/ 716516 h 786249"/>
                  <a:gd name="connsiteX18" fmla="*/ 411392 w 469806"/>
                  <a:gd name="connsiteY18" fmla="*/ 773666 h 786249"/>
                  <a:gd name="connsiteX19" fmla="*/ 62142 w 469806"/>
                  <a:gd name="connsiteY19" fmla="*/ 780016 h 78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69806" h="786249">
                    <a:moveTo>
                      <a:pt x="62142" y="780016"/>
                    </a:moveTo>
                    <a:cubicBezTo>
                      <a:pt x="10813" y="766787"/>
                      <a:pt x="99184" y="720220"/>
                      <a:pt x="103417" y="694291"/>
                    </a:cubicBezTo>
                    <a:cubicBezTo>
                      <a:pt x="107650" y="668362"/>
                      <a:pt x="84367" y="654604"/>
                      <a:pt x="87542" y="624441"/>
                    </a:cubicBezTo>
                    <a:cubicBezTo>
                      <a:pt x="90717" y="594278"/>
                      <a:pt x="130405" y="536070"/>
                      <a:pt x="122467" y="513316"/>
                    </a:cubicBezTo>
                    <a:cubicBezTo>
                      <a:pt x="114530" y="490562"/>
                      <a:pt x="49442" y="533953"/>
                      <a:pt x="39917" y="487916"/>
                    </a:cubicBezTo>
                    <a:cubicBezTo>
                      <a:pt x="30392" y="441878"/>
                      <a:pt x="67434" y="285245"/>
                      <a:pt x="65317" y="237091"/>
                    </a:cubicBezTo>
                    <a:cubicBezTo>
                      <a:pt x="63200" y="188937"/>
                      <a:pt x="37800" y="228095"/>
                      <a:pt x="27217" y="198991"/>
                    </a:cubicBezTo>
                    <a:cubicBezTo>
                      <a:pt x="16634" y="169887"/>
                      <a:pt x="-6650" y="95274"/>
                      <a:pt x="1817" y="62466"/>
                    </a:cubicBezTo>
                    <a:cubicBezTo>
                      <a:pt x="10284" y="29658"/>
                      <a:pt x="37271" y="9020"/>
                      <a:pt x="78017" y="2141"/>
                    </a:cubicBezTo>
                    <a:cubicBezTo>
                      <a:pt x="118763" y="-4738"/>
                      <a:pt x="193375" y="5845"/>
                      <a:pt x="246292" y="21191"/>
                    </a:cubicBezTo>
                    <a:cubicBezTo>
                      <a:pt x="299209" y="36537"/>
                      <a:pt x="362709" y="68816"/>
                      <a:pt x="395517" y="94216"/>
                    </a:cubicBezTo>
                    <a:cubicBezTo>
                      <a:pt x="428325" y="119616"/>
                      <a:pt x="443142" y="153483"/>
                      <a:pt x="443142" y="173591"/>
                    </a:cubicBezTo>
                    <a:cubicBezTo>
                      <a:pt x="443142" y="193699"/>
                      <a:pt x="399221" y="193170"/>
                      <a:pt x="395517" y="214866"/>
                    </a:cubicBezTo>
                    <a:cubicBezTo>
                      <a:pt x="391813" y="236562"/>
                      <a:pt x="418271" y="258787"/>
                      <a:pt x="420917" y="303766"/>
                    </a:cubicBezTo>
                    <a:cubicBezTo>
                      <a:pt x="423563" y="348745"/>
                      <a:pt x="430442" y="447699"/>
                      <a:pt x="411392" y="484741"/>
                    </a:cubicBezTo>
                    <a:cubicBezTo>
                      <a:pt x="392342" y="521783"/>
                      <a:pt x="308205" y="505908"/>
                      <a:pt x="306617" y="526016"/>
                    </a:cubicBezTo>
                    <a:cubicBezTo>
                      <a:pt x="305030" y="546124"/>
                      <a:pt x="374880" y="573641"/>
                      <a:pt x="401867" y="605391"/>
                    </a:cubicBezTo>
                    <a:cubicBezTo>
                      <a:pt x="428854" y="637141"/>
                      <a:pt x="466955" y="688470"/>
                      <a:pt x="468542" y="716516"/>
                    </a:cubicBezTo>
                    <a:cubicBezTo>
                      <a:pt x="470129" y="744562"/>
                      <a:pt x="479125" y="764670"/>
                      <a:pt x="411392" y="773666"/>
                    </a:cubicBezTo>
                    <a:cubicBezTo>
                      <a:pt x="343659" y="782662"/>
                      <a:pt x="113471" y="793245"/>
                      <a:pt x="62142" y="780016"/>
                    </a:cubicBezTo>
                    <a:close/>
                  </a:path>
                </a:pathLst>
              </a:custGeom>
              <a:solidFill>
                <a:srgbClr val="00B050">
                  <a:alpha val="50196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1D5020FE-3F4F-03BD-E7D5-9E5F959B15BA}"/>
                </a:ext>
              </a:extLst>
            </p:cNvPr>
            <p:cNvSpPr txBox="1"/>
            <p:nvPr/>
          </p:nvSpPr>
          <p:spPr>
            <a:xfrm>
              <a:off x="6463786" y="1281363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sp>
        <p:nvSpPr>
          <p:cNvPr id="63" name="ZoneTexte 62">
            <a:extLst>
              <a:ext uri="{FF2B5EF4-FFF2-40B4-BE49-F238E27FC236}">
                <a16:creationId xmlns:a16="http://schemas.microsoft.com/office/drawing/2014/main" id="{FA23FDDE-5332-281C-B59D-D80353C2A818}"/>
              </a:ext>
            </a:extLst>
          </p:cNvPr>
          <p:cNvSpPr txBox="1"/>
          <p:nvPr/>
        </p:nvSpPr>
        <p:spPr>
          <a:xfrm>
            <a:off x="2301395" y="4570951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1026" name="ZoneTexte 1025">
            <a:extLst>
              <a:ext uri="{FF2B5EF4-FFF2-40B4-BE49-F238E27FC236}">
                <a16:creationId xmlns:a16="http://schemas.microsoft.com/office/drawing/2014/main" id="{76CF9388-6868-DC2A-DBE9-33316A928C80}"/>
              </a:ext>
            </a:extLst>
          </p:cNvPr>
          <p:cNvSpPr txBox="1"/>
          <p:nvPr/>
        </p:nvSpPr>
        <p:spPr>
          <a:xfrm>
            <a:off x="2283922" y="5224858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sp>
        <p:nvSpPr>
          <p:cNvPr id="1027" name="ZoneTexte 1026">
            <a:extLst>
              <a:ext uri="{FF2B5EF4-FFF2-40B4-BE49-F238E27FC236}">
                <a16:creationId xmlns:a16="http://schemas.microsoft.com/office/drawing/2014/main" id="{9A5422CA-0D6D-A3EB-2DEE-3FC9BB9377AA}"/>
              </a:ext>
            </a:extLst>
          </p:cNvPr>
          <p:cNvSpPr txBox="1"/>
          <p:nvPr/>
        </p:nvSpPr>
        <p:spPr>
          <a:xfrm>
            <a:off x="11654206" y="4585025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1028" name="ZoneTexte 1027">
            <a:extLst>
              <a:ext uri="{FF2B5EF4-FFF2-40B4-BE49-F238E27FC236}">
                <a16:creationId xmlns:a16="http://schemas.microsoft.com/office/drawing/2014/main" id="{3788DCC9-4B4A-4845-DBB7-7F33C6F96199}"/>
              </a:ext>
            </a:extLst>
          </p:cNvPr>
          <p:cNvSpPr txBox="1"/>
          <p:nvPr/>
        </p:nvSpPr>
        <p:spPr>
          <a:xfrm>
            <a:off x="11645914" y="5231895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grpSp>
        <p:nvGrpSpPr>
          <p:cNvPr id="1033" name="Groupe 1032">
            <a:extLst>
              <a:ext uri="{FF2B5EF4-FFF2-40B4-BE49-F238E27FC236}">
                <a16:creationId xmlns:a16="http://schemas.microsoft.com/office/drawing/2014/main" id="{9A22C160-1B53-D2DB-A955-D050FE3AFEC8}"/>
              </a:ext>
            </a:extLst>
          </p:cNvPr>
          <p:cNvGrpSpPr/>
          <p:nvPr/>
        </p:nvGrpSpPr>
        <p:grpSpPr>
          <a:xfrm>
            <a:off x="346197" y="5187038"/>
            <a:ext cx="323888" cy="493730"/>
            <a:chOff x="7966342" y="1283428"/>
            <a:chExt cx="550000" cy="838412"/>
          </a:xfrm>
        </p:grpSpPr>
        <p:grpSp>
          <p:nvGrpSpPr>
            <p:cNvPr id="1042" name="Groupe 1041">
              <a:extLst>
                <a:ext uri="{FF2B5EF4-FFF2-40B4-BE49-F238E27FC236}">
                  <a16:creationId xmlns:a16="http://schemas.microsoft.com/office/drawing/2014/main" id="{5EEF0932-E65C-CF6E-EB11-A02B01AD1DD5}"/>
                </a:ext>
              </a:extLst>
            </p:cNvPr>
            <p:cNvGrpSpPr/>
            <p:nvPr/>
          </p:nvGrpSpPr>
          <p:grpSpPr>
            <a:xfrm>
              <a:off x="7966342" y="1283428"/>
              <a:ext cx="550000" cy="838412"/>
              <a:chOff x="7435579" y="1324618"/>
              <a:chExt cx="550000" cy="838412"/>
            </a:xfrm>
          </p:grpSpPr>
          <p:pic>
            <p:nvPicPr>
              <p:cNvPr id="1045" name="Picture 12" descr="Premium Vector | School bus driver vector illustration.">
                <a:extLst>
                  <a:ext uri="{FF2B5EF4-FFF2-40B4-BE49-F238E27FC236}">
                    <a16:creationId xmlns:a16="http://schemas.microsoft.com/office/drawing/2014/main" id="{D7C6CB7D-6E41-E0C4-83B1-25E74893DF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10000" b="90000" l="10000" r="90000">
                            <a14:backgroundMark x1="51917" y1="19169" x2="53035" y2="47764"/>
                            <a14:backgroundMark x1="53035" y1="47764" x2="49840" y2="59744"/>
                            <a14:backgroundMark x1="49840" y1="59744" x2="49840" y2="60224"/>
                            <a14:backgroundMark x1="80351" y1="41534" x2="79872" y2="42971"/>
                            <a14:backgroundMark x1="78435" y1="42492" x2="78435" y2="42492"/>
                            <a14:backgroundMark x1="76997" y1="42013" x2="80831" y2="44249"/>
                            <a14:backgroundMark x1="56869" y1="19329" x2="58307" y2="34345"/>
                            <a14:backgroundMark x1="58786" y1="34505" x2="57029" y2="53674"/>
                            <a14:backgroundMark x1="39457" y1="14377" x2="32588" y2="76677"/>
                            <a14:backgroundMark x1="42812" y1="53514" x2="43930" y2="82268"/>
                            <a14:backgroundMark x1="48722" y1="68211" x2="53355" y2="85463"/>
                            <a14:backgroundMark x1="54473" y1="67252" x2="56390" y2="79393"/>
                            <a14:backgroundMark x1="59585" y1="51438" x2="59585" y2="51438"/>
                            <a14:backgroundMark x1="62460" y1="51118" x2="62460" y2="51118"/>
                            <a14:backgroundMark x1="63578" y1="50160" x2="63578" y2="50160"/>
                            <a14:backgroundMark x1="63259" y1="51278" x2="63259" y2="51278"/>
                            <a14:backgroundMark x1="63099" y1="51597" x2="63099" y2="51597"/>
                            <a14:backgroundMark x1="57827" y1="54153" x2="56390" y2="72843"/>
                            <a14:backgroundMark x1="76677" y1="42173" x2="76677" y2="4217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239" t="10107" r="12289" b="40217"/>
              <a:stretch/>
            </p:blipFill>
            <p:spPr bwMode="auto">
              <a:xfrm>
                <a:off x="7435579" y="1324618"/>
                <a:ext cx="550000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46" name="Forme libre : forme 1045">
                <a:extLst>
                  <a:ext uri="{FF2B5EF4-FFF2-40B4-BE49-F238E27FC236}">
                    <a16:creationId xmlns:a16="http://schemas.microsoft.com/office/drawing/2014/main" id="{4056D97E-EC70-1A95-74A9-38EFD364AB05}"/>
                  </a:ext>
                </a:extLst>
              </p:cNvPr>
              <p:cNvSpPr/>
              <p:nvPr/>
            </p:nvSpPr>
            <p:spPr>
              <a:xfrm>
                <a:off x="7511884" y="1368841"/>
                <a:ext cx="436727" cy="794189"/>
              </a:xfrm>
              <a:custGeom>
                <a:avLst/>
                <a:gdLst>
                  <a:gd name="connsiteX0" fmla="*/ 25857 w 434417"/>
                  <a:gd name="connsiteY0" fmla="*/ 771109 h 794189"/>
                  <a:gd name="connsiteX1" fmla="*/ 73482 w 434417"/>
                  <a:gd name="connsiteY1" fmla="*/ 606009 h 794189"/>
                  <a:gd name="connsiteX2" fmla="*/ 143332 w 434417"/>
                  <a:gd name="connsiteY2" fmla="*/ 548859 h 794189"/>
                  <a:gd name="connsiteX3" fmla="*/ 152857 w 434417"/>
                  <a:gd name="connsiteY3" fmla="*/ 494884 h 794189"/>
                  <a:gd name="connsiteX4" fmla="*/ 79832 w 434417"/>
                  <a:gd name="connsiteY4" fmla="*/ 425034 h 794189"/>
                  <a:gd name="connsiteX5" fmla="*/ 60782 w 434417"/>
                  <a:gd name="connsiteY5" fmla="*/ 352009 h 794189"/>
                  <a:gd name="connsiteX6" fmla="*/ 32207 w 434417"/>
                  <a:gd name="connsiteY6" fmla="*/ 285334 h 794189"/>
                  <a:gd name="connsiteX7" fmla="*/ 35382 w 434417"/>
                  <a:gd name="connsiteY7" fmla="*/ 225009 h 794189"/>
                  <a:gd name="connsiteX8" fmla="*/ 35382 w 434417"/>
                  <a:gd name="connsiteY8" fmla="*/ 186909 h 794189"/>
                  <a:gd name="connsiteX9" fmla="*/ 457 w 434417"/>
                  <a:gd name="connsiteY9" fmla="*/ 88484 h 794189"/>
                  <a:gd name="connsiteX10" fmla="*/ 63957 w 434417"/>
                  <a:gd name="connsiteY10" fmla="*/ 15459 h 794189"/>
                  <a:gd name="connsiteX11" fmla="*/ 171907 w 434417"/>
                  <a:gd name="connsiteY11" fmla="*/ 2759 h 794189"/>
                  <a:gd name="connsiteX12" fmla="*/ 321132 w 434417"/>
                  <a:gd name="connsiteY12" fmla="*/ 53559 h 794189"/>
                  <a:gd name="connsiteX13" fmla="*/ 419557 w 434417"/>
                  <a:gd name="connsiteY13" fmla="*/ 164684 h 794189"/>
                  <a:gd name="connsiteX14" fmla="*/ 356057 w 434417"/>
                  <a:gd name="connsiteY14" fmla="*/ 205959 h 794189"/>
                  <a:gd name="connsiteX15" fmla="*/ 362407 w 434417"/>
                  <a:gd name="connsiteY15" fmla="*/ 228184 h 794189"/>
                  <a:gd name="connsiteX16" fmla="*/ 384632 w 434417"/>
                  <a:gd name="connsiteY16" fmla="*/ 234534 h 794189"/>
                  <a:gd name="connsiteX17" fmla="*/ 381457 w 434417"/>
                  <a:gd name="connsiteY17" fmla="*/ 336134 h 794189"/>
                  <a:gd name="connsiteX18" fmla="*/ 346532 w 434417"/>
                  <a:gd name="connsiteY18" fmla="*/ 355184 h 794189"/>
                  <a:gd name="connsiteX19" fmla="*/ 352882 w 434417"/>
                  <a:gd name="connsiteY19" fmla="*/ 415509 h 794189"/>
                  <a:gd name="connsiteX20" fmla="*/ 283032 w 434417"/>
                  <a:gd name="connsiteY20" fmla="*/ 466309 h 794189"/>
                  <a:gd name="connsiteX21" fmla="*/ 276682 w 434417"/>
                  <a:gd name="connsiteY21" fmla="*/ 494884 h 794189"/>
                  <a:gd name="connsiteX22" fmla="*/ 365582 w 434417"/>
                  <a:gd name="connsiteY22" fmla="*/ 567909 h 794189"/>
                  <a:gd name="connsiteX23" fmla="*/ 413207 w 434417"/>
                  <a:gd name="connsiteY23" fmla="*/ 771109 h 794189"/>
                  <a:gd name="connsiteX24" fmla="*/ 25857 w 434417"/>
                  <a:gd name="connsiteY24" fmla="*/ 771109 h 794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4417" h="794189">
                    <a:moveTo>
                      <a:pt x="25857" y="771109"/>
                    </a:moveTo>
                    <a:cubicBezTo>
                      <a:pt x="-30764" y="743592"/>
                      <a:pt x="53903" y="643051"/>
                      <a:pt x="73482" y="606009"/>
                    </a:cubicBezTo>
                    <a:cubicBezTo>
                      <a:pt x="93061" y="568967"/>
                      <a:pt x="130103" y="567380"/>
                      <a:pt x="143332" y="548859"/>
                    </a:cubicBezTo>
                    <a:cubicBezTo>
                      <a:pt x="156561" y="530338"/>
                      <a:pt x="163440" y="515521"/>
                      <a:pt x="152857" y="494884"/>
                    </a:cubicBezTo>
                    <a:cubicBezTo>
                      <a:pt x="142274" y="474246"/>
                      <a:pt x="95178" y="448846"/>
                      <a:pt x="79832" y="425034"/>
                    </a:cubicBezTo>
                    <a:cubicBezTo>
                      <a:pt x="64486" y="401222"/>
                      <a:pt x="68720" y="375292"/>
                      <a:pt x="60782" y="352009"/>
                    </a:cubicBezTo>
                    <a:cubicBezTo>
                      <a:pt x="52845" y="328726"/>
                      <a:pt x="36440" y="306501"/>
                      <a:pt x="32207" y="285334"/>
                    </a:cubicBezTo>
                    <a:cubicBezTo>
                      <a:pt x="27974" y="264167"/>
                      <a:pt x="34853" y="241413"/>
                      <a:pt x="35382" y="225009"/>
                    </a:cubicBezTo>
                    <a:cubicBezTo>
                      <a:pt x="35911" y="208605"/>
                      <a:pt x="41203" y="209663"/>
                      <a:pt x="35382" y="186909"/>
                    </a:cubicBezTo>
                    <a:cubicBezTo>
                      <a:pt x="29561" y="164155"/>
                      <a:pt x="-4305" y="117059"/>
                      <a:pt x="457" y="88484"/>
                    </a:cubicBezTo>
                    <a:cubicBezTo>
                      <a:pt x="5219" y="59909"/>
                      <a:pt x="35382" y="29746"/>
                      <a:pt x="63957" y="15459"/>
                    </a:cubicBezTo>
                    <a:cubicBezTo>
                      <a:pt x="92532" y="1172"/>
                      <a:pt x="129045" y="-3591"/>
                      <a:pt x="171907" y="2759"/>
                    </a:cubicBezTo>
                    <a:cubicBezTo>
                      <a:pt x="214769" y="9109"/>
                      <a:pt x="279857" y="26572"/>
                      <a:pt x="321132" y="53559"/>
                    </a:cubicBezTo>
                    <a:cubicBezTo>
                      <a:pt x="362407" y="80546"/>
                      <a:pt x="413736" y="139284"/>
                      <a:pt x="419557" y="164684"/>
                    </a:cubicBezTo>
                    <a:cubicBezTo>
                      <a:pt x="425378" y="190084"/>
                      <a:pt x="365582" y="195376"/>
                      <a:pt x="356057" y="205959"/>
                    </a:cubicBezTo>
                    <a:cubicBezTo>
                      <a:pt x="346532" y="216542"/>
                      <a:pt x="357645" y="223422"/>
                      <a:pt x="362407" y="228184"/>
                    </a:cubicBezTo>
                    <a:cubicBezTo>
                      <a:pt x="367169" y="232946"/>
                      <a:pt x="381457" y="216542"/>
                      <a:pt x="384632" y="234534"/>
                    </a:cubicBezTo>
                    <a:cubicBezTo>
                      <a:pt x="387807" y="252526"/>
                      <a:pt x="387807" y="316026"/>
                      <a:pt x="381457" y="336134"/>
                    </a:cubicBezTo>
                    <a:cubicBezTo>
                      <a:pt x="375107" y="356242"/>
                      <a:pt x="351294" y="341955"/>
                      <a:pt x="346532" y="355184"/>
                    </a:cubicBezTo>
                    <a:cubicBezTo>
                      <a:pt x="341770" y="368413"/>
                      <a:pt x="363465" y="396988"/>
                      <a:pt x="352882" y="415509"/>
                    </a:cubicBezTo>
                    <a:cubicBezTo>
                      <a:pt x="342299" y="434030"/>
                      <a:pt x="295732" y="453080"/>
                      <a:pt x="283032" y="466309"/>
                    </a:cubicBezTo>
                    <a:cubicBezTo>
                      <a:pt x="270332" y="479538"/>
                      <a:pt x="262924" y="477951"/>
                      <a:pt x="276682" y="494884"/>
                    </a:cubicBezTo>
                    <a:cubicBezTo>
                      <a:pt x="290440" y="511817"/>
                      <a:pt x="342828" y="521872"/>
                      <a:pt x="365582" y="567909"/>
                    </a:cubicBezTo>
                    <a:cubicBezTo>
                      <a:pt x="388336" y="613946"/>
                      <a:pt x="473532" y="737242"/>
                      <a:pt x="413207" y="771109"/>
                    </a:cubicBezTo>
                    <a:cubicBezTo>
                      <a:pt x="352882" y="804976"/>
                      <a:pt x="82478" y="798626"/>
                      <a:pt x="25857" y="771109"/>
                    </a:cubicBezTo>
                    <a:close/>
                  </a:path>
                </a:pathLst>
              </a:custGeom>
              <a:solidFill>
                <a:srgbClr val="FC8F0C">
                  <a:alpha val="50196"/>
                </a:srgbClr>
              </a:solidFill>
              <a:ln>
                <a:solidFill>
                  <a:srgbClr val="FC8F0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043" name="ZoneTexte 1042">
              <a:extLst>
                <a:ext uri="{FF2B5EF4-FFF2-40B4-BE49-F238E27FC236}">
                  <a16:creationId xmlns:a16="http://schemas.microsoft.com/office/drawing/2014/main" id="{80737DBD-7B1E-EDA1-929B-12082334285C}"/>
                </a:ext>
              </a:extLst>
            </p:cNvPr>
            <p:cNvSpPr txBox="1"/>
            <p:nvPr/>
          </p:nvSpPr>
          <p:spPr>
            <a:xfrm>
              <a:off x="8045173" y="1301875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C8F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</p:grpSp>
      <p:grpSp>
        <p:nvGrpSpPr>
          <p:cNvPr id="1048" name="Groupe 1047">
            <a:extLst>
              <a:ext uri="{FF2B5EF4-FFF2-40B4-BE49-F238E27FC236}">
                <a16:creationId xmlns:a16="http://schemas.microsoft.com/office/drawing/2014/main" id="{028BC250-EC78-87EE-67BF-9FCC92D98442}"/>
              </a:ext>
            </a:extLst>
          </p:cNvPr>
          <p:cNvGrpSpPr/>
          <p:nvPr/>
        </p:nvGrpSpPr>
        <p:grpSpPr>
          <a:xfrm>
            <a:off x="354309" y="5756549"/>
            <a:ext cx="307664" cy="494120"/>
            <a:chOff x="8715520" y="1301961"/>
            <a:chExt cx="522448" cy="839073"/>
          </a:xfrm>
        </p:grpSpPr>
        <p:grpSp>
          <p:nvGrpSpPr>
            <p:cNvPr id="1049" name="Groupe 1048">
              <a:extLst>
                <a:ext uri="{FF2B5EF4-FFF2-40B4-BE49-F238E27FC236}">
                  <a16:creationId xmlns:a16="http://schemas.microsoft.com/office/drawing/2014/main" id="{F4EC8411-9671-21B9-4808-F3B69CC26C30}"/>
                </a:ext>
              </a:extLst>
            </p:cNvPr>
            <p:cNvGrpSpPr/>
            <p:nvPr/>
          </p:nvGrpSpPr>
          <p:grpSpPr>
            <a:xfrm>
              <a:off x="8715520" y="1302671"/>
              <a:ext cx="522448" cy="838363"/>
              <a:chOff x="8184757" y="1322432"/>
              <a:chExt cx="522448" cy="838363"/>
            </a:xfrm>
          </p:grpSpPr>
          <p:pic>
            <p:nvPicPr>
              <p:cNvPr id="1063" name="Picture 10" descr="Jeune, caucasien, femelle, autobus scolaire | Vecteur Premium">
                <a:extLst>
                  <a:ext uri="{FF2B5EF4-FFF2-40B4-BE49-F238E27FC236}">
                    <a16:creationId xmlns:a16="http://schemas.microsoft.com/office/drawing/2014/main" id="{74D0D623-A121-913B-9B71-2BCCBD56DF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8">
                <a:extLst>
                  <a:ext uri="{BEBA8EAE-BF5A-486C-A8C5-ECC9F3942E4B}">
                    <a14:imgProps xmlns:a14="http://schemas.microsoft.com/office/drawing/2010/main">
                      <a14:imgLayer r:embed="rId19">
                        <a14:imgEffect>
                          <a14:backgroundRemoval t="10000" b="90000" l="10000" r="90000">
                            <a14:backgroundMark x1="53355" y1="16773" x2="50160" y2="81949"/>
                            <a14:backgroundMark x1="50160" y1="81949" x2="50639" y2="82588"/>
                            <a14:backgroundMark x1="57348" y1="29553" x2="57348" y2="30032"/>
                            <a14:backgroundMark x1="57029" y1="37859" x2="57029" y2="38339"/>
                            <a14:backgroundMark x1="42013" y1="5112" x2="40256" y2="79073"/>
                            <a14:backgroundMark x1="54473" y1="34665" x2="61821" y2="66134"/>
                            <a14:backgroundMark x1="55591" y1="70447" x2="52875" y2="86581"/>
                            <a14:backgroundMark x1="56390" y1="60224" x2="63099" y2="77316"/>
                            <a14:backgroundMark x1="59744" y1="69968" x2="83387" y2="71246"/>
                            <a14:backgroundMark x1="52396" y1="51597" x2="52396" y2="51597"/>
                            <a14:backgroundMark x1="42173" y1="14377" x2="33067" y2="73642"/>
                            <a14:backgroundMark x1="57188" y1="25080" x2="57827" y2="30831"/>
                            <a14:backgroundMark x1="58626" y1="37540" x2="60383" y2="41693"/>
                            <a14:backgroundMark x1="33866" y1="19968" x2="29872" y2="59585"/>
                            <a14:backgroundMark x1="78594" y1="44409" x2="78594" y2="44409"/>
                            <a14:backgroundMark x1="79553" y1="44569" x2="79553" y2="44569"/>
                            <a14:backgroundMark x1="76198" y1="44888" x2="76198" y2="44888"/>
                            <a14:backgroundMark x1="75879" y1="44888" x2="75879" y2="44888"/>
                            <a14:backgroundMark x1="75879" y1="44888" x2="78754" y2="46805"/>
                            <a14:backgroundMark x1="80032" y1="49042" x2="78754" y2="47444"/>
                            <a14:backgroundMark x1="78115" y1="43930" x2="79872" y2="40575"/>
                            <a14:backgroundMark x1="75719" y1="44728" x2="75719" y2="44728"/>
                            <a14:backgroundMark x1="75559" y1="44728" x2="75559" y2="44728"/>
                            <a14:backgroundMark x1="58147" y1="31949" x2="58147" y2="31949"/>
                            <a14:backgroundMark x1="61022" y1="51597" x2="61022" y2="51597"/>
                            <a14:backgroundMark x1="62780" y1="51917" x2="62780" y2="51917"/>
                            <a14:backgroundMark x1="62780" y1="51118" x2="62780" y2="5111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056" t="10201" r="9962" b="33583"/>
              <a:stretch/>
            </p:blipFill>
            <p:spPr bwMode="auto">
              <a:xfrm>
                <a:off x="8184757" y="1322432"/>
                <a:ext cx="522448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4" name="Forme libre : forme 1063">
                <a:extLst>
                  <a:ext uri="{FF2B5EF4-FFF2-40B4-BE49-F238E27FC236}">
                    <a16:creationId xmlns:a16="http://schemas.microsoft.com/office/drawing/2014/main" id="{E75DA316-C9FE-D880-DF0B-86ECE6956162}"/>
                  </a:ext>
                </a:extLst>
              </p:cNvPr>
              <p:cNvSpPr/>
              <p:nvPr/>
            </p:nvSpPr>
            <p:spPr>
              <a:xfrm>
                <a:off x="8246047" y="1349635"/>
                <a:ext cx="421861" cy="811160"/>
              </a:xfrm>
              <a:custGeom>
                <a:avLst/>
                <a:gdLst>
                  <a:gd name="connsiteX0" fmla="*/ 54991 w 421861"/>
                  <a:gd name="connsiteY0" fmla="*/ 788728 h 811160"/>
                  <a:gd name="connsiteX1" fmla="*/ 71659 w 421861"/>
                  <a:gd name="connsiteY1" fmla="*/ 562509 h 811160"/>
                  <a:gd name="connsiteX2" fmla="*/ 121666 w 421861"/>
                  <a:gd name="connsiteY2" fmla="*/ 538696 h 811160"/>
                  <a:gd name="connsiteX3" fmla="*/ 131191 w 421861"/>
                  <a:gd name="connsiteY3" fmla="*/ 479165 h 811160"/>
                  <a:gd name="connsiteX4" fmla="*/ 71659 w 421861"/>
                  <a:gd name="connsiteY4" fmla="*/ 410109 h 811160"/>
                  <a:gd name="connsiteX5" fmla="*/ 62134 w 421861"/>
                  <a:gd name="connsiteY5" fmla="*/ 341053 h 811160"/>
                  <a:gd name="connsiteX6" fmla="*/ 12128 w 421861"/>
                  <a:gd name="connsiteY6" fmla="*/ 279140 h 811160"/>
                  <a:gd name="connsiteX7" fmla="*/ 12128 w 421861"/>
                  <a:gd name="connsiteY7" fmla="*/ 171984 h 811160"/>
                  <a:gd name="connsiteX8" fmla="*/ 222 w 421861"/>
                  <a:gd name="connsiteY8" fmla="*/ 86259 h 811160"/>
                  <a:gd name="connsiteX9" fmla="*/ 24034 w 421861"/>
                  <a:gd name="connsiteY9" fmla="*/ 33871 h 811160"/>
                  <a:gd name="connsiteX10" fmla="*/ 83566 w 421861"/>
                  <a:gd name="connsiteY10" fmla="*/ 534 h 811160"/>
                  <a:gd name="connsiteX11" fmla="*/ 338359 w 421861"/>
                  <a:gd name="connsiteY11" fmla="*/ 60065 h 811160"/>
                  <a:gd name="connsiteX12" fmla="*/ 421703 w 421861"/>
                  <a:gd name="connsiteY12" fmla="*/ 176746 h 811160"/>
                  <a:gd name="connsiteX13" fmla="*/ 359791 w 421861"/>
                  <a:gd name="connsiteY13" fmla="*/ 205321 h 811160"/>
                  <a:gd name="connsiteX14" fmla="*/ 376459 w 421861"/>
                  <a:gd name="connsiteY14" fmla="*/ 210084 h 811160"/>
                  <a:gd name="connsiteX15" fmla="*/ 369316 w 421861"/>
                  <a:gd name="connsiteY15" fmla="*/ 271996 h 811160"/>
                  <a:gd name="connsiteX16" fmla="*/ 364553 w 421861"/>
                  <a:gd name="connsiteY16" fmla="*/ 379153 h 811160"/>
                  <a:gd name="connsiteX17" fmla="*/ 316928 w 421861"/>
                  <a:gd name="connsiteY17" fmla="*/ 362484 h 811160"/>
                  <a:gd name="connsiteX18" fmla="*/ 305022 w 421861"/>
                  <a:gd name="connsiteY18" fmla="*/ 414871 h 811160"/>
                  <a:gd name="connsiteX19" fmla="*/ 250253 w 421861"/>
                  <a:gd name="connsiteY19" fmla="*/ 467259 h 811160"/>
                  <a:gd name="connsiteX20" fmla="*/ 269303 w 421861"/>
                  <a:gd name="connsiteY20" fmla="*/ 495834 h 811160"/>
                  <a:gd name="connsiteX21" fmla="*/ 359791 w 421861"/>
                  <a:gd name="connsiteY21" fmla="*/ 593465 h 811160"/>
                  <a:gd name="connsiteX22" fmla="*/ 405034 w 421861"/>
                  <a:gd name="connsiteY22" fmla="*/ 679190 h 811160"/>
                  <a:gd name="connsiteX23" fmla="*/ 343122 w 421861"/>
                  <a:gd name="connsiteY23" fmla="*/ 791109 h 811160"/>
                  <a:gd name="connsiteX24" fmla="*/ 54991 w 421861"/>
                  <a:gd name="connsiteY24" fmla="*/ 788728 h 81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21861" h="811160">
                    <a:moveTo>
                      <a:pt x="54991" y="788728"/>
                    </a:moveTo>
                    <a:cubicBezTo>
                      <a:pt x="9747" y="750628"/>
                      <a:pt x="60547" y="604181"/>
                      <a:pt x="71659" y="562509"/>
                    </a:cubicBezTo>
                    <a:cubicBezTo>
                      <a:pt x="82771" y="520837"/>
                      <a:pt x="111744" y="552587"/>
                      <a:pt x="121666" y="538696"/>
                    </a:cubicBezTo>
                    <a:cubicBezTo>
                      <a:pt x="131588" y="524805"/>
                      <a:pt x="139526" y="500596"/>
                      <a:pt x="131191" y="479165"/>
                    </a:cubicBezTo>
                    <a:cubicBezTo>
                      <a:pt x="122856" y="457734"/>
                      <a:pt x="83169" y="433128"/>
                      <a:pt x="71659" y="410109"/>
                    </a:cubicBezTo>
                    <a:cubicBezTo>
                      <a:pt x="60150" y="387090"/>
                      <a:pt x="72056" y="362881"/>
                      <a:pt x="62134" y="341053"/>
                    </a:cubicBezTo>
                    <a:cubicBezTo>
                      <a:pt x="52212" y="319225"/>
                      <a:pt x="20462" y="307318"/>
                      <a:pt x="12128" y="279140"/>
                    </a:cubicBezTo>
                    <a:cubicBezTo>
                      <a:pt x="3794" y="250962"/>
                      <a:pt x="14112" y="204131"/>
                      <a:pt x="12128" y="171984"/>
                    </a:cubicBezTo>
                    <a:cubicBezTo>
                      <a:pt x="10144" y="139837"/>
                      <a:pt x="-1762" y="109278"/>
                      <a:pt x="222" y="86259"/>
                    </a:cubicBezTo>
                    <a:cubicBezTo>
                      <a:pt x="2206" y="63240"/>
                      <a:pt x="10143" y="48158"/>
                      <a:pt x="24034" y="33871"/>
                    </a:cubicBezTo>
                    <a:cubicBezTo>
                      <a:pt x="37925" y="19583"/>
                      <a:pt x="31179" y="-3832"/>
                      <a:pt x="83566" y="534"/>
                    </a:cubicBezTo>
                    <a:cubicBezTo>
                      <a:pt x="135953" y="4900"/>
                      <a:pt x="282003" y="30696"/>
                      <a:pt x="338359" y="60065"/>
                    </a:cubicBezTo>
                    <a:cubicBezTo>
                      <a:pt x="394715" y="89434"/>
                      <a:pt x="418131" y="152537"/>
                      <a:pt x="421703" y="176746"/>
                    </a:cubicBezTo>
                    <a:cubicBezTo>
                      <a:pt x="425275" y="200955"/>
                      <a:pt x="367332" y="199765"/>
                      <a:pt x="359791" y="205321"/>
                    </a:cubicBezTo>
                    <a:cubicBezTo>
                      <a:pt x="352250" y="210877"/>
                      <a:pt x="374872" y="198972"/>
                      <a:pt x="376459" y="210084"/>
                    </a:cubicBezTo>
                    <a:cubicBezTo>
                      <a:pt x="378046" y="221196"/>
                      <a:pt x="371300" y="243818"/>
                      <a:pt x="369316" y="271996"/>
                    </a:cubicBezTo>
                    <a:cubicBezTo>
                      <a:pt x="367332" y="300174"/>
                      <a:pt x="373284" y="364072"/>
                      <a:pt x="364553" y="379153"/>
                    </a:cubicBezTo>
                    <a:cubicBezTo>
                      <a:pt x="355822" y="394234"/>
                      <a:pt x="326850" y="356531"/>
                      <a:pt x="316928" y="362484"/>
                    </a:cubicBezTo>
                    <a:cubicBezTo>
                      <a:pt x="307006" y="368437"/>
                      <a:pt x="316134" y="397409"/>
                      <a:pt x="305022" y="414871"/>
                    </a:cubicBezTo>
                    <a:cubicBezTo>
                      <a:pt x="293910" y="432333"/>
                      <a:pt x="256206" y="453765"/>
                      <a:pt x="250253" y="467259"/>
                    </a:cubicBezTo>
                    <a:cubicBezTo>
                      <a:pt x="244300" y="480753"/>
                      <a:pt x="251047" y="474800"/>
                      <a:pt x="269303" y="495834"/>
                    </a:cubicBezTo>
                    <a:cubicBezTo>
                      <a:pt x="287559" y="516868"/>
                      <a:pt x="337169" y="562906"/>
                      <a:pt x="359791" y="593465"/>
                    </a:cubicBezTo>
                    <a:cubicBezTo>
                      <a:pt x="382413" y="624024"/>
                      <a:pt x="407812" y="646250"/>
                      <a:pt x="405034" y="679190"/>
                    </a:cubicBezTo>
                    <a:cubicBezTo>
                      <a:pt x="402256" y="712130"/>
                      <a:pt x="397891" y="773647"/>
                      <a:pt x="343122" y="791109"/>
                    </a:cubicBezTo>
                    <a:cubicBezTo>
                      <a:pt x="288353" y="808571"/>
                      <a:pt x="100235" y="826828"/>
                      <a:pt x="54991" y="788728"/>
                    </a:cubicBezTo>
                    <a:close/>
                  </a:path>
                </a:pathLst>
              </a:custGeom>
              <a:solidFill>
                <a:srgbClr val="7030A0">
                  <a:alpha val="50196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052" name="ZoneTexte 1051">
              <a:extLst>
                <a:ext uri="{FF2B5EF4-FFF2-40B4-BE49-F238E27FC236}">
                  <a16:creationId xmlns:a16="http://schemas.microsoft.com/office/drawing/2014/main" id="{A7F716EE-D441-49B5-85C4-6B998096F81A}"/>
                </a:ext>
              </a:extLst>
            </p:cNvPr>
            <p:cNvSpPr txBox="1"/>
            <p:nvPr/>
          </p:nvSpPr>
          <p:spPr>
            <a:xfrm>
              <a:off x="8780104" y="1301961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8CA2470A-3DAE-3CF6-DAFE-0E12A8B29355}"/>
              </a:ext>
            </a:extLst>
          </p:cNvPr>
          <p:cNvSpPr txBox="1"/>
          <p:nvPr/>
        </p:nvSpPr>
        <p:spPr>
          <a:xfrm>
            <a:off x="2311905" y="533667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408568B-EB7B-D716-4243-3E0A7C5B10AF}"/>
              </a:ext>
            </a:extLst>
          </p:cNvPr>
          <p:cNvSpPr txBox="1"/>
          <p:nvPr/>
        </p:nvSpPr>
        <p:spPr>
          <a:xfrm>
            <a:off x="2560370" y="977135"/>
            <a:ext cx="65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b="1" dirty="0">
                <a:solidFill>
                  <a:schemeClr val="accent2"/>
                </a:solidFill>
              </a:rPr>
              <a:t>17h30</a:t>
            </a:r>
          </a:p>
        </p:txBody>
      </p:sp>
      <p:cxnSp>
        <p:nvCxnSpPr>
          <p:cNvPr id="42" name="Connecteur : en angle 41">
            <a:extLst>
              <a:ext uri="{FF2B5EF4-FFF2-40B4-BE49-F238E27FC236}">
                <a16:creationId xmlns:a16="http://schemas.microsoft.com/office/drawing/2014/main" id="{1E826BC5-0E43-2CF9-8D73-F0653C86049A}"/>
              </a:ext>
            </a:extLst>
          </p:cNvPr>
          <p:cNvCxnSpPr>
            <a:cxnSpLocks/>
          </p:cNvCxnSpPr>
          <p:nvPr/>
        </p:nvCxnSpPr>
        <p:spPr>
          <a:xfrm>
            <a:off x="3065013" y="638436"/>
            <a:ext cx="1326110" cy="343320"/>
          </a:xfrm>
          <a:prstGeom prst="bentConnector3">
            <a:avLst>
              <a:gd name="adj1" fmla="val 301114"/>
            </a:avLst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4526768B-9ABD-2EE5-13F9-FB3CA88D7CA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309940" y="638436"/>
            <a:ext cx="1044808" cy="344462"/>
          </a:xfrm>
          <a:prstGeom prst="bentConnector3">
            <a:avLst>
              <a:gd name="adj1" fmla="val 298740"/>
            </a:avLst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C9193792-62F2-B6EF-0611-2A0DA26B9086}"/>
              </a:ext>
            </a:extLst>
          </p:cNvPr>
          <p:cNvGrpSpPr/>
          <p:nvPr/>
        </p:nvGrpSpPr>
        <p:grpSpPr>
          <a:xfrm>
            <a:off x="2418526" y="372631"/>
            <a:ext cx="278415" cy="410049"/>
            <a:chOff x="4693615" y="1216747"/>
            <a:chExt cx="628062" cy="907054"/>
          </a:xfrm>
        </p:grpSpPr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E57E894E-8F36-F3C8-E789-14E6BB7A5943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55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963DA330-5AFA-574E-A49D-A6CA69FA1E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6" name="Forme libre : forme 55">
                <a:extLst>
                  <a:ext uri="{FF2B5EF4-FFF2-40B4-BE49-F238E27FC236}">
                    <a16:creationId xmlns:a16="http://schemas.microsoft.com/office/drawing/2014/main" id="{09522377-D599-3645-FDF6-1A9E6657DC1F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FB5ED4C1-5B54-0669-F90A-4F35A74E4F11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3B411B19-8F4C-0683-D3AA-41CEAB246A9D}"/>
              </a:ext>
            </a:extLst>
          </p:cNvPr>
          <p:cNvGrpSpPr/>
          <p:nvPr/>
        </p:nvGrpSpPr>
        <p:grpSpPr>
          <a:xfrm>
            <a:off x="2422150" y="801430"/>
            <a:ext cx="278415" cy="410049"/>
            <a:chOff x="4693615" y="1216747"/>
            <a:chExt cx="628062" cy="907054"/>
          </a:xfrm>
        </p:grpSpPr>
        <p:grpSp>
          <p:nvGrpSpPr>
            <p:cNvPr id="58" name="Groupe 57">
              <a:extLst>
                <a:ext uri="{FF2B5EF4-FFF2-40B4-BE49-F238E27FC236}">
                  <a16:creationId xmlns:a16="http://schemas.microsoft.com/office/drawing/2014/main" id="{DD549114-D238-1B5D-B504-0F4B25D3741D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60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117B9CF5-CBB3-A10F-0183-C7F53B17E9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1" name="Forme libre : forme 60">
                <a:extLst>
                  <a:ext uri="{FF2B5EF4-FFF2-40B4-BE49-F238E27FC236}">
                    <a16:creationId xmlns:a16="http://schemas.microsoft.com/office/drawing/2014/main" id="{66D77DDF-7D16-A910-E7F2-9F7BA9A2169D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6E29C2FB-8AC1-A8B1-4174-958709CFFA6E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sp>
        <p:nvSpPr>
          <p:cNvPr id="62" name="ZoneTexte 61">
            <a:extLst>
              <a:ext uri="{FF2B5EF4-FFF2-40B4-BE49-F238E27FC236}">
                <a16:creationId xmlns:a16="http://schemas.microsoft.com/office/drawing/2014/main" id="{ED802D66-3CA1-7519-CCD0-A3E99DF1C456}"/>
              </a:ext>
            </a:extLst>
          </p:cNvPr>
          <p:cNvSpPr txBox="1"/>
          <p:nvPr/>
        </p:nvSpPr>
        <p:spPr>
          <a:xfrm>
            <a:off x="11572984" y="502027"/>
            <a:ext cx="614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8h</a:t>
            </a:r>
          </a:p>
        </p:txBody>
      </p:sp>
      <p:sp>
        <p:nvSpPr>
          <p:cNvPr id="1024" name="ZoneTexte 1023">
            <a:extLst>
              <a:ext uri="{FF2B5EF4-FFF2-40B4-BE49-F238E27FC236}">
                <a16:creationId xmlns:a16="http://schemas.microsoft.com/office/drawing/2014/main" id="{58C69282-6759-05B9-A1A3-4C65D49F2F53}"/>
              </a:ext>
            </a:extLst>
          </p:cNvPr>
          <p:cNvSpPr txBox="1"/>
          <p:nvPr/>
        </p:nvSpPr>
        <p:spPr>
          <a:xfrm>
            <a:off x="11347601" y="989929"/>
            <a:ext cx="651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15h10</a:t>
            </a:r>
          </a:p>
        </p:txBody>
      </p:sp>
      <p:grpSp>
        <p:nvGrpSpPr>
          <p:cNvPr id="1025" name="Groupe 1024">
            <a:extLst>
              <a:ext uri="{FF2B5EF4-FFF2-40B4-BE49-F238E27FC236}">
                <a16:creationId xmlns:a16="http://schemas.microsoft.com/office/drawing/2014/main" id="{6025D32B-6D21-F461-58E5-A30A882BDAFA}"/>
              </a:ext>
            </a:extLst>
          </p:cNvPr>
          <p:cNvGrpSpPr/>
          <p:nvPr/>
        </p:nvGrpSpPr>
        <p:grpSpPr>
          <a:xfrm>
            <a:off x="11918273" y="372904"/>
            <a:ext cx="255230" cy="406122"/>
            <a:chOff x="5633373" y="1227577"/>
            <a:chExt cx="575763" cy="898368"/>
          </a:xfrm>
        </p:grpSpPr>
        <p:grpSp>
          <p:nvGrpSpPr>
            <p:cNvPr id="1031" name="Groupe 1030">
              <a:extLst>
                <a:ext uri="{FF2B5EF4-FFF2-40B4-BE49-F238E27FC236}">
                  <a16:creationId xmlns:a16="http://schemas.microsoft.com/office/drawing/2014/main" id="{164F928B-951F-E1DA-2BC3-3B8E5F683179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34" name="Image 1033">
                <a:extLst>
                  <a:ext uri="{FF2B5EF4-FFF2-40B4-BE49-F238E27FC236}">
                    <a16:creationId xmlns:a16="http://schemas.microsoft.com/office/drawing/2014/main" id="{645F2C50-4ABC-439E-B056-C64963BBF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35" name="Forme libre : forme 1034">
                <a:extLst>
                  <a:ext uri="{FF2B5EF4-FFF2-40B4-BE49-F238E27FC236}">
                    <a16:creationId xmlns:a16="http://schemas.microsoft.com/office/drawing/2014/main" id="{E713CB7E-A5D9-6F2B-84EF-CCAA77547DDA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32" name="ZoneTexte 1031">
              <a:extLst>
                <a:ext uri="{FF2B5EF4-FFF2-40B4-BE49-F238E27FC236}">
                  <a16:creationId xmlns:a16="http://schemas.microsoft.com/office/drawing/2014/main" id="{7BA5D8A9-E9B8-EA42-F164-8C4D4C601BC0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036" name="Groupe 1035">
            <a:extLst>
              <a:ext uri="{FF2B5EF4-FFF2-40B4-BE49-F238E27FC236}">
                <a16:creationId xmlns:a16="http://schemas.microsoft.com/office/drawing/2014/main" id="{F0674D44-4AA5-206C-AE2E-0A91DA25FB4A}"/>
              </a:ext>
            </a:extLst>
          </p:cNvPr>
          <p:cNvGrpSpPr/>
          <p:nvPr/>
        </p:nvGrpSpPr>
        <p:grpSpPr>
          <a:xfrm>
            <a:off x="11903820" y="782552"/>
            <a:ext cx="255230" cy="406122"/>
            <a:chOff x="5633373" y="1227577"/>
            <a:chExt cx="575763" cy="898368"/>
          </a:xfrm>
        </p:grpSpPr>
        <p:grpSp>
          <p:nvGrpSpPr>
            <p:cNvPr id="1037" name="Groupe 1036">
              <a:extLst>
                <a:ext uri="{FF2B5EF4-FFF2-40B4-BE49-F238E27FC236}">
                  <a16:creationId xmlns:a16="http://schemas.microsoft.com/office/drawing/2014/main" id="{F5726FFE-2430-2487-F16C-7133A8CFC121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39" name="Image 1038">
                <a:extLst>
                  <a:ext uri="{FF2B5EF4-FFF2-40B4-BE49-F238E27FC236}">
                    <a16:creationId xmlns:a16="http://schemas.microsoft.com/office/drawing/2014/main" id="{3771298B-F6B2-C407-D3B5-56210CC368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65" name="Forme libre : forme 1064">
                <a:extLst>
                  <a:ext uri="{FF2B5EF4-FFF2-40B4-BE49-F238E27FC236}">
                    <a16:creationId xmlns:a16="http://schemas.microsoft.com/office/drawing/2014/main" id="{94DBD89F-D9F9-3B16-1F42-D04B93EFABB2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38" name="ZoneTexte 1037">
              <a:extLst>
                <a:ext uri="{FF2B5EF4-FFF2-40B4-BE49-F238E27FC236}">
                  <a16:creationId xmlns:a16="http://schemas.microsoft.com/office/drawing/2014/main" id="{7C6E9BBE-EDC9-589E-C580-5F6B7BD4F367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066" name="Groupe 1065">
            <a:extLst>
              <a:ext uri="{FF2B5EF4-FFF2-40B4-BE49-F238E27FC236}">
                <a16:creationId xmlns:a16="http://schemas.microsoft.com/office/drawing/2014/main" id="{81073FE2-83FC-188C-873F-6148B99215F0}"/>
              </a:ext>
            </a:extLst>
          </p:cNvPr>
          <p:cNvGrpSpPr/>
          <p:nvPr/>
        </p:nvGrpSpPr>
        <p:grpSpPr>
          <a:xfrm>
            <a:off x="3297023" y="1490935"/>
            <a:ext cx="278415" cy="410049"/>
            <a:chOff x="4693615" y="1216747"/>
            <a:chExt cx="628062" cy="907054"/>
          </a:xfrm>
        </p:grpSpPr>
        <p:grpSp>
          <p:nvGrpSpPr>
            <p:cNvPr id="1067" name="Groupe 1066">
              <a:extLst>
                <a:ext uri="{FF2B5EF4-FFF2-40B4-BE49-F238E27FC236}">
                  <a16:creationId xmlns:a16="http://schemas.microsoft.com/office/drawing/2014/main" id="{1397A93A-F5B5-5C08-01AF-906AB3E4B470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1069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8CE596A9-9A39-3D04-C4DD-FA0715C233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70" name="Forme libre : forme 1069">
                <a:extLst>
                  <a:ext uri="{FF2B5EF4-FFF2-40B4-BE49-F238E27FC236}">
                    <a16:creationId xmlns:a16="http://schemas.microsoft.com/office/drawing/2014/main" id="{13C7A4CE-1007-93DF-C8B7-2589EC234369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68" name="ZoneTexte 1067">
              <a:extLst>
                <a:ext uri="{FF2B5EF4-FFF2-40B4-BE49-F238E27FC236}">
                  <a16:creationId xmlns:a16="http://schemas.microsoft.com/office/drawing/2014/main" id="{35B3F1E8-A801-F032-263B-5B64D5A9AFAB}"/>
                </a:ext>
              </a:extLst>
            </p:cNvPr>
            <p:cNvSpPr txBox="1"/>
            <p:nvPr/>
          </p:nvSpPr>
          <p:spPr>
            <a:xfrm>
              <a:off x="4768482" y="1216747"/>
              <a:ext cx="393280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1071" name="Groupe 1070">
            <a:extLst>
              <a:ext uri="{FF2B5EF4-FFF2-40B4-BE49-F238E27FC236}">
                <a16:creationId xmlns:a16="http://schemas.microsoft.com/office/drawing/2014/main" id="{59A33F2E-4D9F-44B9-A46D-71B85DF58B74}"/>
              </a:ext>
            </a:extLst>
          </p:cNvPr>
          <p:cNvGrpSpPr/>
          <p:nvPr/>
        </p:nvGrpSpPr>
        <p:grpSpPr>
          <a:xfrm>
            <a:off x="3660655" y="1494941"/>
            <a:ext cx="255230" cy="406122"/>
            <a:chOff x="5633373" y="1227577"/>
            <a:chExt cx="575763" cy="898368"/>
          </a:xfrm>
        </p:grpSpPr>
        <p:grpSp>
          <p:nvGrpSpPr>
            <p:cNvPr id="1072" name="Groupe 1071">
              <a:extLst>
                <a:ext uri="{FF2B5EF4-FFF2-40B4-BE49-F238E27FC236}">
                  <a16:creationId xmlns:a16="http://schemas.microsoft.com/office/drawing/2014/main" id="{60FA5FB2-6D22-1906-CA27-9DF7F8CB6DA8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1074" name="Image 1073">
                <a:extLst>
                  <a:ext uri="{FF2B5EF4-FFF2-40B4-BE49-F238E27FC236}">
                    <a16:creationId xmlns:a16="http://schemas.microsoft.com/office/drawing/2014/main" id="{B7E53697-2E47-FA27-30E1-685C91C110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1075" name="Forme libre : forme 1074">
                <a:extLst>
                  <a:ext uri="{FF2B5EF4-FFF2-40B4-BE49-F238E27FC236}">
                    <a16:creationId xmlns:a16="http://schemas.microsoft.com/office/drawing/2014/main" id="{627A1422-F022-5D3B-9F58-A3413650A50E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73" name="ZoneTexte 1072">
              <a:extLst>
                <a:ext uri="{FF2B5EF4-FFF2-40B4-BE49-F238E27FC236}">
                  <a16:creationId xmlns:a16="http://schemas.microsoft.com/office/drawing/2014/main" id="{0AB241DC-1DBB-836C-F61B-F46085055E69}"/>
                </a:ext>
              </a:extLst>
            </p:cNvPr>
            <p:cNvSpPr txBox="1"/>
            <p:nvPr/>
          </p:nvSpPr>
          <p:spPr>
            <a:xfrm>
              <a:off x="5684342" y="1227577"/>
              <a:ext cx="393280" cy="680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076" name="Groupe 1075">
            <a:extLst>
              <a:ext uri="{FF2B5EF4-FFF2-40B4-BE49-F238E27FC236}">
                <a16:creationId xmlns:a16="http://schemas.microsoft.com/office/drawing/2014/main" id="{87AC879F-5646-76FB-6553-20EE56F18DBF}"/>
              </a:ext>
            </a:extLst>
          </p:cNvPr>
          <p:cNvGrpSpPr/>
          <p:nvPr/>
        </p:nvGrpSpPr>
        <p:grpSpPr>
          <a:xfrm>
            <a:off x="3983236" y="1486700"/>
            <a:ext cx="274344" cy="408589"/>
            <a:chOff x="6389138" y="1222598"/>
            <a:chExt cx="618881" cy="903824"/>
          </a:xfrm>
        </p:grpSpPr>
        <p:grpSp>
          <p:nvGrpSpPr>
            <p:cNvPr id="1077" name="Groupe 1076">
              <a:extLst>
                <a:ext uri="{FF2B5EF4-FFF2-40B4-BE49-F238E27FC236}">
                  <a16:creationId xmlns:a16="http://schemas.microsoft.com/office/drawing/2014/main" id="{4E3013AD-049E-29C5-AB26-CE0654476AAE}"/>
                </a:ext>
              </a:extLst>
            </p:cNvPr>
            <p:cNvGrpSpPr/>
            <p:nvPr/>
          </p:nvGrpSpPr>
          <p:grpSpPr>
            <a:xfrm>
              <a:off x="6389138" y="1222598"/>
              <a:ext cx="618881" cy="903824"/>
              <a:chOff x="6389138" y="1222598"/>
              <a:chExt cx="618881" cy="903824"/>
            </a:xfrm>
          </p:grpSpPr>
          <p:pic>
            <p:nvPicPr>
              <p:cNvPr id="1079" name="Picture 6" descr="Illustration de chauffeur d'autobus scolaire. | Vecteur Premium">
                <a:extLst>
                  <a:ext uri="{FF2B5EF4-FFF2-40B4-BE49-F238E27FC236}">
                    <a16:creationId xmlns:a16="http://schemas.microsoft.com/office/drawing/2014/main" id="{12DC8758-21A1-7D7A-493B-83BD51FC70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10000" b="90000" l="10000" r="90000">
                            <a14:foregroundMark x1="69169" y1="10064" x2="69169" y2="10064"/>
                            <a14:backgroundMark x1="50799" y1="13419" x2="42492" y2="96645"/>
                            <a14:backgroundMark x1="42492" y1="96645" x2="42492" y2="96645"/>
                            <a14:backgroundMark x1="55112" y1="11022" x2="54792" y2="77636"/>
                            <a14:backgroundMark x1="57188" y1="72684" x2="57188" y2="72684"/>
                            <a14:backgroundMark x1="57508" y1="72364" x2="59105" y2="81310"/>
                            <a14:backgroundMark x1="65176" y1="73003" x2="65815" y2="78275"/>
                            <a14:backgroundMark x1="65495" y1="68371" x2="66134" y2="69649"/>
                            <a14:backgroundMark x1="77476" y1="66613" x2="80831" y2="79073"/>
                            <a14:backgroundMark x1="77796" y1="70607" x2="77796" y2="84345"/>
                            <a14:backgroundMark x1="75879" y1="80671" x2="75879" y2="80671"/>
                            <a14:backgroundMark x1="74760" y1="76358" x2="75399" y2="81949"/>
                            <a14:backgroundMark x1="75080" y1="82268" x2="74441" y2="84026"/>
                            <a14:backgroundMark x1="74121" y1="83067" x2="74121" y2="77955"/>
                            <a14:backgroundMark x1="78115" y1="66933" x2="79553" y2="62620"/>
                            <a14:backgroundMark x1="79073" y1="59744" x2="79073" y2="59744"/>
                            <a14:backgroundMark x1="76837" y1="64058" x2="75559" y2="64058"/>
                            <a14:backgroundMark x1="75399" y1="49042" x2="75559" y2="53355"/>
                            <a14:backgroundMark x1="77476" y1="40735" x2="77476" y2="40735"/>
                            <a14:backgroundMark x1="83546" y1="35304" x2="82109" y2="43610"/>
                            <a14:backgroundMark x1="56550" y1="31949" x2="56550" y2="31949"/>
                            <a14:backgroundMark x1="58147" y1="32748" x2="58147" y2="32748"/>
                            <a14:backgroundMark x1="56869" y1="30351" x2="57508" y2="36741"/>
                            <a14:backgroundMark x1="57508" y1="30351" x2="58147" y2="31310"/>
                            <a14:backgroundMark x1="58147" y1="31310" x2="58147" y2="32588"/>
                            <a14:backgroundMark x1="58147" y1="32588" x2="58147" y2="32588"/>
                            <a14:backgroundMark x1="57827" y1="47604" x2="56070" y2="56390"/>
                            <a14:backgroundMark x1="58786" y1="48722" x2="60064" y2="54313"/>
                            <a14:backgroundMark x1="60064" y1="53994" x2="60064" y2="53994"/>
                            <a14:backgroundMark x1="60064" y1="50958" x2="61182" y2="50958"/>
                            <a14:backgroundMark x1="61182" y1="50958" x2="61182" y2="509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91" r="10388" b="44795"/>
              <a:stretch/>
            </p:blipFill>
            <p:spPr bwMode="auto">
              <a:xfrm>
                <a:off x="6389138" y="1222598"/>
                <a:ext cx="618881" cy="900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80" name="Forme libre : forme 1079">
                <a:extLst>
                  <a:ext uri="{FF2B5EF4-FFF2-40B4-BE49-F238E27FC236}">
                    <a16:creationId xmlns:a16="http://schemas.microsoft.com/office/drawing/2014/main" id="{FB290570-55E4-375A-6138-F3511C9F55A8}"/>
                  </a:ext>
                </a:extLst>
              </p:cNvPr>
              <p:cNvSpPr/>
              <p:nvPr/>
            </p:nvSpPr>
            <p:spPr>
              <a:xfrm>
                <a:off x="6459846" y="1340173"/>
                <a:ext cx="469806" cy="786249"/>
              </a:xfrm>
              <a:custGeom>
                <a:avLst/>
                <a:gdLst>
                  <a:gd name="connsiteX0" fmla="*/ 62142 w 469806"/>
                  <a:gd name="connsiteY0" fmla="*/ 780016 h 786249"/>
                  <a:gd name="connsiteX1" fmla="*/ 103417 w 469806"/>
                  <a:gd name="connsiteY1" fmla="*/ 694291 h 786249"/>
                  <a:gd name="connsiteX2" fmla="*/ 87542 w 469806"/>
                  <a:gd name="connsiteY2" fmla="*/ 624441 h 786249"/>
                  <a:gd name="connsiteX3" fmla="*/ 122467 w 469806"/>
                  <a:gd name="connsiteY3" fmla="*/ 513316 h 786249"/>
                  <a:gd name="connsiteX4" fmla="*/ 39917 w 469806"/>
                  <a:gd name="connsiteY4" fmla="*/ 487916 h 786249"/>
                  <a:gd name="connsiteX5" fmla="*/ 65317 w 469806"/>
                  <a:gd name="connsiteY5" fmla="*/ 237091 h 786249"/>
                  <a:gd name="connsiteX6" fmla="*/ 27217 w 469806"/>
                  <a:gd name="connsiteY6" fmla="*/ 198991 h 786249"/>
                  <a:gd name="connsiteX7" fmla="*/ 1817 w 469806"/>
                  <a:gd name="connsiteY7" fmla="*/ 62466 h 786249"/>
                  <a:gd name="connsiteX8" fmla="*/ 78017 w 469806"/>
                  <a:gd name="connsiteY8" fmla="*/ 2141 h 786249"/>
                  <a:gd name="connsiteX9" fmla="*/ 246292 w 469806"/>
                  <a:gd name="connsiteY9" fmla="*/ 21191 h 786249"/>
                  <a:gd name="connsiteX10" fmla="*/ 395517 w 469806"/>
                  <a:gd name="connsiteY10" fmla="*/ 94216 h 786249"/>
                  <a:gd name="connsiteX11" fmla="*/ 443142 w 469806"/>
                  <a:gd name="connsiteY11" fmla="*/ 173591 h 786249"/>
                  <a:gd name="connsiteX12" fmla="*/ 395517 w 469806"/>
                  <a:gd name="connsiteY12" fmla="*/ 214866 h 786249"/>
                  <a:gd name="connsiteX13" fmla="*/ 420917 w 469806"/>
                  <a:gd name="connsiteY13" fmla="*/ 303766 h 786249"/>
                  <a:gd name="connsiteX14" fmla="*/ 411392 w 469806"/>
                  <a:gd name="connsiteY14" fmla="*/ 484741 h 786249"/>
                  <a:gd name="connsiteX15" fmla="*/ 306617 w 469806"/>
                  <a:gd name="connsiteY15" fmla="*/ 526016 h 786249"/>
                  <a:gd name="connsiteX16" fmla="*/ 401867 w 469806"/>
                  <a:gd name="connsiteY16" fmla="*/ 605391 h 786249"/>
                  <a:gd name="connsiteX17" fmla="*/ 468542 w 469806"/>
                  <a:gd name="connsiteY17" fmla="*/ 716516 h 786249"/>
                  <a:gd name="connsiteX18" fmla="*/ 411392 w 469806"/>
                  <a:gd name="connsiteY18" fmla="*/ 773666 h 786249"/>
                  <a:gd name="connsiteX19" fmla="*/ 62142 w 469806"/>
                  <a:gd name="connsiteY19" fmla="*/ 780016 h 78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69806" h="786249">
                    <a:moveTo>
                      <a:pt x="62142" y="780016"/>
                    </a:moveTo>
                    <a:cubicBezTo>
                      <a:pt x="10813" y="766787"/>
                      <a:pt x="99184" y="720220"/>
                      <a:pt x="103417" y="694291"/>
                    </a:cubicBezTo>
                    <a:cubicBezTo>
                      <a:pt x="107650" y="668362"/>
                      <a:pt x="84367" y="654604"/>
                      <a:pt x="87542" y="624441"/>
                    </a:cubicBezTo>
                    <a:cubicBezTo>
                      <a:pt x="90717" y="594278"/>
                      <a:pt x="130405" y="536070"/>
                      <a:pt x="122467" y="513316"/>
                    </a:cubicBezTo>
                    <a:cubicBezTo>
                      <a:pt x="114530" y="490562"/>
                      <a:pt x="49442" y="533953"/>
                      <a:pt x="39917" y="487916"/>
                    </a:cubicBezTo>
                    <a:cubicBezTo>
                      <a:pt x="30392" y="441878"/>
                      <a:pt x="67434" y="285245"/>
                      <a:pt x="65317" y="237091"/>
                    </a:cubicBezTo>
                    <a:cubicBezTo>
                      <a:pt x="63200" y="188937"/>
                      <a:pt x="37800" y="228095"/>
                      <a:pt x="27217" y="198991"/>
                    </a:cubicBezTo>
                    <a:cubicBezTo>
                      <a:pt x="16634" y="169887"/>
                      <a:pt x="-6650" y="95274"/>
                      <a:pt x="1817" y="62466"/>
                    </a:cubicBezTo>
                    <a:cubicBezTo>
                      <a:pt x="10284" y="29658"/>
                      <a:pt x="37271" y="9020"/>
                      <a:pt x="78017" y="2141"/>
                    </a:cubicBezTo>
                    <a:cubicBezTo>
                      <a:pt x="118763" y="-4738"/>
                      <a:pt x="193375" y="5845"/>
                      <a:pt x="246292" y="21191"/>
                    </a:cubicBezTo>
                    <a:cubicBezTo>
                      <a:pt x="299209" y="36537"/>
                      <a:pt x="362709" y="68816"/>
                      <a:pt x="395517" y="94216"/>
                    </a:cubicBezTo>
                    <a:cubicBezTo>
                      <a:pt x="428325" y="119616"/>
                      <a:pt x="443142" y="153483"/>
                      <a:pt x="443142" y="173591"/>
                    </a:cubicBezTo>
                    <a:cubicBezTo>
                      <a:pt x="443142" y="193699"/>
                      <a:pt x="399221" y="193170"/>
                      <a:pt x="395517" y="214866"/>
                    </a:cubicBezTo>
                    <a:cubicBezTo>
                      <a:pt x="391813" y="236562"/>
                      <a:pt x="418271" y="258787"/>
                      <a:pt x="420917" y="303766"/>
                    </a:cubicBezTo>
                    <a:cubicBezTo>
                      <a:pt x="423563" y="348745"/>
                      <a:pt x="430442" y="447699"/>
                      <a:pt x="411392" y="484741"/>
                    </a:cubicBezTo>
                    <a:cubicBezTo>
                      <a:pt x="392342" y="521783"/>
                      <a:pt x="308205" y="505908"/>
                      <a:pt x="306617" y="526016"/>
                    </a:cubicBezTo>
                    <a:cubicBezTo>
                      <a:pt x="305030" y="546124"/>
                      <a:pt x="374880" y="573641"/>
                      <a:pt x="401867" y="605391"/>
                    </a:cubicBezTo>
                    <a:cubicBezTo>
                      <a:pt x="428854" y="637141"/>
                      <a:pt x="466955" y="688470"/>
                      <a:pt x="468542" y="716516"/>
                    </a:cubicBezTo>
                    <a:cubicBezTo>
                      <a:pt x="470129" y="744562"/>
                      <a:pt x="479125" y="764670"/>
                      <a:pt x="411392" y="773666"/>
                    </a:cubicBezTo>
                    <a:cubicBezTo>
                      <a:pt x="343659" y="782662"/>
                      <a:pt x="113471" y="793245"/>
                      <a:pt x="62142" y="780016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</p:grpSp>
        <p:sp>
          <p:nvSpPr>
            <p:cNvPr id="1078" name="ZoneTexte 1077">
              <a:extLst>
                <a:ext uri="{FF2B5EF4-FFF2-40B4-BE49-F238E27FC236}">
                  <a16:creationId xmlns:a16="http://schemas.microsoft.com/office/drawing/2014/main" id="{BA536F51-C6C8-4A75-1F9A-D0CB59A23AC6}"/>
                </a:ext>
              </a:extLst>
            </p:cNvPr>
            <p:cNvSpPr txBox="1"/>
            <p:nvPr/>
          </p:nvSpPr>
          <p:spPr>
            <a:xfrm>
              <a:off x="6463787" y="1281364"/>
              <a:ext cx="393279" cy="680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grpSp>
        <p:nvGrpSpPr>
          <p:cNvPr id="1081" name="Groupe 1080">
            <a:extLst>
              <a:ext uri="{FF2B5EF4-FFF2-40B4-BE49-F238E27FC236}">
                <a16:creationId xmlns:a16="http://schemas.microsoft.com/office/drawing/2014/main" id="{42A61457-07C4-395D-3FE2-ED4068801316}"/>
              </a:ext>
            </a:extLst>
          </p:cNvPr>
          <p:cNvGrpSpPr/>
          <p:nvPr/>
        </p:nvGrpSpPr>
        <p:grpSpPr>
          <a:xfrm>
            <a:off x="4333442" y="1505025"/>
            <a:ext cx="308831" cy="385251"/>
            <a:chOff x="7205187" y="1274964"/>
            <a:chExt cx="696677" cy="852197"/>
          </a:xfrm>
        </p:grpSpPr>
        <p:grpSp>
          <p:nvGrpSpPr>
            <p:cNvPr id="1082" name="Groupe 1081">
              <a:extLst>
                <a:ext uri="{FF2B5EF4-FFF2-40B4-BE49-F238E27FC236}">
                  <a16:creationId xmlns:a16="http://schemas.microsoft.com/office/drawing/2014/main" id="{3D0ADE61-2851-1B03-6A3C-6199D1E602B6}"/>
                </a:ext>
              </a:extLst>
            </p:cNvPr>
            <p:cNvGrpSpPr/>
            <p:nvPr/>
          </p:nvGrpSpPr>
          <p:grpSpPr>
            <a:xfrm>
              <a:off x="7205187" y="1310923"/>
              <a:ext cx="696677" cy="816238"/>
              <a:chOff x="6683949" y="1330684"/>
              <a:chExt cx="696677" cy="816238"/>
            </a:xfrm>
          </p:grpSpPr>
          <p:pic>
            <p:nvPicPr>
              <p:cNvPr id="1084" name="Picture 2" descr="Illustration De Vecteur De Chauffeur D'autobus Scolaire Illustration de  Vecteur - Illustration of ville, homme: 87254230">
                <a:extLst>
                  <a:ext uri="{FF2B5EF4-FFF2-40B4-BE49-F238E27FC236}">
                    <a16:creationId xmlns:a16="http://schemas.microsoft.com/office/drawing/2014/main" id="{D438BF88-8D03-7895-55F3-3C88D58755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5444" b="90000" l="9763" r="89974">
                            <a14:foregroundMark x1="67150" y1="8889" x2="67150" y2="8889"/>
                            <a14:foregroundMark x1="68470" y1="5444" x2="68470" y2="5444"/>
                            <a14:foregroundMark x1="73747" y1="44444" x2="73747" y2="44444"/>
                            <a14:foregroundMark x1="70053" y1="43333" x2="70053" y2="43333"/>
                            <a14:backgroundMark x1="50396" y1="26222" x2="46042" y2="65556"/>
                            <a14:backgroundMark x1="46042" y1="65556" x2="46306" y2="66000"/>
                            <a14:backgroundMark x1="45910" y1="15222" x2="47493" y2="78667"/>
                            <a14:backgroundMark x1="50792" y1="19444" x2="50792" y2="19444"/>
                            <a14:backgroundMark x1="54222" y1="15333" x2="55805" y2="40556"/>
                            <a14:backgroundMark x1="33773" y1="16556" x2="25462" y2="66000"/>
                            <a14:backgroundMark x1="18865" y1="26222" x2="22296" y2="72111"/>
                            <a14:backgroundMark x1="20580" y1="30556" x2="30079" y2="85444"/>
                            <a14:backgroundMark x1="41161" y1="52000" x2="41293" y2="84444"/>
                            <a14:backgroundMark x1="62137" y1="57444" x2="62269" y2="65333"/>
                            <a14:backgroundMark x1="58971" y1="36111" x2="57124" y2="55889"/>
                            <a14:backgroundMark x1="60554" y1="41778" x2="60686" y2="44667"/>
                            <a14:backgroundMark x1="75726" y1="39889" x2="75726" y2="39889"/>
                            <a14:backgroundMark x1="76121" y1="40444" x2="76121" y2="40444"/>
                            <a14:backgroundMark x1="75989" y1="40778" x2="75989" y2="40778"/>
                            <a14:backgroundMark x1="77704" y1="39889" x2="82850" y2="42889"/>
                            <a14:backgroundMark x1="82982" y1="53778" x2="82982" y2="70889"/>
                            <a14:backgroundMark x1="60686" y1="34778" x2="61741" y2="4133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4133" b="47067"/>
              <a:stretch/>
            </p:blipFill>
            <p:spPr bwMode="auto">
              <a:xfrm>
                <a:off x="6683949" y="1330684"/>
                <a:ext cx="696677" cy="807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85" name="Forme libre : forme 1084">
                <a:extLst>
                  <a:ext uri="{FF2B5EF4-FFF2-40B4-BE49-F238E27FC236}">
                    <a16:creationId xmlns:a16="http://schemas.microsoft.com/office/drawing/2014/main" id="{A14607B7-48D5-591C-DF4F-8D5E73D3C751}"/>
                  </a:ext>
                </a:extLst>
              </p:cNvPr>
              <p:cNvSpPr/>
              <p:nvPr/>
            </p:nvSpPr>
            <p:spPr>
              <a:xfrm>
                <a:off x="6773301" y="1349096"/>
                <a:ext cx="468960" cy="797826"/>
              </a:xfrm>
              <a:custGeom>
                <a:avLst/>
                <a:gdLst>
                  <a:gd name="connsiteX0" fmla="*/ 18024 w 468960"/>
                  <a:gd name="connsiteY0" fmla="*/ 778154 h 797826"/>
                  <a:gd name="connsiteX1" fmla="*/ 87874 w 468960"/>
                  <a:gd name="connsiteY1" fmla="*/ 654329 h 797826"/>
                  <a:gd name="connsiteX2" fmla="*/ 170424 w 468960"/>
                  <a:gd name="connsiteY2" fmla="*/ 613054 h 797826"/>
                  <a:gd name="connsiteX3" fmla="*/ 183124 w 468960"/>
                  <a:gd name="connsiteY3" fmla="*/ 587654 h 797826"/>
                  <a:gd name="connsiteX4" fmla="*/ 183124 w 468960"/>
                  <a:gd name="connsiteY4" fmla="*/ 555904 h 797826"/>
                  <a:gd name="connsiteX5" fmla="*/ 116449 w 468960"/>
                  <a:gd name="connsiteY5" fmla="*/ 527329 h 797826"/>
                  <a:gd name="connsiteX6" fmla="*/ 91049 w 468960"/>
                  <a:gd name="connsiteY6" fmla="*/ 235229 h 797826"/>
                  <a:gd name="connsiteX7" fmla="*/ 65649 w 468960"/>
                  <a:gd name="connsiteY7" fmla="*/ 228879 h 797826"/>
                  <a:gd name="connsiteX8" fmla="*/ 33899 w 468960"/>
                  <a:gd name="connsiteY8" fmla="*/ 197129 h 797826"/>
                  <a:gd name="connsiteX9" fmla="*/ 49774 w 468960"/>
                  <a:gd name="connsiteY9" fmla="*/ 181254 h 797826"/>
                  <a:gd name="connsiteX10" fmla="*/ 30724 w 468960"/>
                  <a:gd name="connsiteY10" fmla="*/ 60604 h 797826"/>
                  <a:gd name="connsiteX11" fmla="*/ 173599 w 468960"/>
                  <a:gd name="connsiteY11" fmla="*/ 279 h 797826"/>
                  <a:gd name="connsiteX12" fmla="*/ 411724 w 468960"/>
                  <a:gd name="connsiteY12" fmla="*/ 82829 h 797826"/>
                  <a:gd name="connsiteX13" fmla="*/ 468874 w 468960"/>
                  <a:gd name="connsiteY13" fmla="*/ 190779 h 797826"/>
                  <a:gd name="connsiteX14" fmla="*/ 424424 w 468960"/>
                  <a:gd name="connsiteY14" fmla="*/ 219354 h 797826"/>
                  <a:gd name="connsiteX15" fmla="*/ 414899 w 468960"/>
                  <a:gd name="connsiteY15" fmla="*/ 349529 h 797826"/>
                  <a:gd name="connsiteX16" fmla="*/ 437124 w 468960"/>
                  <a:gd name="connsiteY16" fmla="*/ 365404 h 797826"/>
                  <a:gd name="connsiteX17" fmla="*/ 440299 w 468960"/>
                  <a:gd name="connsiteY17" fmla="*/ 432079 h 797826"/>
                  <a:gd name="connsiteX18" fmla="*/ 392674 w 468960"/>
                  <a:gd name="connsiteY18" fmla="*/ 451129 h 797826"/>
                  <a:gd name="connsiteX19" fmla="*/ 373624 w 468960"/>
                  <a:gd name="connsiteY19" fmla="*/ 451129 h 797826"/>
                  <a:gd name="connsiteX20" fmla="*/ 341874 w 468960"/>
                  <a:gd name="connsiteY20" fmla="*/ 498754 h 797826"/>
                  <a:gd name="connsiteX21" fmla="*/ 303774 w 468960"/>
                  <a:gd name="connsiteY21" fmla="*/ 543204 h 797826"/>
                  <a:gd name="connsiteX22" fmla="*/ 268849 w 468960"/>
                  <a:gd name="connsiteY22" fmla="*/ 546379 h 797826"/>
                  <a:gd name="connsiteX23" fmla="*/ 275199 w 468960"/>
                  <a:gd name="connsiteY23" fmla="*/ 603529 h 797826"/>
                  <a:gd name="connsiteX24" fmla="*/ 335524 w 468960"/>
                  <a:gd name="connsiteY24" fmla="*/ 628929 h 797826"/>
                  <a:gd name="connsiteX25" fmla="*/ 376799 w 468960"/>
                  <a:gd name="connsiteY25" fmla="*/ 686079 h 797826"/>
                  <a:gd name="connsiteX26" fmla="*/ 443474 w 468960"/>
                  <a:gd name="connsiteY26" fmla="*/ 787679 h 797826"/>
                  <a:gd name="connsiteX27" fmla="*/ 18024 w 468960"/>
                  <a:gd name="connsiteY27" fmla="*/ 778154 h 79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8960" h="797826">
                    <a:moveTo>
                      <a:pt x="18024" y="778154"/>
                    </a:moveTo>
                    <a:cubicBezTo>
                      <a:pt x="-41243" y="755929"/>
                      <a:pt x="62474" y="681846"/>
                      <a:pt x="87874" y="654329"/>
                    </a:cubicBezTo>
                    <a:cubicBezTo>
                      <a:pt x="113274" y="626812"/>
                      <a:pt x="154549" y="624166"/>
                      <a:pt x="170424" y="613054"/>
                    </a:cubicBezTo>
                    <a:cubicBezTo>
                      <a:pt x="186299" y="601941"/>
                      <a:pt x="181007" y="597179"/>
                      <a:pt x="183124" y="587654"/>
                    </a:cubicBezTo>
                    <a:cubicBezTo>
                      <a:pt x="185241" y="578129"/>
                      <a:pt x="194236" y="565958"/>
                      <a:pt x="183124" y="555904"/>
                    </a:cubicBezTo>
                    <a:cubicBezTo>
                      <a:pt x="172012" y="545850"/>
                      <a:pt x="131795" y="580775"/>
                      <a:pt x="116449" y="527329"/>
                    </a:cubicBezTo>
                    <a:cubicBezTo>
                      <a:pt x="101103" y="473883"/>
                      <a:pt x="99516" y="284971"/>
                      <a:pt x="91049" y="235229"/>
                    </a:cubicBezTo>
                    <a:cubicBezTo>
                      <a:pt x="82582" y="185487"/>
                      <a:pt x="75174" y="235229"/>
                      <a:pt x="65649" y="228879"/>
                    </a:cubicBezTo>
                    <a:cubicBezTo>
                      <a:pt x="56124" y="222529"/>
                      <a:pt x="36545" y="205066"/>
                      <a:pt x="33899" y="197129"/>
                    </a:cubicBezTo>
                    <a:cubicBezTo>
                      <a:pt x="31253" y="189192"/>
                      <a:pt x="50303" y="204008"/>
                      <a:pt x="49774" y="181254"/>
                    </a:cubicBezTo>
                    <a:cubicBezTo>
                      <a:pt x="49245" y="158500"/>
                      <a:pt x="10087" y="90766"/>
                      <a:pt x="30724" y="60604"/>
                    </a:cubicBezTo>
                    <a:cubicBezTo>
                      <a:pt x="51361" y="30442"/>
                      <a:pt x="110099" y="-3425"/>
                      <a:pt x="173599" y="279"/>
                    </a:cubicBezTo>
                    <a:cubicBezTo>
                      <a:pt x="237099" y="3983"/>
                      <a:pt x="362512" y="51079"/>
                      <a:pt x="411724" y="82829"/>
                    </a:cubicBezTo>
                    <a:cubicBezTo>
                      <a:pt x="460937" y="114579"/>
                      <a:pt x="466757" y="168025"/>
                      <a:pt x="468874" y="190779"/>
                    </a:cubicBezTo>
                    <a:cubicBezTo>
                      <a:pt x="470991" y="213533"/>
                      <a:pt x="433420" y="192896"/>
                      <a:pt x="424424" y="219354"/>
                    </a:cubicBezTo>
                    <a:cubicBezTo>
                      <a:pt x="415428" y="245812"/>
                      <a:pt x="412782" y="325187"/>
                      <a:pt x="414899" y="349529"/>
                    </a:cubicBezTo>
                    <a:cubicBezTo>
                      <a:pt x="417016" y="373871"/>
                      <a:pt x="432891" y="351646"/>
                      <a:pt x="437124" y="365404"/>
                    </a:cubicBezTo>
                    <a:cubicBezTo>
                      <a:pt x="441357" y="379162"/>
                      <a:pt x="447707" y="417792"/>
                      <a:pt x="440299" y="432079"/>
                    </a:cubicBezTo>
                    <a:cubicBezTo>
                      <a:pt x="432891" y="446366"/>
                      <a:pt x="403787" y="447954"/>
                      <a:pt x="392674" y="451129"/>
                    </a:cubicBezTo>
                    <a:cubicBezTo>
                      <a:pt x="381561" y="454304"/>
                      <a:pt x="382091" y="443191"/>
                      <a:pt x="373624" y="451129"/>
                    </a:cubicBezTo>
                    <a:cubicBezTo>
                      <a:pt x="365157" y="459066"/>
                      <a:pt x="353516" y="483408"/>
                      <a:pt x="341874" y="498754"/>
                    </a:cubicBezTo>
                    <a:cubicBezTo>
                      <a:pt x="330232" y="514100"/>
                      <a:pt x="315945" y="535267"/>
                      <a:pt x="303774" y="543204"/>
                    </a:cubicBezTo>
                    <a:cubicBezTo>
                      <a:pt x="291603" y="551141"/>
                      <a:pt x="273612" y="536325"/>
                      <a:pt x="268849" y="546379"/>
                    </a:cubicBezTo>
                    <a:cubicBezTo>
                      <a:pt x="264087" y="556433"/>
                      <a:pt x="264086" y="589771"/>
                      <a:pt x="275199" y="603529"/>
                    </a:cubicBezTo>
                    <a:cubicBezTo>
                      <a:pt x="286312" y="617287"/>
                      <a:pt x="318591" y="615171"/>
                      <a:pt x="335524" y="628929"/>
                    </a:cubicBezTo>
                    <a:cubicBezTo>
                      <a:pt x="352457" y="642687"/>
                      <a:pt x="358807" y="659621"/>
                      <a:pt x="376799" y="686079"/>
                    </a:cubicBezTo>
                    <a:cubicBezTo>
                      <a:pt x="394791" y="712537"/>
                      <a:pt x="498507" y="771275"/>
                      <a:pt x="443474" y="787679"/>
                    </a:cubicBezTo>
                    <a:cubicBezTo>
                      <a:pt x="388441" y="804083"/>
                      <a:pt x="77291" y="800379"/>
                      <a:pt x="18024" y="778154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83" name="ZoneTexte 1082">
              <a:extLst>
                <a:ext uri="{FF2B5EF4-FFF2-40B4-BE49-F238E27FC236}">
                  <a16:creationId xmlns:a16="http://schemas.microsoft.com/office/drawing/2014/main" id="{2F70601E-93B8-7F9A-ABC1-801320946419}"/>
                </a:ext>
              </a:extLst>
            </p:cNvPr>
            <p:cNvSpPr txBox="1"/>
            <p:nvPr/>
          </p:nvSpPr>
          <p:spPr>
            <a:xfrm>
              <a:off x="7322033" y="1274964"/>
              <a:ext cx="393281" cy="68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1086" name="Groupe 1085">
            <a:extLst>
              <a:ext uri="{FF2B5EF4-FFF2-40B4-BE49-F238E27FC236}">
                <a16:creationId xmlns:a16="http://schemas.microsoft.com/office/drawing/2014/main" id="{85F1E4D6-09BA-70B3-1B06-16136EEB6221}"/>
              </a:ext>
            </a:extLst>
          </p:cNvPr>
          <p:cNvGrpSpPr/>
          <p:nvPr/>
        </p:nvGrpSpPr>
        <p:grpSpPr>
          <a:xfrm>
            <a:off x="4673716" y="1513266"/>
            <a:ext cx="243811" cy="379019"/>
            <a:chOff x="7966342" y="1283428"/>
            <a:chExt cx="550000" cy="838412"/>
          </a:xfrm>
        </p:grpSpPr>
        <p:grpSp>
          <p:nvGrpSpPr>
            <p:cNvPr id="1087" name="Groupe 1086">
              <a:extLst>
                <a:ext uri="{FF2B5EF4-FFF2-40B4-BE49-F238E27FC236}">
                  <a16:creationId xmlns:a16="http://schemas.microsoft.com/office/drawing/2014/main" id="{90731D47-C945-07B7-8DF3-137CD2644315}"/>
                </a:ext>
              </a:extLst>
            </p:cNvPr>
            <p:cNvGrpSpPr/>
            <p:nvPr/>
          </p:nvGrpSpPr>
          <p:grpSpPr>
            <a:xfrm>
              <a:off x="7966342" y="1283428"/>
              <a:ext cx="550000" cy="838412"/>
              <a:chOff x="7435579" y="1324618"/>
              <a:chExt cx="550000" cy="838412"/>
            </a:xfrm>
          </p:grpSpPr>
          <p:pic>
            <p:nvPicPr>
              <p:cNvPr id="1089" name="Picture 12" descr="Premium Vector | School bus driver vector illustration.">
                <a:extLst>
                  <a:ext uri="{FF2B5EF4-FFF2-40B4-BE49-F238E27FC236}">
                    <a16:creationId xmlns:a16="http://schemas.microsoft.com/office/drawing/2014/main" id="{D326D402-D6CB-AA70-EDB6-062D0D816E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10000" b="90000" l="10000" r="90000">
                            <a14:backgroundMark x1="51917" y1="19169" x2="53035" y2="47764"/>
                            <a14:backgroundMark x1="53035" y1="47764" x2="49840" y2="59744"/>
                            <a14:backgroundMark x1="49840" y1="59744" x2="49840" y2="60224"/>
                            <a14:backgroundMark x1="80351" y1="41534" x2="79872" y2="42971"/>
                            <a14:backgroundMark x1="78435" y1="42492" x2="78435" y2="42492"/>
                            <a14:backgroundMark x1="76997" y1="42013" x2="80831" y2="44249"/>
                            <a14:backgroundMark x1="56869" y1="19329" x2="58307" y2="34345"/>
                            <a14:backgroundMark x1="58786" y1="34505" x2="57029" y2="53674"/>
                            <a14:backgroundMark x1="39457" y1="14377" x2="32588" y2="76677"/>
                            <a14:backgroundMark x1="42812" y1="53514" x2="43930" y2="82268"/>
                            <a14:backgroundMark x1="48722" y1="68211" x2="53355" y2="85463"/>
                            <a14:backgroundMark x1="54473" y1="67252" x2="56390" y2="79393"/>
                            <a14:backgroundMark x1="59585" y1="51438" x2="59585" y2="51438"/>
                            <a14:backgroundMark x1="62460" y1="51118" x2="62460" y2="51118"/>
                            <a14:backgroundMark x1="63578" y1="50160" x2="63578" y2="50160"/>
                            <a14:backgroundMark x1="63259" y1="51278" x2="63259" y2="51278"/>
                            <a14:backgroundMark x1="63099" y1="51597" x2="63099" y2="51597"/>
                            <a14:backgroundMark x1="57827" y1="54153" x2="56390" y2="72843"/>
                            <a14:backgroundMark x1="76677" y1="42173" x2="76677" y2="4217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239" t="10107" r="12289" b="40217"/>
              <a:stretch/>
            </p:blipFill>
            <p:spPr bwMode="auto">
              <a:xfrm>
                <a:off x="7435579" y="1324618"/>
                <a:ext cx="550000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90" name="Forme libre : forme 1089">
                <a:extLst>
                  <a:ext uri="{FF2B5EF4-FFF2-40B4-BE49-F238E27FC236}">
                    <a16:creationId xmlns:a16="http://schemas.microsoft.com/office/drawing/2014/main" id="{B6434D45-170B-512A-79BF-C8DBD27B7BAB}"/>
                  </a:ext>
                </a:extLst>
              </p:cNvPr>
              <p:cNvSpPr/>
              <p:nvPr/>
            </p:nvSpPr>
            <p:spPr>
              <a:xfrm>
                <a:off x="7511884" y="1368841"/>
                <a:ext cx="436727" cy="794189"/>
              </a:xfrm>
              <a:custGeom>
                <a:avLst/>
                <a:gdLst>
                  <a:gd name="connsiteX0" fmla="*/ 25857 w 434417"/>
                  <a:gd name="connsiteY0" fmla="*/ 771109 h 794189"/>
                  <a:gd name="connsiteX1" fmla="*/ 73482 w 434417"/>
                  <a:gd name="connsiteY1" fmla="*/ 606009 h 794189"/>
                  <a:gd name="connsiteX2" fmla="*/ 143332 w 434417"/>
                  <a:gd name="connsiteY2" fmla="*/ 548859 h 794189"/>
                  <a:gd name="connsiteX3" fmla="*/ 152857 w 434417"/>
                  <a:gd name="connsiteY3" fmla="*/ 494884 h 794189"/>
                  <a:gd name="connsiteX4" fmla="*/ 79832 w 434417"/>
                  <a:gd name="connsiteY4" fmla="*/ 425034 h 794189"/>
                  <a:gd name="connsiteX5" fmla="*/ 60782 w 434417"/>
                  <a:gd name="connsiteY5" fmla="*/ 352009 h 794189"/>
                  <a:gd name="connsiteX6" fmla="*/ 32207 w 434417"/>
                  <a:gd name="connsiteY6" fmla="*/ 285334 h 794189"/>
                  <a:gd name="connsiteX7" fmla="*/ 35382 w 434417"/>
                  <a:gd name="connsiteY7" fmla="*/ 225009 h 794189"/>
                  <a:gd name="connsiteX8" fmla="*/ 35382 w 434417"/>
                  <a:gd name="connsiteY8" fmla="*/ 186909 h 794189"/>
                  <a:gd name="connsiteX9" fmla="*/ 457 w 434417"/>
                  <a:gd name="connsiteY9" fmla="*/ 88484 h 794189"/>
                  <a:gd name="connsiteX10" fmla="*/ 63957 w 434417"/>
                  <a:gd name="connsiteY10" fmla="*/ 15459 h 794189"/>
                  <a:gd name="connsiteX11" fmla="*/ 171907 w 434417"/>
                  <a:gd name="connsiteY11" fmla="*/ 2759 h 794189"/>
                  <a:gd name="connsiteX12" fmla="*/ 321132 w 434417"/>
                  <a:gd name="connsiteY12" fmla="*/ 53559 h 794189"/>
                  <a:gd name="connsiteX13" fmla="*/ 419557 w 434417"/>
                  <a:gd name="connsiteY13" fmla="*/ 164684 h 794189"/>
                  <a:gd name="connsiteX14" fmla="*/ 356057 w 434417"/>
                  <a:gd name="connsiteY14" fmla="*/ 205959 h 794189"/>
                  <a:gd name="connsiteX15" fmla="*/ 362407 w 434417"/>
                  <a:gd name="connsiteY15" fmla="*/ 228184 h 794189"/>
                  <a:gd name="connsiteX16" fmla="*/ 384632 w 434417"/>
                  <a:gd name="connsiteY16" fmla="*/ 234534 h 794189"/>
                  <a:gd name="connsiteX17" fmla="*/ 381457 w 434417"/>
                  <a:gd name="connsiteY17" fmla="*/ 336134 h 794189"/>
                  <a:gd name="connsiteX18" fmla="*/ 346532 w 434417"/>
                  <a:gd name="connsiteY18" fmla="*/ 355184 h 794189"/>
                  <a:gd name="connsiteX19" fmla="*/ 352882 w 434417"/>
                  <a:gd name="connsiteY19" fmla="*/ 415509 h 794189"/>
                  <a:gd name="connsiteX20" fmla="*/ 283032 w 434417"/>
                  <a:gd name="connsiteY20" fmla="*/ 466309 h 794189"/>
                  <a:gd name="connsiteX21" fmla="*/ 276682 w 434417"/>
                  <a:gd name="connsiteY21" fmla="*/ 494884 h 794189"/>
                  <a:gd name="connsiteX22" fmla="*/ 365582 w 434417"/>
                  <a:gd name="connsiteY22" fmla="*/ 567909 h 794189"/>
                  <a:gd name="connsiteX23" fmla="*/ 413207 w 434417"/>
                  <a:gd name="connsiteY23" fmla="*/ 771109 h 794189"/>
                  <a:gd name="connsiteX24" fmla="*/ 25857 w 434417"/>
                  <a:gd name="connsiteY24" fmla="*/ 771109 h 794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4417" h="794189">
                    <a:moveTo>
                      <a:pt x="25857" y="771109"/>
                    </a:moveTo>
                    <a:cubicBezTo>
                      <a:pt x="-30764" y="743592"/>
                      <a:pt x="53903" y="643051"/>
                      <a:pt x="73482" y="606009"/>
                    </a:cubicBezTo>
                    <a:cubicBezTo>
                      <a:pt x="93061" y="568967"/>
                      <a:pt x="130103" y="567380"/>
                      <a:pt x="143332" y="548859"/>
                    </a:cubicBezTo>
                    <a:cubicBezTo>
                      <a:pt x="156561" y="530338"/>
                      <a:pt x="163440" y="515521"/>
                      <a:pt x="152857" y="494884"/>
                    </a:cubicBezTo>
                    <a:cubicBezTo>
                      <a:pt x="142274" y="474246"/>
                      <a:pt x="95178" y="448846"/>
                      <a:pt x="79832" y="425034"/>
                    </a:cubicBezTo>
                    <a:cubicBezTo>
                      <a:pt x="64486" y="401222"/>
                      <a:pt x="68720" y="375292"/>
                      <a:pt x="60782" y="352009"/>
                    </a:cubicBezTo>
                    <a:cubicBezTo>
                      <a:pt x="52845" y="328726"/>
                      <a:pt x="36440" y="306501"/>
                      <a:pt x="32207" y="285334"/>
                    </a:cubicBezTo>
                    <a:cubicBezTo>
                      <a:pt x="27974" y="264167"/>
                      <a:pt x="34853" y="241413"/>
                      <a:pt x="35382" y="225009"/>
                    </a:cubicBezTo>
                    <a:cubicBezTo>
                      <a:pt x="35911" y="208605"/>
                      <a:pt x="41203" y="209663"/>
                      <a:pt x="35382" y="186909"/>
                    </a:cubicBezTo>
                    <a:cubicBezTo>
                      <a:pt x="29561" y="164155"/>
                      <a:pt x="-4305" y="117059"/>
                      <a:pt x="457" y="88484"/>
                    </a:cubicBezTo>
                    <a:cubicBezTo>
                      <a:pt x="5219" y="59909"/>
                      <a:pt x="35382" y="29746"/>
                      <a:pt x="63957" y="15459"/>
                    </a:cubicBezTo>
                    <a:cubicBezTo>
                      <a:pt x="92532" y="1172"/>
                      <a:pt x="129045" y="-3591"/>
                      <a:pt x="171907" y="2759"/>
                    </a:cubicBezTo>
                    <a:cubicBezTo>
                      <a:pt x="214769" y="9109"/>
                      <a:pt x="279857" y="26572"/>
                      <a:pt x="321132" y="53559"/>
                    </a:cubicBezTo>
                    <a:cubicBezTo>
                      <a:pt x="362407" y="80546"/>
                      <a:pt x="413736" y="139284"/>
                      <a:pt x="419557" y="164684"/>
                    </a:cubicBezTo>
                    <a:cubicBezTo>
                      <a:pt x="425378" y="190084"/>
                      <a:pt x="365582" y="195376"/>
                      <a:pt x="356057" y="205959"/>
                    </a:cubicBezTo>
                    <a:cubicBezTo>
                      <a:pt x="346532" y="216542"/>
                      <a:pt x="357645" y="223422"/>
                      <a:pt x="362407" y="228184"/>
                    </a:cubicBezTo>
                    <a:cubicBezTo>
                      <a:pt x="367169" y="232946"/>
                      <a:pt x="381457" y="216542"/>
                      <a:pt x="384632" y="234534"/>
                    </a:cubicBezTo>
                    <a:cubicBezTo>
                      <a:pt x="387807" y="252526"/>
                      <a:pt x="387807" y="316026"/>
                      <a:pt x="381457" y="336134"/>
                    </a:cubicBezTo>
                    <a:cubicBezTo>
                      <a:pt x="375107" y="356242"/>
                      <a:pt x="351294" y="341955"/>
                      <a:pt x="346532" y="355184"/>
                    </a:cubicBezTo>
                    <a:cubicBezTo>
                      <a:pt x="341770" y="368413"/>
                      <a:pt x="363465" y="396988"/>
                      <a:pt x="352882" y="415509"/>
                    </a:cubicBezTo>
                    <a:cubicBezTo>
                      <a:pt x="342299" y="434030"/>
                      <a:pt x="295732" y="453080"/>
                      <a:pt x="283032" y="466309"/>
                    </a:cubicBezTo>
                    <a:cubicBezTo>
                      <a:pt x="270332" y="479538"/>
                      <a:pt x="262924" y="477951"/>
                      <a:pt x="276682" y="494884"/>
                    </a:cubicBezTo>
                    <a:cubicBezTo>
                      <a:pt x="290440" y="511817"/>
                      <a:pt x="342828" y="521872"/>
                      <a:pt x="365582" y="567909"/>
                    </a:cubicBezTo>
                    <a:cubicBezTo>
                      <a:pt x="388336" y="613946"/>
                      <a:pt x="473532" y="737242"/>
                      <a:pt x="413207" y="771109"/>
                    </a:cubicBezTo>
                    <a:cubicBezTo>
                      <a:pt x="352882" y="804976"/>
                      <a:pt x="82478" y="798626"/>
                      <a:pt x="25857" y="771109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88" name="ZoneTexte 1087">
              <a:extLst>
                <a:ext uri="{FF2B5EF4-FFF2-40B4-BE49-F238E27FC236}">
                  <a16:creationId xmlns:a16="http://schemas.microsoft.com/office/drawing/2014/main" id="{A1674BFA-4E11-FD0B-917E-4BC756673C77}"/>
                </a:ext>
              </a:extLst>
            </p:cNvPr>
            <p:cNvSpPr txBox="1"/>
            <p:nvPr/>
          </p:nvSpPr>
          <p:spPr>
            <a:xfrm>
              <a:off x="8045173" y="1301874"/>
              <a:ext cx="393280" cy="68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FC8F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</p:grpSp>
      <p:grpSp>
        <p:nvGrpSpPr>
          <p:cNvPr id="1091" name="Groupe 1090">
            <a:extLst>
              <a:ext uri="{FF2B5EF4-FFF2-40B4-BE49-F238E27FC236}">
                <a16:creationId xmlns:a16="http://schemas.microsoft.com/office/drawing/2014/main" id="{EC3FAA70-27F4-6B66-5FD0-DB52D971F9F1}"/>
              </a:ext>
            </a:extLst>
          </p:cNvPr>
          <p:cNvGrpSpPr/>
          <p:nvPr/>
        </p:nvGrpSpPr>
        <p:grpSpPr>
          <a:xfrm>
            <a:off x="5003697" y="1523069"/>
            <a:ext cx="231598" cy="379318"/>
            <a:chOff x="8715520" y="1301961"/>
            <a:chExt cx="522448" cy="839073"/>
          </a:xfrm>
        </p:grpSpPr>
        <p:grpSp>
          <p:nvGrpSpPr>
            <p:cNvPr id="1092" name="Groupe 1091">
              <a:extLst>
                <a:ext uri="{FF2B5EF4-FFF2-40B4-BE49-F238E27FC236}">
                  <a16:creationId xmlns:a16="http://schemas.microsoft.com/office/drawing/2014/main" id="{2BB9AFA8-6EB7-D041-F6B9-C049A827897F}"/>
                </a:ext>
              </a:extLst>
            </p:cNvPr>
            <p:cNvGrpSpPr/>
            <p:nvPr/>
          </p:nvGrpSpPr>
          <p:grpSpPr>
            <a:xfrm>
              <a:off x="8715520" y="1302671"/>
              <a:ext cx="522448" cy="838363"/>
              <a:chOff x="8184757" y="1322432"/>
              <a:chExt cx="522448" cy="838363"/>
            </a:xfrm>
          </p:grpSpPr>
          <p:pic>
            <p:nvPicPr>
              <p:cNvPr id="1094" name="Picture 10" descr="Jeune, caucasien, femelle, autobus scolaire | Vecteur Premium">
                <a:extLst>
                  <a:ext uri="{FF2B5EF4-FFF2-40B4-BE49-F238E27FC236}">
                    <a16:creationId xmlns:a16="http://schemas.microsoft.com/office/drawing/2014/main" id="{9E84DE27-6B84-6663-3733-8FF99A70ED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8">
                <a:extLst>
                  <a:ext uri="{BEBA8EAE-BF5A-486C-A8C5-ECC9F3942E4B}">
                    <a14:imgProps xmlns:a14="http://schemas.microsoft.com/office/drawing/2010/main">
                      <a14:imgLayer r:embed="rId19">
                        <a14:imgEffect>
                          <a14:backgroundRemoval t="10000" b="90000" l="10000" r="90000">
                            <a14:backgroundMark x1="53355" y1="16773" x2="50160" y2="81949"/>
                            <a14:backgroundMark x1="50160" y1="81949" x2="50639" y2="82588"/>
                            <a14:backgroundMark x1="57348" y1="29553" x2="57348" y2="30032"/>
                            <a14:backgroundMark x1="57029" y1="37859" x2="57029" y2="38339"/>
                            <a14:backgroundMark x1="42013" y1="5112" x2="40256" y2="79073"/>
                            <a14:backgroundMark x1="54473" y1="34665" x2="61821" y2="66134"/>
                            <a14:backgroundMark x1="55591" y1="70447" x2="52875" y2="86581"/>
                            <a14:backgroundMark x1="56390" y1="60224" x2="63099" y2="77316"/>
                            <a14:backgroundMark x1="59744" y1="69968" x2="83387" y2="71246"/>
                            <a14:backgroundMark x1="52396" y1="51597" x2="52396" y2="51597"/>
                            <a14:backgroundMark x1="42173" y1="14377" x2="33067" y2="73642"/>
                            <a14:backgroundMark x1="57188" y1="25080" x2="57827" y2="30831"/>
                            <a14:backgroundMark x1="58626" y1="37540" x2="60383" y2="41693"/>
                            <a14:backgroundMark x1="33866" y1="19968" x2="29872" y2="59585"/>
                            <a14:backgroundMark x1="78594" y1="44409" x2="78594" y2="44409"/>
                            <a14:backgroundMark x1="79553" y1="44569" x2="79553" y2="44569"/>
                            <a14:backgroundMark x1="76198" y1="44888" x2="76198" y2="44888"/>
                            <a14:backgroundMark x1="75879" y1="44888" x2="75879" y2="44888"/>
                            <a14:backgroundMark x1="75879" y1="44888" x2="78754" y2="46805"/>
                            <a14:backgroundMark x1="80032" y1="49042" x2="78754" y2="47444"/>
                            <a14:backgroundMark x1="78115" y1="43930" x2="79872" y2="40575"/>
                            <a14:backgroundMark x1="75719" y1="44728" x2="75719" y2="44728"/>
                            <a14:backgroundMark x1="75559" y1="44728" x2="75559" y2="44728"/>
                            <a14:backgroundMark x1="58147" y1="31949" x2="58147" y2="31949"/>
                            <a14:backgroundMark x1="61022" y1="51597" x2="61022" y2="51597"/>
                            <a14:backgroundMark x1="62780" y1="51917" x2="62780" y2="51917"/>
                            <a14:backgroundMark x1="62780" y1="51118" x2="62780" y2="5111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056" t="10201" r="9962" b="33583"/>
              <a:stretch/>
            </p:blipFill>
            <p:spPr bwMode="auto">
              <a:xfrm>
                <a:off x="8184757" y="1322432"/>
                <a:ext cx="522448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95" name="Forme libre : forme 1094">
                <a:extLst>
                  <a:ext uri="{FF2B5EF4-FFF2-40B4-BE49-F238E27FC236}">
                    <a16:creationId xmlns:a16="http://schemas.microsoft.com/office/drawing/2014/main" id="{CED55772-8A57-1784-BCF3-5D003C8DA5E6}"/>
                  </a:ext>
                </a:extLst>
              </p:cNvPr>
              <p:cNvSpPr/>
              <p:nvPr/>
            </p:nvSpPr>
            <p:spPr>
              <a:xfrm>
                <a:off x="8246047" y="1349635"/>
                <a:ext cx="421861" cy="811160"/>
              </a:xfrm>
              <a:custGeom>
                <a:avLst/>
                <a:gdLst>
                  <a:gd name="connsiteX0" fmla="*/ 54991 w 421861"/>
                  <a:gd name="connsiteY0" fmla="*/ 788728 h 811160"/>
                  <a:gd name="connsiteX1" fmla="*/ 71659 w 421861"/>
                  <a:gd name="connsiteY1" fmla="*/ 562509 h 811160"/>
                  <a:gd name="connsiteX2" fmla="*/ 121666 w 421861"/>
                  <a:gd name="connsiteY2" fmla="*/ 538696 h 811160"/>
                  <a:gd name="connsiteX3" fmla="*/ 131191 w 421861"/>
                  <a:gd name="connsiteY3" fmla="*/ 479165 h 811160"/>
                  <a:gd name="connsiteX4" fmla="*/ 71659 w 421861"/>
                  <a:gd name="connsiteY4" fmla="*/ 410109 h 811160"/>
                  <a:gd name="connsiteX5" fmla="*/ 62134 w 421861"/>
                  <a:gd name="connsiteY5" fmla="*/ 341053 h 811160"/>
                  <a:gd name="connsiteX6" fmla="*/ 12128 w 421861"/>
                  <a:gd name="connsiteY6" fmla="*/ 279140 h 811160"/>
                  <a:gd name="connsiteX7" fmla="*/ 12128 w 421861"/>
                  <a:gd name="connsiteY7" fmla="*/ 171984 h 811160"/>
                  <a:gd name="connsiteX8" fmla="*/ 222 w 421861"/>
                  <a:gd name="connsiteY8" fmla="*/ 86259 h 811160"/>
                  <a:gd name="connsiteX9" fmla="*/ 24034 w 421861"/>
                  <a:gd name="connsiteY9" fmla="*/ 33871 h 811160"/>
                  <a:gd name="connsiteX10" fmla="*/ 83566 w 421861"/>
                  <a:gd name="connsiteY10" fmla="*/ 534 h 811160"/>
                  <a:gd name="connsiteX11" fmla="*/ 338359 w 421861"/>
                  <a:gd name="connsiteY11" fmla="*/ 60065 h 811160"/>
                  <a:gd name="connsiteX12" fmla="*/ 421703 w 421861"/>
                  <a:gd name="connsiteY12" fmla="*/ 176746 h 811160"/>
                  <a:gd name="connsiteX13" fmla="*/ 359791 w 421861"/>
                  <a:gd name="connsiteY13" fmla="*/ 205321 h 811160"/>
                  <a:gd name="connsiteX14" fmla="*/ 376459 w 421861"/>
                  <a:gd name="connsiteY14" fmla="*/ 210084 h 811160"/>
                  <a:gd name="connsiteX15" fmla="*/ 369316 w 421861"/>
                  <a:gd name="connsiteY15" fmla="*/ 271996 h 811160"/>
                  <a:gd name="connsiteX16" fmla="*/ 364553 w 421861"/>
                  <a:gd name="connsiteY16" fmla="*/ 379153 h 811160"/>
                  <a:gd name="connsiteX17" fmla="*/ 316928 w 421861"/>
                  <a:gd name="connsiteY17" fmla="*/ 362484 h 811160"/>
                  <a:gd name="connsiteX18" fmla="*/ 305022 w 421861"/>
                  <a:gd name="connsiteY18" fmla="*/ 414871 h 811160"/>
                  <a:gd name="connsiteX19" fmla="*/ 250253 w 421861"/>
                  <a:gd name="connsiteY19" fmla="*/ 467259 h 811160"/>
                  <a:gd name="connsiteX20" fmla="*/ 269303 w 421861"/>
                  <a:gd name="connsiteY20" fmla="*/ 495834 h 811160"/>
                  <a:gd name="connsiteX21" fmla="*/ 359791 w 421861"/>
                  <a:gd name="connsiteY21" fmla="*/ 593465 h 811160"/>
                  <a:gd name="connsiteX22" fmla="*/ 405034 w 421861"/>
                  <a:gd name="connsiteY22" fmla="*/ 679190 h 811160"/>
                  <a:gd name="connsiteX23" fmla="*/ 343122 w 421861"/>
                  <a:gd name="connsiteY23" fmla="*/ 791109 h 811160"/>
                  <a:gd name="connsiteX24" fmla="*/ 54991 w 421861"/>
                  <a:gd name="connsiteY24" fmla="*/ 788728 h 81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21861" h="811160">
                    <a:moveTo>
                      <a:pt x="54991" y="788728"/>
                    </a:moveTo>
                    <a:cubicBezTo>
                      <a:pt x="9747" y="750628"/>
                      <a:pt x="60547" y="604181"/>
                      <a:pt x="71659" y="562509"/>
                    </a:cubicBezTo>
                    <a:cubicBezTo>
                      <a:pt x="82771" y="520837"/>
                      <a:pt x="111744" y="552587"/>
                      <a:pt x="121666" y="538696"/>
                    </a:cubicBezTo>
                    <a:cubicBezTo>
                      <a:pt x="131588" y="524805"/>
                      <a:pt x="139526" y="500596"/>
                      <a:pt x="131191" y="479165"/>
                    </a:cubicBezTo>
                    <a:cubicBezTo>
                      <a:pt x="122856" y="457734"/>
                      <a:pt x="83169" y="433128"/>
                      <a:pt x="71659" y="410109"/>
                    </a:cubicBezTo>
                    <a:cubicBezTo>
                      <a:pt x="60150" y="387090"/>
                      <a:pt x="72056" y="362881"/>
                      <a:pt x="62134" y="341053"/>
                    </a:cubicBezTo>
                    <a:cubicBezTo>
                      <a:pt x="52212" y="319225"/>
                      <a:pt x="20462" y="307318"/>
                      <a:pt x="12128" y="279140"/>
                    </a:cubicBezTo>
                    <a:cubicBezTo>
                      <a:pt x="3794" y="250962"/>
                      <a:pt x="14112" y="204131"/>
                      <a:pt x="12128" y="171984"/>
                    </a:cubicBezTo>
                    <a:cubicBezTo>
                      <a:pt x="10144" y="139837"/>
                      <a:pt x="-1762" y="109278"/>
                      <a:pt x="222" y="86259"/>
                    </a:cubicBezTo>
                    <a:cubicBezTo>
                      <a:pt x="2206" y="63240"/>
                      <a:pt x="10143" y="48158"/>
                      <a:pt x="24034" y="33871"/>
                    </a:cubicBezTo>
                    <a:cubicBezTo>
                      <a:pt x="37925" y="19583"/>
                      <a:pt x="31179" y="-3832"/>
                      <a:pt x="83566" y="534"/>
                    </a:cubicBezTo>
                    <a:cubicBezTo>
                      <a:pt x="135953" y="4900"/>
                      <a:pt x="282003" y="30696"/>
                      <a:pt x="338359" y="60065"/>
                    </a:cubicBezTo>
                    <a:cubicBezTo>
                      <a:pt x="394715" y="89434"/>
                      <a:pt x="418131" y="152537"/>
                      <a:pt x="421703" y="176746"/>
                    </a:cubicBezTo>
                    <a:cubicBezTo>
                      <a:pt x="425275" y="200955"/>
                      <a:pt x="367332" y="199765"/>
                      <a:pt x="359791" y="205321"/>
                    </a:cubicBezTo>
                    <a:cubicBezTo>
                      <a:pt x="352250" y="210877"/>
                      <a:pt x="374872" y="198972"/>
                      <a:pt x="376459" y="210084"/>
                    </a:cubicBezTo>
                    <a:cubicBezTo>
                      <a:pt x="378046" y="221196"/>
                      <a:pt x="371300" y="243818"/>
                      <a:pt x="369316" y="271996"/>
                    </a:cubicBezTo>
                    <a:cubicBezTo>
                      <a:pt x="367332" y="300174"/>
                      <a:pt x="373284" y="364072"/>
                      <a:pt x="364553" y="379153"/>
                    </a:cubicBezTo>
                    <a:cubicBezTo>
                      <a:pt x="355822" y="394234"/>
                      <a:pt x="326850" y="356531"/>
                      <a:pt x="316928" y="362484"/>
                    </a:cubicBezTo>
                    <a:cubicBezTo>
                      <a:pt x="307006" y="368437"/>
                      <a:pt x="316134" y="397409"/>
                      <a:pt x="305022" y="414871"/>
                    </a:cubicBezTo>
                    <a:cubicBezTo>
                      <a:pt x="293910" y="432333"/>
                      <a:pt x="256206" y="453765"/>
                      <a:pt x="250253" y="467259"/>
                    </a:cubicBezTo>
                    <a:cubicBezTo>
                      <a:pt x="244300" y="480753"/>
                      <a:pt x="251047" y="474800"/>
                      <a:pt x="269303" y="495834"/>
                    </a:cubicBezTo>
                    <a:cubicBezTo>
                      <a:pt x="287559" y="516868"/>
                      <a:pt x="337169" y="562906"/>
                      <a:pt x="359791" y="593465"/>
                    </a:cubicBezTo>
                    <a:cubicBezTo>
                      <a:pt x="382413" y="624024"/>
                      <a:pt x="407812" y="646250"/>
                      <a:pt x="405034" y="679190"/>
                    </a:cubicBezTo>
                    <a:cubicBezTo>
                      <a:pt x="402256" y="712130"/>
                      <a:pt x="397891" y="773647"/>
                      <a:pt x="343122" y="791109"/>
                    </a:cubicBezTo>
                    <a:cubicBezTo>
                      <a:pt x="288353" y="808571"/>
                      <a:pt x="100235" y="826828"/>
                      <a:pt x="54991" y="788728"/>
                    </a:cubicBezTo>
                    <a:close/>
                  </a:path>
                </a:pathLst>
              </a:custGeom>
              <a:solidFill>
                <a:schemeClr val="accent3">
                  <a:alpha val="50196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dirty="0"/>
              </a:p>
            </p:txBody>
          </p:sp>
        </p:grpSp>
        <p:sp>
          <p:nvSpPr>
            <p:cNvPr id="1093" name="ZoneTexte 1092">
              <a:extLst>
                <a:ext uri="{FF2B5EF4-FFF2-40B4-BE49-F238E27FC236}">
                  <a16:creationId xmlns:a16="http://schemas.microsoft.com/office/drawing/2014/main" id="{3A8915F7-DCC5-6B9B-55E1-80366BF0449F}"/>
                </a:ext>
              </a:extLst>
            </p:cNvPr>
            <p:cNvSpPr txBox="1"/>
            <p:nvPr/>
          </p:nvSpPr>
          <p:spPr>
            <a:xfrm>
              <a:off x="8780105" y="1301961"/>
              <a:ext cx="393281" cy="68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6922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59259E-6 L 0.61419 0.086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703" y="430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-0.61446 0.087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29" y="437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1.11022E-16 L 0.63672 0.0997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836" y="497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3.7037E-7 L -0.63971 0.0974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992" y="4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829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B2963-36CC-E728-98A4-5BAA8533B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1457FA7-FFE6-A1B0-1E98-0B359A75C322}"/>
              </a:ext>
            </a:extLst>
          </p:cNvPr>
          <p:cNvSpPr/>
          <p:nvPr/>
        </p:nvSpPr>
        <p:spPr>
          <a:xfrm>
            <a:off x="2368231" y="352425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AAFD9-2BE6-81BE-9559-912DD90A7FC0}"/>
              </a:ext>
            </a:extLst>
          </p:cNvPr>
          <p:cNvSpPr/>
          <p:nvPr/>
        </p:nvSpPr>
        <p:spPr>
          <a:xfrm>
            <a:off x="1038224" y="0"/>
            <a:ext cx="13335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4C53B1-CBF9-6E02-F84B-87F3B86ABD55}"/>
              </a:ext>
            </a:extLst>
          </p:cNvPr>
          <p:cNvSpPr/>
          <p:nvPr/>
        </p:nvSpPr>
        <p:spPr>
          <a:xfrm>
            <a:off x="1085849" y="352425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Lundi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4BE59D-0BF4-8CDF-3513-385FD7A62C12}"/>
              </a:ext>
            </a:extLst>
          </p:cNvPr>
          <p:cNvSpPr/>
          <p:nvPr/>
        </p:nvSpPr>
        <p:spPr>
          <a:xfrm>
            <a:off x="1085849" y="1294289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Mardi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911955-B56A-8075-CEB8-B3BB5BE6BC9B}"/>
              </a:ext>
            </a:extLst>
          </p:cNvPr>
          <p:cNvSpPr/>
          <p:nvPr/>
        </p:nvSpPr>
        <p:spPr>
          <a:xfrm>
            <a:off x="1085849" y="2236153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Mercredi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EDD97-F7F6-E28A-1858-860FF9614CE1}"/>
              </a:ext>
            </a:extLst>
          </p:cNvPr>
          <p:cNvSpPr/>
          <p:nvPr/>
        </p:nvSpPr>
        <p:spPr>
          <a:xfrm>
            <a:off x="1085849" y="3178017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Jeudi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EAA469-C589-FD64-51AB-135CE70FEEC7}"/>
              </a:ext>
            </a:extLst>
          </p:cNvPr>
          <p:cNvSpPr/>
          <p:nvPr/>
        </p:nvSpPr>
        <p:spPr>
          <a:xfrm>
            <a:off x="1085849" y="4119881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Vendredi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DFD72-1D0A-7E00-B42E-A62166B5957B}"/>
              </a:ext>
            </a:extLst>
          </p:cNvPr>
          <p:cNvSpPr/>
          <p:nvPr/>
        </p:nvSpPr>
        <p:spPr>
          <a:xfrm>
            <a:off x="1085849" y="5061745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Samedi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BF0D99-0CEC-DDED-3A11-F3BC08F04967}"/>
              </a:ext>
            </a:extLst>
          </p:cNvPr>
          <p:cNvSpPr/>
          <p:nvPr/>
        </p:nvSpPr>
        <p:spPr>
          <a:xfrm>
            <a:off x="1085849" y="6003609"/>
            <a:ext cx="1224000" cy="288000"/>
          </a:xfrm>
          <a:prstGeom prst="rect">
            <a:avLst/>
          </a:prstGeom>
          <a:solidFill>
            <a:srgbClr val="FFFFFF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Dimanche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F9BA5A-6680-14D5-3DFD-B5601D023A9C}"/>
              </a:ext>
            </a:extLst>
          </p:cNvPr>
          <p:cNvSpPr/>
          <p:nvPr/>
        </p:nvSpPr>
        <p:spPr>
          <a:xfrm>
            <a:off x="2371724" y="0"/>
            <a:ext cx="9820275" cy="3524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A0A80C-0B07-0DD3-5CE1-748E7D9958ED}"/>
              </a:ext>
            </a:extLst>
          </p:cNvPr>
          <p:cNvSpPr/>
          <p:nvPr/>
        </p:nvSpPr>
        <p:spPr>
          <a:xfrm>
            <a:off x="3232625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Paris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65704E-A7E1-A368-304A-98B09B2F2049}"/>
              </a:ext>
            </a:extLst>
          </p:cNvPr>
          <p:cNvSpPr/>
          <p:nvPr/>
        </p:nvSpPr>
        <p:spPr>
          <a:xfrm>
            <a:off x="7008019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Lyon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D3CD6C-31B3-AA1D-2E75-35A665C53387}"/>
              </a:ext>
            </a:extLst>
          </p:cNvPr>
          <p:cNvSpPr/>
          <p:nvPr/>
        </p:nvSpPr>
        <p:spPr>
          <a:xfrm>
            <a:off x="10783413" y="57148"/>
            <a:ext cx="1266825" cy="238125"/>
          </a:xfrm>
          <a:prstGeom prst="rect">
            <a:avLst/>
          </a:prstGeom>
          <a:solidFill>
            <a:schemeClr val="accent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FFFF"/>
                </a:solidFill>
              </a:rPr>
              <a:t>Marseille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DE8B70-619B-E4B8-63D9-E489B7D91B0B}"/>
              </a:ext>
            </a:extLst>
          </p:cNvPr>
          <p:cNvSpPr/>
          <p:nvPr/>
        </p:nvSpPr>
        <p:spPr>
          <a:xfrm>
            <a:off x="2364803" y="1244484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467EB2-8179-7F59-025E-46D3A859D0B4}"/>
              </a:ext>
            </a:extLst>
          </p:cNvPr>
          <p:cNvSpPr/>
          <p:nvPr/>
        </p:nvSpPr>
        <p:spPr>
          <a:xfrm>
            <a:off x="2364802" y="213654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4A4891-61EE-F973-DCB1-49683BD0C24F}"/>
              </a:ext>
            </a:extLst>
          </p:cNvPr>
          <p:cNvSpPr/>
          <p:nvPr/>
        </p:nvSpPr>
        <p:spPr>
          <a:xfrm>
            <a:off x="2365437" y="3024353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C9BBE3-7E67-4F68-F17B-D8D98B06B150}"/>
              </a:ext>
            </a:extLst>
          </p:cNvPr>
          <p:cNvSpPr/>
          <p:nvPr/>
        </p:nvSpPr>
        <p:spPr>
          <a:xfrm>
            <a:off x="2365437" y="3916647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AAC7C7-F713-68F8-8EA8-D7B451ABD06C}"/>
              </a:ext>
            </a:extLst>
          </p:cNvPr>
          <p:cNvSpPr/>
          <p:nvPr/>
        </p:nvSpPr>
        <p:spPr>
          <a:xfrm>
            <a:off x="2365437" y="4810271"/>
            <a:ext cx="9823769" cy="892059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8F0EA8-F31A-DC74-5891-0F41873AD941}"/>
              </a:ext>
            </a:extLst>
          </p:cNvPr>
          <p:cNvSpPr/>
          <p:nvPr/>
        </p:nvSpPr>
        <p:spPr>
          <a:xfrm>
            <a:off x="2365437" y="5702331"/>
            <a:ext cx="9823769" cy="1155670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851C400-252B-41EE-48B5-93CFF445DBD3}"/>
              </a:ext>
            </a:extLst>
          </p:cNvPr>
          <p:cNvSpPr txBox="1"/>
          <p:nvPr/>
        </p:nvSpPr>
        <p:spPr>
          <a:xfrm>
            <a:off x="4027688" y="4882964"/>
            <a:ext cx="4505197" cy="1021556"/>
          </a:xfrm>
          <a:prstGeom prst="roundRect">
            <a:avLst/>
          </a:prstGeom>
          <a:solidFill>
            <a:schemeClr val="tx2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À faire : </a:t>
            </a:r>
          </a:p>
          <a:p>
            <a:pPr algn="ctr"/>
            <a:r>
              <a:rPr lang="fr-FR" b="1" dirty="0">
                <a:solidFill>
                  <a:srgbClr val="FFFFFF"/>
                </a:solidFill>
              </a:rPr>
              <a:t>nbr heures/</a:t>
            </a:r>
            <a:r>
              <a:rPr lang="fr-FR" b="1" dirty="0" err="1">
                <a:solidFill>
                  <a:srgbClr val="FFFFFF"/>
                </a:solidFill>
              </a:rPr>
              <a:t>sem</a:t>
            </a:r>
            <a:r>
              <a:rPr lang="fr-FR" b="1" dirty="0">
                <a:solidFill>
                  <a:srgbClr val="FFFFFF"/>
                </a:solidFill>
              </a:rPr>
              <a:t>/chauffeur</a:t>
            </a:r>
          </a:p>
          <a:p>
            <a:pPr algn="ctr"/>
            <a:r>
              <a:rPr lang="fr-F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Samedi/dimanche animation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57560D17-0B85-8D5B-E654-DA434530D981}"/>
              </a:ext>
            </a:extLst>
          </p:cNvPr>
          <p:cNvGrpSpPr/>
          <p:nvPr/>
        </p:nvGrpSpPr>
        <p:grpSpPr>
          <a:xfrm>
            <a:off x="4663475" y="1217568"/>
            <a:ext cx="628062" cy="907054"/>
            <a:chOff x="4693615" y="1216747"/>
            <a:chExt cx="628062" cy="907054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696F2BEE-4DFF-EC21-D044-5C8AC6064099}"/>
                </a:ext>
              </a:extLst>
            </p:cNvPr>
            <p:cNvGrpSpPr/>
            <p:nvPr/>
          </p:nvGrpSpPr>
          <p:grpSpPr>
            <a:xfrm>
              <a:off x="4693615" y="1281875"/>
              <a:ext cx="628062" cy="841926"/>
              <a:chOff x="4162852" y="1301636"/>
              <a:chExt cx="628062" cy="841926"/>
            </a:xfrm>
          </p:grpSpPr>
          <p:pic>
            <p:nvPicPr>
              <p:cNvPr id="28" name="Picture 14" descr="Illustration De Vecteur De Chauffeur D'autobus Scolaire Illustration de  Vecteur - Illustration du humain, enfant: 87254658">
                <a:extLst>
                  <a:ext uri="{FF2B5EF4-FFF2-40B4-BE49-F238E27FC236}">
                    <a16:creationId xmlns:a16="http://schemas.microsoft.com/office/drawing/2014/main" id="{ADB87ACD-ACBA-81D4-C28F-BDF801CE9F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5556" b="55333" l="9932" r="92245">
                            <a14:foregroundMark x1="89660" y1="13889" x2="72381" y2="10000"/>
                            <a14:foregroundMark x1="73333" y1="10667" x2="67483" y2="11111"/>
                            <a14:foregroundMark x1="66259" y1="9556" x2="64898" y2="13444"/>
                            <a14:foregroundMark x1="63401" y1="8889" x2="63537" y2="15556"/>
                            <a14:foregroundMark x1="69252" y1="5556" x2="69252" y2="5556"/>
                            <a14:foregroundMark x1="71156" y1="12667" x2="71565" y2="19556"/>
                            <a14:foregroundMark x1="70612" y1="39556" x2="70068" y2="41556"/>
                            <a14:foregroundMark x1="69524" y1="44444" x2="70748" y2="48778"/>
                            <a14:foregroundMark x1="70204" y1="51444" x2="70340" y2="52778"/>
                            <a14:foregroundMark x1="70068" y1="52889" x2="70068" y2="53556"/>
                            <a14:foregroundMark x1="68980" y1="54111" x2="67075" y2="54222"/>
                            <a14:foregroundMark x1="64082" y1="54778" x2="64082" y2="54778"/>
                            <a14:foregroundMark x1="66531" y1="54778" x2="69252" y2="54889"/>
                            <a14:foregroundMark x1="71837" y1="54778" x2="74014" y2="54778"/>
                            <a14:foregroundMark x1="89700" y1="46333" x2="89937" y2="46534"/>
                            <a14:foregroundMark x1="83673" y1="41222" x2="89700" y2="46333"/>
                            <a14:foregroundMark x1="92245" y1="51444" x2="87347" y2="55333"/>
                            <a14:foregroundMark x1="74014" y1="38000" x2="74422" y2="40556"/>
                            <a14:foregroundMark x1="73333" y1="39111" x2="73061" y2="43222"/>
                            <a14:backgroundMark x1="40544" y1="11778" x2="43129" y2="38889"/>
                            <a14:backgroundMark x1="52381" y1="19444" x2="54286" y2="38000"/>
                            <a14:backgroundMark x1="55238" y1="12556" x2="59320" y2="58111"/>
                            <a14:backgroundMark x1="60816" y1="36444" x2="62177" y2="38778"/>
                            <a14:backgroundMark x1="65442" y1="36444" x2="66122" y2="36556"/>
                            <a14:backgroundMark x1="68571" y1="36556" x2="64354" y2="35333"/>
                            <a14:backgroundMark x1="84898" y1="47111" x2="84490" y2="51556"/>
                            <a14:backgroundMark x1="86122" y1="40667" x2="86122" y2="40667"/>
                            <a14:backgroundMark x1="85850" y1="40222" x2="85850" y2="40222"/>
                            <a14:backgroundMark x1="92109" y1="46333" x2="92109" y2="46333"/>
                            <a14:backgroundMark x1="91156" y1="45556" x2="92789" y2="46444"/>
                            <a14:backgroundMark x1="92517" y1="46667" x2="94422" y2="48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67" t="4222" r="-300" b="44617"/>
              <a:stretch/>
            </p:blipFill>
            <p:spPr bwMode="auto">
              <a:xfrm>
                <a:off x="4162852" y="1301636"/>
                <a:ext cx="628062" cy="8419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9" name="Forme libre : forme 28">
                <a:extLst>
                  <a:ext uri="{FF2B5EF4-FFF2-40B4-BE49-F238E27FC236}">
                    <a16:creationId xmlns:a16="http://schemas.microsoft.com/office/drawing/2014/main" id="{5F9FC3AC-5E79-F401-39B6-DF285C2BBD62}"/>
                  </a:ext>
                </a:extLst>
              </p:cNvPr>
              <p:cNvSpPr/>
              <p:nvPr/>
            </p:nvSpPr>
            <p:spPr>
              <a:xfrm>
                <a:off x="4219457" y="1304268"/>
                <a:ext cx="502152" cy="835993"/>
              </a:xfrm>
              <a:custGeom>
                <a:avLst/>
                <a:gdLst>
                  <a:gd name="connsiteX0" fmla="*/ 66782 w 502152"/>
                  <a:gd name="connsiteY0" fmla="*/ 819457 h 835993"/>
                  <a:gd name="connsiteX1" fmla="*/ 108057 w 502152"/>
                  <a:gd name="connsiteY1" fmla="*/ 765482 h 835993"/>
                  <a:gd name="connsiteX2" fmla="*/ 98532 w 502152"/>
                  <a:gd name="connsiteY2" fmla="*/ 632132 h 835993"/>
                  <a:gd name="connsiteX3" fmla="*/ 146157 w 502152"/>
                  <a:gd name="connsiteY3" fmla="*/ 540057 h 835993"/>
                  <a:gd name="connsiteX4" fmla="*/ 174732 w 502152"/>
                  <a:gd name="connsiteY4" fmla="*/ 540057 h 835993"/>
                  <a:gd name="connsiteX5" fmla="*/ 139807 w 502152"/>
                  <a:gd name="connsiteY5" fmla="*/ 505132 h 835993"/>
                  <a:gd name="connsiteX6" fmla="*/ 66782 w 502152"/>
                  <a:gd name="connsiteY6" fmla="*/ 454332 h 835993"/>
                  <a:gd name="connsiteX7" fmla="*/ 63607 w 502152"/>
                  <a:gd name="connsiteY7" fmla="*/ 314632 h 835993"/>
                  <a:gd name="connsiteX8" fmla="*/ 25507 w 502152"/>
                  <a:gd name="connsiteY8" fmla="*/ 209857 h 835993"/>
                  <a:gd name="connsiteX9" fmla="*/ 107 w 502152"/>
                  <a:gd name="connsiteY9" fmla="*/ 105082 h 835993"/>
                  <a:gd name="connsiteX10" fmla="*/ 35032 w 502152"/>
                  <a:gd name="connsiteY10" fmla="*/ 44757 h 835993"/>
                  <a:gd name="connsiteX11" fmla="*/ 168382 w 502152"/>
                  <a:gd name="connsiteY11" fmla="*/ 307 h 835993"/>
                  <a:gd name="connsiteX12" fmla="*/ 352532 w 502152"/>
                  <a:gd name="connsiteY12" fmla="*/ 66982 h 835993"/>
                  <a:gd name="connsiteX13" fmla="*/ 470007 w 502152"/>
                  <a:gd name="connsiteY13" fmla="*/ 168582 h 835993"/>
                  <a:gd name="connsiteX14" fmla="*/ 425557 w 502152"/>
                  <a:gd name="connsiteY14" fmla="*/ 244782 h 835993"/>
                  <a:gd name="connsiteX15" fmla="*/ 444607 w 502152"/>
                  <a:gd name="connsiteY15" fmla="*/ 343207 h 835993"/>
                  <a:gd name="connsiteX16" fmla="*/ 444607 w 502152"/>
                  <a:gd name="connsiteY16" fmla="*/ 413057 h 835993"/>
                  <a:gd name="connsiteX17" fmla="*/ 409682 w 502152"/>
                  <a:gd name="connsiteY17" fmla="*/ 543232 h 835993"/>
                  <a:gd name="connsiteX18" fmla="*/ 365232 w 502152"/>
                  <a:gd name="connsiteY18" fmla="*/ 584507 h 835993"/>
                  <a:gd name="connsiteX19" fmla="*/ 498582 w 502152"/>
                  <a:gd name="connsiteY19" fmla="*/ 759132 h 835993"/>
                  <a:gd name="connsiteX20" fmla="*/ 428732 w 502152"/>
                  <a:gd name="connsiteY20" fmla="*/ 832157 h 835993"/>
                  <a:gd name="connsiteX21" fmla="*/ 66782 w 502152"/>
                  <a:gd name="connsiteY21" fmla="*/ 819457 h 83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2152" h="835993">
                    <a:moveTo>
                      <a:pt x="66782" y="819457"/>
                    </a:moveTo>
                    <a:cubicBezTo>
                      <a:pt x="13336" y="808344"/>
                      <a:pt x="102765" y="796703"/>
                      <a:pt x="108057" y="765482"/>
                    </a:cubicBezTo>
                    <a:cubicBezTo>
                      <a:pt x="113349" y="734261"/>
                      <a:pt x="92182" y="669703"/>
                      <a:pt x="98532" y="632132"/>
                    </a:cubicBezTo>
                    <a:cubicBezTo>
                      <a:pt x="104882" y="594561"/>
                      <a:pt x="133457" y="555403"/>
                      <a:pt x="146157" y="540057"/>
                    </a:cubicBezTo>
                    <a:cubicBezTo>
                      <a:pt x="158857" y="524711"/>
                      <a:pt x="175790" y="545878"/>
                      <a:pt x="174732" y="540057"/>
                    </a:cubicBezTo>
                    <a:cubicBezTo>
                      <a:pt x="173674" y="534236"/>
                      <a:pt x="157799" y="519420"/>
                      <a:pt x="139807" y="505132"/>
                    </a:cubicBezTo>
                    <a:cubicBezTo>
                      <a:pt x="121815" y="490844"/>
                      <a:pt x="79482" y="486082"/>
                      <a:pt x="66782" y="454332"/>
                    </a:cubicBezTo>
                    <a:cubicBezTo>
                      <a:pt x="54082" y="422582"/>
                      <a:pt x="70486" y="355378"/>
                      <a:pt x="63607" y="314632"/>
                    </a:cubicBezTo>
                    <a:cubicBezTo>
                      <a:pt x="56728" y="273886"/>
                      <a:pt x="36090" y="244782"/>
                      <a:pt x="25507" y="209857"/>
                    </a:cubicBezTo>
                    <a:cubicBezTo>
                      <a:pt x="14924" y="174932"/>
                      <a:pt x="-1480" y="132599"/>
                      <a:pt x="107" y="105082"/>
                    </a:cubicBezTo>
                    <a:cubicBezTo>
                      <a:pt x="1694" y="77565"/>
                      <a:pt x="6986" y="62219"/>
                      <a:pt x="35032" y="44757"/>
                    </a:cubicBezTo>
                    <a:cubicBezTo>
                      <a:pt x="63078" y="27294"/>
                      <a:pt x="115465" y="-3397"/>
                      <a:pt x="168382" y="307"/>
                    </a:cubicBezTo>
                    <a:cubicBezTo>
                      <a:pt x="221299" y="4011"/>
                      <a:pt x="302261" y="38936"/>
                      <a:pt x="352532" y="66982"/>
                    </a:cubicBezTo>
                    <a:cubicBezTo>
                      <a:pt x="402803" y="95028"/>
                      <a:pt x="457836" y="138949"/>
                      <a:pt x="470007" y="168582"/>
                    </a:cubicBezTo>
                    <a:cubicBezTo>
                      <a:pt x="482178" y="198215"/>
                      <a:pt x="429790" y="215678"/>
                      <a:pt x="425557" y="244782"/>
                    </a:cubicBezTo>
                    <a:cubicBezTo>
                      <a:pt x="421324" y="273886"/>
                      <a:pt x="441432" y="315161"/>
                      <a:pt x="444607" y="343207"/>
                    </a:cubicBezTo>
                    <a:cubicBezTo>
                      <a:pt x="447782" y="371253"/>
                      <a:pt x="450428" y="379720"/>
                      <a:pt x="444607" y="413057"/>
                    </a:cubicBezTo>
                    <a:cubicBezTo>
                      <a:pt x="438786" y="446394"/>
                      <a:pt x="422911" y="514657"/>
                      <a:pt x="409682" y="543232"/>
                    </a:cubicBezTo>
                    <a:cubicBezTo>
                      <a:pt x="396453" y="571807"/>
                      <a:pt x="350415" y="548524"/>
                      <a:pt x="365232" y="584507"/>
                    </a:cubicBezTo>
                    <a:cubicBezTo>
                      <a:pt x="380049" y="620490"/>
                      <a:pt x="487999" y="717857"/>
                      <a:pt x="498582" y="759132"/>
                    </a:cubicBezTo>
                    <a:cubicBezTo>
                      <a:pt x="509165" y="800407"/>
                      <a:pt x="499111" y="822103"/>
                      <a:pt x="428732" y="832157"/>
                    </a:cubicBezTo>
                    <a:cubicBezTo>
                      <a:pt x="358353" y="842211"/>
                      <a:pt x="120228" y="830570"/>
                      <a:pt x="66782" y="819457"/>
                    </a:cubicBezTo>
                    <a:close/>
                  </a:path>
                </a:pathLst>
              </a:custGeom>
              <a:solidFill>
                <a:srgbClr val="FFFF00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88E2AD39-E53B-F346-DBED-09A8932B9490}"/>
                </a:ext>
              </a:extLst>
            </p:cNvPr>
            <p:cNvSpPr txBox="1"/>
            <p:nvPr/>
          </p:nvSpPr>
          <p:spPr>
            <a:xfrm>
              <a:off x="4768481" y="1216747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F5054C99-AB80-7C37-767C-FFAA388A9830}"/>
              </a:ext>
            </a:extLst>
          </p:cNvPr>
          <p:cNvGrpSpPr/>
          <p:nvPr/>
        </p:nvGrpSpPr>
        <p:grpSpPr>
          <a:xfrm>
            <a:off x="5488069" y="1227577"/>
            <a:ext cx="575763" cy="898368"/>
            <a:chOff x="5633373" y="1227577"/>
            <a:chExt cx="575763" cy="898368"/>
          </a:xfrm>
        </p:grpSpPr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B79555A1-D890-991B-A623-5B2B15BEF45B}"/>
                </a:ext>
              </a:extLst>
            </p:cNvPr>
            <p:cNvGrpSpPr/>
            <p:nvPr/>
          </p:nvGrpSpPr>
          <p:grpSpPr>
            <a:xfrm>
              <a:off x="5633373" y="1310923"/>
              <a:ext cx="575763" cy="815022"/>
              <a:chOff x="5102610" y="1330684"/>
              <a:chExt cx="575763" cy="815022"/>
            </a:xfrm>
          </p:grpSpPr>
          <p:pic>
            <p:nvPicPr>
              <p:cNvPr id="33" name="Image 32">
                <a:extLst>
                  <a:ext uri="{FF2B5EF4-FFF2-40B4-BE49-F238E27FC236}">
                    <a16:creationId xmlns:a16="http://schemas.microsoft.com/office/drawing/2014/main" id="{4276A6E6-2E79-7214-543F-4F6DCAFB72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530" b="99652" l="9309" r="90426">
                            <a14:foregroundMark x1="66489" y1="7666" x2="86436" y2="24390"/>
                            <a14:foregroundMark x1="86968" y1="20906" x2="87234" y2="23693"/>
                            <a14:foregroundMark x1="84145" y1="44599" x2="84123" y2="44769"/>
                            <a14:foregroundMark x1="87500" y1="19164" x2="84145" y2="44599"/>
                            <a14:foregroundMark x1="86702" y1="18467" x2="73936" y2="9756"/>
                            <a14:foregroundMark x1="82713" y1="14634" x2="81383" y2="48432"/>
                            <a14:foregroundMark x1="90691" y1="22997" x2="72872" y2="13937"/>
                            <a14:foregroundMark x1="72872" y1="13937" x2="70479" y2="14286"/>
                            <a14:foregroundMark x1="75798" y1="6272" x2="63989" y2="5458"/>
                            <a14:foregroundMark x1="65426" y1="9408" x2="64628" y2="17073"/>
                            <a14:foregroundMark x1="63298" y1="18118" x2="63298" y2="22648"/>
                            <a14:foregroundMark x1="64096" y1="23345" x2="64894" y2="26132"/>
                            <a14:foregroundMark x1="63830" y1="25784" x2="63830" y2="25784"/>
                            <a14:foregroundMark x1="63032" y1="25436" x2="63032" y2="25436"/>
                            <a14:foregroundMark x1="62766" y1="24390" x2="62766" y2="24390"/>
                            <a14:foregroundMark x1="62500" y1="16028" x2="63830" y2="24739"/>
                            <a14:foregroundMark x1="63830" y1="17770" x2="64628" y2="24390"/>
                            <a14:foregroundMark x1="76862" y1="33449" x2="76862" y2="33449"/>
                            <a14:foregroundMark x1="77128" y1="33449" x2="77128" y2="33449"/>
                            <a14:foregroundMark x1="75798" y1="32753" x2="81117" y2="32404"/>
                            <a14:foregroundMark x1="79255" y1="29965" x2="79255" y2="29965"/>
                            <a14:foregroundMark x1="72606" y1="67944" x2="73670" y2="90941"/>
                            <a14:foregroundMark x1="75798" y1="66202" x2="77660" y2="99652"/>
                            <a14:foregroundMark x1="76596" y1="68293" x2="67819" y2="64111"/>
                            <a14:foregroundMark x1="71277" y1="60627" x2="72340" y2="61324"/>
                            <a14:foregroundMark x1="83511" y1="65854" x2="84309" y2="65854"/>
                            <a14:foregroundMark x1="84574" y1="65854" x2="84574" y2="65854"/>
                            <a14:foregroundMark x1="85106" y1="66202" x2="85106" y2="66202"/>
                            <a14:foregroundMark x1="84574" y1="65505" x2="84574" y2="65505"/>
                            <a14:foregroundMark x1="82979" y1="65505" x2="88032" y2="70732"/>
                            <a14:foregroundMark x1="65160" y1="66551" x2="59840" y2="75958"/>
                            <a14:foregroundMark x1="89806" y1="90390" x2="90426" y2="99652"/>
                            <a14:foregroundMark x1="90426" y1="99652" x2="90426" y2="99652"/>
                            <a14:foregroundMark x1="75000" y1="61324" x2="75000" y2="61324"/>
                            <a14:backgroundMark x1="55319" y1="17073" x2="40957" y2="78049"/>
                            <a14:backgroundMark x1="63032" y1="78624" x2="63032" y2="85017"/>
                            <a14:backgroundMark x1="63032" y1="27008" x2="63032" y2="64774"/>
                            <a14:backgroundMark x1="81117" y1="57143" x2="81117" y2="57143"/>
                            <a14:backgroundMark x1="82713" y1="51220" x2="84233" y2="64023"/>
                            <a14:backgroundMark x1="84840" y1="49826" x2="84840" y2="49826"/>
                            <a14:backgroundMark x1="47872" y1="19861" x2="11436" y2="85017"/>
                            <a14:backgroundMark x1="28723" y1="45296" x2="26862" y2="98606"/>
                            <a14:backgroundMark x1="56649" y1="24042" x2="57979" y2="48084"/>
                            <a14:backgroundMark x1="57447" y1="3136" x2="55319" y2="6620"/>
                            <a14:backgroundMark x1="62234" y1="6272" x2="62234" y2="6272"/>
                            <a14:backgroundMark x1="62500" y1="3833" x2="59574" y2="7317"/>
                            <a14:backgroundMark x1="48670" y1="74216" x2="48936" y2="98606"/>
                            <a14:backgroundMark x1="62766" y1="84669" x2="63298" y2="96864"/>
                            <a14:backgroundMark x1="46543" y1="78397" x2="45213" y2="97561"/>
                            <a14:backgroundMark x1="50798" y1="73171" x2="53457" y2="91986"/>
                            <a14:backgroundMark x1="53723" y1="82230" x2="53989" y2="84669"/>
                            <a14:backgroundMark x1="84840" y1="78049" x2="85904" y2="90941"/>
                            <a14:backgroundMark x1="78989" y1="56098" x2="78989" y2="56098"/>
                          </a14:backgroundRemoval>
                        </a14:imgEffect>
                      </a14:imgLayer>
                    </a14:imgProps>
                  </a:ext>
                </a:extLst>
              </a:blip>
              <a:srcRect l="54101" t="4747" b="10414"/>
              <a:stretch/>
            </p:blipFill>
            <p:spPr>
              <a:xfrm>
                <a:off x="5102610" y="1330684"/>
                <a:ext cx="575763" cy="812330"/>
              </a:xfrm>
              <a:prstGeom prst="rect">
                <a:avLst/>
              </a:prstGeom>
            </p:spPr>
          </p:pic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D39337E4-4791-A659-05E0-C1E90A58BF7F}"/>
                  </a:ext>
                </a:extLst>
              </p:cNvPr>
              <p:cNvSpPr/>
              <p:nvPr/>
            </p:nvSpPr>
            <p:spPr>
              <a:xfrm>
                <a:off x="5110159" y="1333376"/>
                <a:ext cx="480123" cy="812330"/>
              </a:xfrm>
              <a:custGeom>
                <a:avLst/>
                <a:gdLst>
                  <a:gd name="connsiteX0" fmla="*/ 23273 w 500391"/>
                  <a:gd name="connsiteY0" fmla="*/ 804987 h 828510"/>
                  <a:gd name="connsiteX1" fmla="*/ 80423 w 500391"/>
                  <a:gd name="connsiteY1" fmla="*/ 624012 h 828510"/>
                  <a:gd name="connsiteX2" fmla="*/ 197105 w 500391"/>
                  <a:gd name="connsiteY2" fmla="*/ 528762 h 828510"/>
                  <a:gd name="connsiteX3" fmla="*/ 213773 w 500391"/>
                  <a:gd name="connsiteY3" fmla="*/ 481137 h 828510"/>
                  <a:gd name="connsiteX4" fmla="*/ 128048 w 500391"/>
                  <a:gd name="connsiteY4" fmla="*/ 435893 h 828510"/>
                  <a:gd name="connsiteX5" fmla="*/ 132811 w 500391"/>
                  <a:gd name="connsiteY5" fmla="*/ 223962 h 828510"/>
                  <a:gd name="connsiteX6" fmla="*/ 78042 w 500391"/>
                  <a:gd name="connsiteY6" fmla="*/ 200149 h 828510"/>
                  <a:gd name="connsiteX7" fmla="*/ 94711 w 500391"/>
                  <a:gd name="connsiteY7" fmla="*/ 171574 h 828510"/>
                  <a:gd name="connsiteX8" fmla="*/ 70898 w 500391"/>
                  <a:gd name="connsiteY8" fmla="*/ 69180 h 828510"/>
                  <a:gd name="connsiteX9" fmla="*/ 113761 w 500391"/>
                  <a:gd name="connsiteY9" fmla="*/ 4887 h 828510"/>
                  <a:gd name="connsiteX10" fmla="*/ 337598 w 500391"/>
                  <a:gd name="connsiteY10" fmla="*/ 16793 h 828510"/>
                  <a:gd name="connsiteX11" fmla="*/ 489998 w 500391"/>
                  <a:gd name="connsiteY11" fmla="*/ 114424 h 828510"/>
                  <a:gd name="connsiteX12" fmla="*/ 454280 w 500391"/>
                  <a:gd name="connsiteY12" fmla="*/ 209674 h 828510"/>
                  <a:gd name="connsiteX13" fmla="*/ 430467 w 500391"/>
                  <a:gd name="connsiteY13" fmla="*/ 285874 h 828510"/>
                  <a:gd name="connsiteX14" fmla="*/ 444755 w 500391"/>
                  <a:gd name="connsiteY14" fmla="*/ 304924 h 828510"/>
                  <a:gd name="connsiteX15" fmla="*/ 439992 w 500391"/>
                  <a:gd name="connsiteY15" fmla="*/ 350168 h 828510"/>
                  <a:gd name="connsiteX16" fmla="*/ 389986 w 500391"/>
                  <a:gd name="connsiteY16" fmla="*/ 373980 h 828510"/>
                  <a:gd name="connsiteX17" fmla="*/ 289973 w 500391"/>
                  <a:gd name="connsiteY17" fmla="*/ 478755 h 828510"/>
                  <a:gd name="connsiteX18" fmla="*/ 306642 w 500391"/>
                  <a:gd name="connsiteY18" fmla="*/ 523999 h 828510"/>
                  <a:gd name="connsiteX19" fmla="*/ 411417 w 500391"/>
                  <a:gd name="connsiteY19" fmla="*/ 607343 h 828510"/>
                  <a:gd name="connsiteX20" fmla="*/ 480473 w 500391"/>
                  <a:gd name="connsiteY20" fmla="*/ 804987 h 828510"/>
                  <a:gd name="connsiteX21" fmla="*/ 23273 w 500391"/>
                  <a:gd name="connsiteY21" fmla="*/ 804987 h 828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0391" h="828510">
                    <a:moveTo>
                      <a:pt x="23273" y="804987"/>
                    </a:moveTo>
                    <a:cubicBezTo>
                      <a:pt x="-43402" y="774825"/>
                      <a:pt x="51451" y="670049"/>
                      <a:pt x="80423" y="624012"/>
                    </a:cubicBezTo>
                    <a:cubicBezTo>
                      <a:pt x="109395" y="577975"/>
                      <a:pt x="174880" y="552574"/>
                      <a:pt x="197105" y="528762"/>
                    </a:cubicBezTo>
                    <a:cubicBezTo>
                      <a:pt x="219330" y="504950"/>
                      <a:pt x="225282" y="496615"/>
                      <a:pt x="213773" y="481137"/>
                    </a:cubicBezTo>
                    <a:cubicBezTo>
                      <a:pt x="202264" y="465659"/>
                      <a:pt x="141542" y="478756"/>
                      <a:pt x="128048" y="435893"/>
                    </a:cubicBezTo>
                    <a:cubicBezTo>
                      <a:pt x="114554" y="393030"/>
                      <a:pt x="141145" y="263253"/>
                      <a:pt x="132811" y="223962"/>
                    </a:cubicBezTo>
                    <a:cubicBezTo>
                      <a:pt x="124477" y="184671"/>
                      <a:pt x="84392" y="208880"/>
                      <a:pt x="78042" y="200149"/>
                    </a:cubicBezTo>
                    <a:cubicBezTo>
                      <a:pt x="71692" y="191418"/>
                      <a:pt x="95902" y="193402"/>
                      <a:pt x="94711" y="171574"/>
                    </a:cubicBezTo>
                    <a:cubicBezTo>
                      <a:pt x="93520" y="149746"/>
                      <a:pt x="67723" y="96961"/>
                      <a:pt x="70898" y="69180"/>
                    </a:cubicBezTo>
                    <a:cubicBezTo>
                      <a:pt x="74073" y="41399"/>
                      <a:pt x="69311" y="13618"/>
                      <a:pt x="113761" y="4887"/>
                    </a:cubicBezTo>
                    <a:cubicBezTo>
                      <a:pt x="158211" y="-3844"/>
                      <a:pt x="274892" y="-1463"/>
                      <a:pt x="337598" y="16793"/>
                    </a:cubicBezTo>
                    <a:cubicBezTo>
                      <a:pt x="400304" y="35049"/>
                      <a:pt x="470551" y="82277"/>
                      <a:pt x="489998" y="114424"/>
                    </a:cubicBezTo>
                    <a:cubicBezTo>
                      <a:pt x="509445" y="146571"/>
                      <a:pt x="464202" y="181099"/>
                      <a:pt x="454280" y="209674"/>
                    </a:cubicBezTo>
                    <a:cubicBezTo>
                      <a:pt x="444358" y="238249"/>
                      <a:pt x="432055" y="269999"/>
                      <a:pt x="430467" y="285874"/>
                    </a:cubicBezTo>
                    <a:cubicBezTo>
                      <a:pt x="428880" y="301749"/>
                      <a:pt x="443168" y="294208"/>
                      <a:pt x="444755" y="304924"/>
                    </a:cubicBezTo>
                    <a:cubicBezTo>
                      <a:pt x="446342" y="315640"/>
                      <a:pt x="449120" y="338659"/>
                      <a:pt x="439992" y="350168"/>
                    </a:cubicBezTo>
                    <a:cubicBezTo>
                      <a:pt x="430864" y="361677"/>
                      <a:pt x="414989" y="352549"/>
                      <a:pt x="389986" y="373980"/>
                    </a:cubicBezTo>
                    <a:cubicBezTo>
                      <a:pt x="364983" y="395411"/>
                      <a:pt x="303864" y="453752"/>
                      <a:pt x="289973" y="478755"/>
                    </a:cubicBezTo>
                    <a:cubicBezTo>
                      <a:pt x="276082" y="503758"/>
                      <a:pt x="286401" y="502568"/>
                      <a:pt x="306642" y="523999"/>
                    </a:cubicBezTo>
                    <a:cubicBezTo>
                      <a:pt x="326883" y="545430"/>
                      <a:pt x="382445" y="560512"/>
                      <a:pt x="411417" y="607343"/>
                    </a:cubicBezTo>
                    <a:cubicBezTo>
                      <a:pt x="440389" y="654174"/>
                      <a:pt x="543179" y="772443"/>
                      <a:pt x="480473" y="804987"/>
                    </a:cubicBezTo>
                    <a:cubicBezTo>
                      <a:pt x="417767" y="837531"/>
                      <a:pt x="89948" y="835149"/>
                      <a:pt x="23273" y="804987"/>
                    </a:cubicBezTo>
                    <a:close/>
                  </a:path>
                </a:pathLst>
              </a:custGeom>
              <a:solidFill>
                <a:srgbClr val="E6007E">
                  <a:alpha val="50196"/>
                </a:srgb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16397C1B-40F6-FE51-C12A-4E05DA2A4E5C}"/>
                </a:ext>
              </a:extLst>
            </p:cNvPr>
            <p:cNvSpPr txBox="1"/>
            <p:nvPr/>
          </p:nvSpPr>
          <p:spPr>
            <a:xfrm>
              <a:off x="5684343" y="1227577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5D211C27-5891-1466-265C-65E0794A7AE7}"/>
              </a:ext>
            </a:extLst>
          </p:cNvPr>
          <p:cNvGrpSpPr/>
          <p:nvPr/>
        </p:nvGrpSpPr>
        <p:grpSpPr>
          <a:xfrm>
            <a:off x="6260364" y="1232123"/>
            <a:ext cx="618881" cy="903824"/>
            <a:chOff x="6389138" y="1222598"/>
            <a:chExt cx="618881" cy="903824"/>
          </a:xfrm>
        </p:grpSpPr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84226FF8-FB59-BA24-A275-1E41DC752F58}"/>
                </a:ext>
              </a:extLst>
            </p:cNvPr>
            <p:cNvGrpSpPr/>
            <p:nvPr/>
          </p:nvGrpSpPr>
          <p:grpSpPr>
            <a:xfrm>
              <a:off x="6389138" y="1222598"/>
              <a:ext cx="618881" cy="903824"/>
              <a:chOff x="6389138" y="1222598"/>
              <a:chExt cx="618881" cy="903824"/>
            </a:xfrm>
          </p:grpSpPr>
          <p:pic>
            <p:nvPicPr>
              <p:cNvPr id="38" name="Picture 6" descr="Illustration de chauffeur d'autobus scolaire. | Vecteur Premium">
                <a:extLst>
                  <a:ext uri="{FF2B5EF4-FFF2-40B4-BE49-F238E27FC236}">
                    <a16:creationId xmlns:a16="http://schemas.microsoft.com/office/drawing/2014/main" id="{C97640B5-1ECA-B495-7688-F45DD0A400F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>
                            <a14:foregroundMark x1="69169" y1="10064" x2="69169" y2="10064"/>
                            <a14:backgroundMark x1="50799" y1="13419" x2="42492" y2="96645"/>
                            <a14:backgroundMark x1="42492" y1="96645" x2="42492" y2="96645"/>
                            <a14:backgroundMark x1="55112" y1="11022" x2="54792" y2="77636"/>
                            <a14:backgroundMark x1="57188" y1="72684" x2="57188" y2="72684"/>
                            <a14:backgroundMark x1="57508" y1="72364" x2="59105" y2="81310"/>
                            <a14:backgroundMark x1="65176" y1="73003" x2="65815" y2="78275"/>
                            <a14:backgroundMark x1="65495" y1="68371" x2="66134" y2="69649"/>
                            <a14:backgroundMark x1="77476" y1="66613" x2="80831" y2="79073"/>
                            <a14:backgroundMark x1="77796" y1="70607" x2="77796" y2="84345"/>
                            <a14:backgroundMark x1="75879" y1="80671" x2="75879" y2="80671"/>
                            <a14:backgroundMark x1="74760" y1="76358" x2="75399" y2="81949"/>
                            <a14:backgroundMark x1="75080" y1="82268" x2="74441" y2="84026"/>
                            <a14:backgroundMark x1="74121" y1="83067" x2="74121" y2="77955"/>
                            <a14:backgroundMark x1="78115" y1="66933" x2="79553" y2="62620"/>
                            <a14:backgroundMark x1="79073" y1="59744" x2="79073" y2="59744"/>
                            <a14:backgroundMark x1="76837" y1="64058" x2="75559" y2="64058"/>
                            <a14:backgroundMark x1="75399" y1="49042" x2="75559" y2="53355"/>
                            <a14:backgroundMark x1="77476" y1="40735" x2="77476" y2="40735"/>
                            <a14:backgroundMark x1="83546" y1="35304" x2="82109" y2="43610"/>
                            <a14:backgroundMark x1="56550" y1="31949" x2="56550" y2="31949"/>
                            <a14:backgroundMark x1="58147" y1="32748" x2="58147" y2="32748"/>
                            <a14:backgroundMark x1="56869" y1="30351" x2="57508" y2="36741"/>
                            <a14:backgroundMark x1="57508" y1="30351" x2="58147" y2="31310"/>
                            <a14:backgroundMark x1="58147" y1="31310" x2="58147" y2="32588"/>
                            <a14:backgroundMark x1="58147" y1="32588" x2="58147" y2="32588"/>
                            <a14:backgroundMark x1="57827" y1="47604" x2="56070" y2="56390"/>
                            <a14:backgroundMark x1="58786" y1="48722" x2="60064" y2="54313"/>
                            <a14:backgroundMark x1="60064" y1="53994" x2="60064" y2="53994"/>
                            <a14:backgroundMark x1="60064" y1="50958" x2="61182" y2="50958"/>
                            <a14:backgroundMark x1="61182" y1="50958" x2="61182" y2="509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91" r="10388" b="44795"/>
              <a:stretch/>
            </p:blipFill>
            <p:spPr bwMode="auto">
              <a:xfrm>
                <a:off x="6389138" y="1222598"/>
                <a:ext cx="618881" cy="900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" name="Forme libre : forme 38">
                <a:extLst>
                  <a:ext uri="{FF2B5EF4-FFF2-40B4-BE49-F238E27FC236}">
                    <a16:creationId xmlns:a16="http://schemas.microsoft.com/office/drawing/2014/main" id="{96290211-491C-B73C-B9DE-0CF2B4B0D114}"/>
                  </a:ext>
                </a:extLst>
              </p:cNvPr>
              <p:cNvSpPr/>
              <p:nvPr/>
            </p:nvSpPr>
            <p:spPr>
              <a:xfrm>
                <a:off x="6459846" y="1340173"/>
                <a:ext cx="469806" cy="786249"/>
              </a:xfrm>
              <a:custGeom>
                <a:avLst/>
                <a:gdLst>
                  <a:gd name="connsiteX0" fmla="*/ 62142 w 469806"/>
                  <a:gd name="connsiteY0" fmla="*/ 780016 h 786249"/>
                  <a:gd name="connsiteX1" fmla="*/ 103417 w 469806"/>
                  <a:gd name="connsiteY1" fmla="*/ 694291 h 786249"/>
                  <a:gd name="connsiteX2" fmla="*/ 87542 w 469806"/>
                  <a:gd name="connsiteY2" fmla="*/ 624441 h 786249"/>
                  <a:gd name="connsiteX3" fmla="*/ 122467 w 469806"/>
                  <a:gd name="connsiteY3" fmla="*/ 513316 h 786249"/>
                  <a:gd name="connsiteX4" fmla="*/ 39917 w 469806"/>
                  <a:gd name="connsiteY4" fmla="*/ 487916 h 786249"/>
                  <a:gd name="connsiteX5" fmla="*/ 65317 w 469806"/>
                  <a:gd name="connsiteY5" fmla="*/ 237091 h 786249"/>
                  <a:gd name="connsiteX6" fmla="*/ 27217 w 469806"/>
                  <a:gd name="connsiteY6" fmla="*/ 198991 h 786249"/>
                  <a:gd name="connsiteX7" fmla="*/ 1817 w 469806"/>
                  <a:gd name="connsiteY7" fmla="*/ 62466 h 786249"/>
                  <a:gd name="connsiteX8" fmla="*/ 78017 w 469806"/>
                  <a:gd name="connsiteY8" fmla="*/ 2141 h 786249"/>
                  <a:gd name="connsiteX9" fmla="*/ 246292 w 469806"/>
                  <a:gd name="connsiteY9" fmla="*/ 21191 h 786249"/>
                  <a:gd name="connsiteX10" fmla="*/ 395517 w 469806"/>
                  <a:gd name="connsiteY10" fmla="*/ 94216 h 786249"/>
                  <a:gd name="connsiteX11" fmla="*/ 443142 w 469806"/>
                  <a:gd name="connsiteY11" fmla="*/ 173591 h 786249"/>
                  <a:gd name="connsiteX12" fmla="*/ 395517 w 469806"/>
                  <a:gd name="connsiteY12" fmla="*/ 214866 h 786249"/>
                  <a:gd name="connsiteX13" fmla="*/ 420917 w 469806"/>
                  <a:gd name="connsiteY13" fmla="*/ 303766 h 786249"/>
                  <a:gd name="connsiteX14" fmla="*/ 411392 w 469806"/>
                  <a:gd name="connsiteY14" fmla="*/ 484741 h 786249"/>
                  <a:gd name="connsiteX15" fmla="*/ 306617 w 469806"/>
                  <a:gd name="connsiteY15" fmla="*/ 526016 h 786249"/>
                  <a:gd name="connsiteX16" fmla="*/ 401867 w 469806"/>
                  <a:gd name="connsiteY16" fmla="*/ 605391 h 786249"/>
                  <a:gd name="connsiteX17" fmla="*/ 468542 w 469806"/>
                  <a:gd name="connsiteY17" fmla="*/ 716516 h 786249"/>
                  <a:gd name="connsiteX18" fmla="*/ 411392 w 469806"/>
                  <a:gd name="connsiteY18" fmla="*/ 773666 h 786249"/>
                  <a:gd name="connsiteX19" fmla="*/ 62142 w 469806"/>
                  <a:gd name="connsiteY19" fmla="*/ 780016 h 78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69806" h="786249">
                    <a:moveTo>
                      <a:pt x="62142" y="780016"/>
                    </a:moveTo>
                    <a:cubicBezTo>
                      <a:pt x="10813" y="766787"/>
                      <a:pt x="99184" y="720220"/>
                      <a:pt x="103417" y="694291"/>
                    </a:cubicBezTo>
                    <a:cubicBezTo>
                      <a:pt x="107650" y="668362"/>
                      <a:pt x="84367" y="654604"/>
                      <a:pt x="87542" y="624441"/>
                    </a:cubicBezTo>
                    <a:cubicBezTo>
                      <a:pt x="90717" y="594278"/>
                      <a:pt x="130405" y="536070"/>
                      <a:pt x="122467" y="513316"/>
                    </a:cubicBezTo>
                    <a:cubicBezTo>
                      <a:pt x="114530" y="490562"/>
                      <a:pt x="49442" y="533953"/>
                      <a:pt x="39917" y="487916"/>
                    </a:cubicBezTo>
                    <a:cubicBezTo>
                      <a:pt x="30392" y="441878"/>
                      <a:pt x="67434" y="285245"/>
                      <a:pt x="65317" y="237091"/>
                    </a:cubicBezTo>
                    <a:cubicBezTo>
                      <a:pt x="63200" y="188937"/>
                      <a:pt x="37800" y="228095"/>
                      <a:pt x="27217" y="198991"/>
                    </a:cubicBezTo>
                    <a:cubicBezTo>
                      <a:pt x="16634" y="169887"/>
                      <a:pt x="-6650" y="95274"/>
                      <a:pt x="1817" y="62466"/>
                    </a:cubicBezTo>
                    <a:cubicBezTo>
                      <a:pt x="10284" y="29658"/>
                      <a:pt x="37271" y="9020"/>
                      <a:pt x="78017" y="2141"/>
                    </a:cubicBezTo>
                    <a:cubicBezTo>
                      <a:pt x="118763" y="-4738"/>
                      <a:pt x="193375" y="5845"/>
                      <a:pt x="246292" y="21191"/>
                    </a:cubicBezTo>
                    <a:cubicBezTo>
                      <a:pt x="299209" y="36537"/>
                      <a:pt x="362709" y="68816"/>
                      <a:pt x="395517" y="94216"/>
                    </a:cubicBezTo>
                    <a:cubicBezTo>
                      <a:pt x="428325" y="119616"/>
                      <a:pt x="443142" y="153483"/>
                      <a:pt x="443142" y="173591"/>
                    </a:cubicBezTo>
                    <a:cubicBezTo>
                      <a:pt x="443142" y="193699"/>
                      <a:pt x="399221" y="193170"/>
                      <a:pt x="395517" y="214866"/>
                    </a:cubicBezTo>
                    <a:cubicBezTo>
                      <a:pt x="391813" y="236562"/>
                      <a:pt x="418271" y="258787"/>
                      <a:pt x="420917" y="303766"/>
                    </a:cubicBezTo>
                    <a:cubicBezTo>
                      <a:pt x="423563" y="348745"/>
                      <a:pt x="430442" y="447699"/>
                      <a:pt x="411392" y="484741"/>
                    </a:cubicBezTo>
                    <a:cubicBezTo>
                      <a:pt x="392342" y="521783"/>
                      <a:pt x="308205" y="505908"/>
                      <a:pt x="306617" y="526016"/>
                    </a:cubicBezTo>
                    <a:cubicBezTo>
                      <a:pt x="305030" y="546124"/>
                      <a:pt x="374880" y="573641"/>
                      <a:pt x="401867" y="605391"/>
                    </a:cubicBezTo>
                    <a:cubicBezTo>
                      <a:pt x="428854" y="637141"/>
                      <a:pt x="466955" y="688470"/>
                      <a:pt x="468542" y="716516"/>
                    </a:cubicBezTo>
                    <a:cubicBezTo>
                      <a:pt x="470129" y="744562"/>
                      <a:pt x="479125" y="764670"/>
                      <a:pt x="411392" y="773666"/>
                    </a:cubicBezTo>
                    <a:cubicBezTo>
                      <a:pt x="343659" y="782662"/>
                      <a:pt x="113471" y="793245"/>
                      <a:pt x="62142" y="780016"/>
                    </a:cubicBezTo>
                    <a:close/>
                  </a:path>
                </a:pathLst>
              </a:custGeom>
              <a:solidFill>
                <a:srgbClr val="00B050">
                  <a:alpha val="50196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BDBFBCA5-7615-77B3-EC8A-90734805DA3A}"/>
                </a:ext>
              </a:extLst>
            </p:cNvPr>
            <p:cNvSpPr txBox="1"/>
            <p:nvPr/>
          </p:nvSpPr>
          <p:spPr>
            <a:xfrm>
              <a:off x="6463786" y="1281363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C54B582-E886-F3BD-64AE-3B2FA241200A}"/>
              </a:ext>
            </a:extLst>
          </p:cNvPr>
          <p:cNvGrpSpPr/>
          <p:nvPr/>
        </p:nvGrpSpPr>
        <p:grpSpPr>
          <a:xfrm>
            <a:off x="7075777" y="1284489"/>
            <a:ext cx="696677" cy="852197"/>
            <a:chOff x="7205187" y="1274964"/>
            <a:chExt cx="696677" cy="852197"/>
          </a:xfrm>
        </p:grpSpPr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E75B5B49-C5F9-A33A-58BD-2DE9C486DDE9}"/>
                </a:ext>
              </a:extLst>
            </p:cNvPr>
            <p:cNvGrpSpPr/>
            <p:nvPr/>
          </p:nvGrpSpPr>
          <p:grpSpPr>
            <a:xfrm>
              <a:off x="7205187" y="1310923"/>
              <a:ext cx="696677" cy="816238"/>
              <a:chOff x="6683949" y="1330684"/>
              <a:chExt cx="696677" cy="816238"/>
            </a:xfrm>
          </p:grpSpPr>
          <p:pic>
            <p:nvPicPr>
              <p:cNvPr id="44" name="Picture 2" descr="Illustration De Vecteur De Chauffeur D'autobus Scolaire Illustration de  Vecteur - Illustration of ville, homme: 87254230">
                <a:extLst>
                  <a:ext uri="{FF2B5EF4-FFF2-40B4-BE49-F238E27FC236}">
                    <a16:creationId xmlns:a16="http://schemas.microsoft.com/office/drawing/2014/main" id="{4DAFD3EB-A651-0B2A-C7CF-54273A7896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5444" b="90000" l="9763" r="89974">
                            <a14:foregroundMark x1="67150" y1="8889" x2="67150" y2="8889"/>
                            <a14:foregroundMark x1="68470" y1="5444" x2="68470" y2="5444"/>
                            <a14:foregroundMark x1="73747" y1="44444" x2="73747" y2="44444"/>
                            <a14:foregroundMark x1="70053" y1="43333" x2="70053" y2="43333"/>
                            <a14:backgroundMark x1="50396" y1="26222" x2="46042" y2="65556"/>
                            <a14:backgroundMark x1="46042" y1="65556" x2="46306" y2="66000"/>
                            <a14:backgroundMark x1="45910" y1="15222" x2="47493" y2="78667"/>
                            <a14:backgroundMark x1="50792" y1="19444" x2="50792" y2="19444"/>
                            <a14:backgroundMark x1="54222" y1="15333" x2="55805" y2="40556"/>
                            <a14:backgroundMark x1="33773" y1="16556" x2="25462" y2="66000"/>
                            <a14:backgroundMark x1="18865" y1="26222" x2="22296" y2="72111"/>
                            <a14:backgroundMark x1="20580" y1="30556" x2="30079" y2="85444"/>
                            <a14:backgroundMark x1="41161" y1="52000" x2="41293" y2="84444"/>
                            <a14:backgroundMark x1="62137" y1="57444" x2="62269" y2="65333"/>
                            <a14:backgroundMark x1="58971" y1="36111" x2="57124" y2="55889"/>
                            <a14:backgroundMark x1="60554" y1="41778" x2="60686" y2="44667"/>
                            <a14:backgroundMark x1="75726" y1="39889" x2="75726" y2="39889"/>
                            <a14:backgroundMark x1="76121" y1="40444" x2="76121" y2="40444"/>
                            <a14:backgroundMark x1="75989" y1="40778" x2="75989" y2="40778"/>
                            <a14:backgroundMark x1="77704" y1="39889" x2="82850" y2="42889"/>
                            <a14:backgroundMark x1="82982" y1="53778" x2="82982" y2="70889"/>
                            <a14:backgroundMark x1="60686" y1="34778" x2="61741" y2="4133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4133" b="47067"/>
              <a:stretch/>
            </p:blipFill>
            <p:spPr bwMode="auto">
              <a:xfrm>
                <a:off x="6683949" y="1330684"/>
                <a:ext cx="696677" cy="807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5" name="Forme libre : forme 44">
                <a:extLst>
                  <a:ext uri="{FF2B5EF4-FFF2-40B4-BE49-F238E27FC236}">
                    <a16:creationId xmlns:a16="http://schemas.microsoft.com/office/drawing/2014/main" id="{071CEA61-3C97-40AD-A429-E55056C7C55E}"/>
                  </a:ext>
                </a:extLst>
              </p:cNvPr>
              <p:cNvSpPr/>
              <p:nvPr/>
            </p:nvSpPr>
            <p:spPr>
              <a:xfrm>
                <a:off x="6773301" y="1349096"/>
                <a:ext cx="468960" cy="797826"/>
              </a:xfrm>
              <a:custGeom>
                <a:avLst/>
                <a:gdLst>
                  <a:gd name="connsiteX0" fmla="*/ 18024 w 468960"/>
                  <a:gd name="connsiteY0" fmla="*/ 778154 h 797826"/>
                  <a:gd name="connsiteX1" fmla="*/ 87874 w 468960"/>
                  <a:gd name="connsiteY1" fmla="*/ 654329 h 797826"/>
                  <a:gd name="connsiteX2" fmla="*/ 170424 w 468960"/>
                  <a:gd name="connsiteY2" fmla="*/ 613054 h 797826"/>
                  <a:gd name="connsiteX3" fmla="*/ 183124 w 468960"/>
                  <a:gd name="connsiteY3" fmla="*/ 587654 h 797826"/>
                  <a:gd name="connsiteX4" fmla="*/ 183124 w 468960"/>
                  <a:gd name="connsiteY4" fmla="*/ 555904 h 797826"/>
                  <a:gd name="connsiteX5" fmla="*/ 116449 w 468960"/>
                  <a:gd name="connsiteY5" fmla="*/ 527329 h 797826"/>
                  <a:gd name="connsiteX6" fmla="*/ 91049 w 468960"/>
                  <a:gd name="connsiteY6" fmla="*/ 235229 h 797826"/>
                  <a:gd name="connsiteX7" fmla="*/ 65649 w 468960"/>
                  <a:gd name="connsiteY7" fmla="*/ 228879 h 797826"/>
                  <a:gd name="connsiteX8" fmla="*/ 33899 w 468960"/>
                  <a:gd name="connsiteY8" fmla="*/ 197129 h 797826"/>
                  <a:gd name="connsiteX9" fmla="*/ 49774 w 468960"/>
                  <a:gd name="connsiteY9" fmla="*/ 181254 h 797826"/>
                  <a:gd name="connsiteX10" fmla="*/ 30724 w 468960"/>
                  <a:gd name="connsiteY10" fmla="*/ 60604 h 797826"/>
                  <a:gd name="connsiteX11" fmla="*/ 173599 w 468960"/>
                  <a:gd name="connsiteY11" fmla="*/ 279 h 797826"/>
                  <a:gd name="connsiteX12" fmla="*/ 411724 w 468960"/>
                  <a:gd name="connsiteY12" fmla="*/ 82829 h 797826"/>
                  <a:gd name="connsiteX13" fmla="*/ 468874 w 468960"/>
                  <a:gd name="connsiteY13" fmla="*/ 190779 h 797826"/>
                  <a:gd name="connsiteX14" fmla="*/ 424424 w 468960"/>
                  <a:gd name="connsiteY14" fmla="*/ 219354 h 797826"/>
                  <a:gd name="connsiteX15" fmla="*/ 414899 w 468960"/>
                  <a:gd name="connsiteY15" fmla="*/ 349529 h 797826"/>
                  <a:gd name="connsiteX16" fmla="*/ 437124 w 468960"/>
                  <a:gd name="connsiteY16" fmla="*/ 365404 h 797826"/>
                  <a:gd name="connsiteX17" fmla="*/ 440299 w 468960"/>
                  <a:gd name="connsiteY17" fmla="*/ 432079 h 797826"/>
                  <a:gd name="connsiteX18" fmla="*/ 392674 w 468960"/>
                  <a:gd name="connsiteY18" fmla="*/ 451129 h 797826"/>
                  <a:gd name="connsiteX19" fmla="*/ 373624 w 468960"/>
                  <a:gd name="connsiteY19" fmla="*/ 451129 h 797826"/>
                  <a:gd name="connsiteX20" fmla="*/ 341874 w 468960"/>
                  <a:gd name="connsiteY20" fmla="*/ 498754 h 797826"/>
                  <a:gd name="connsiteX21" fmla="*/ 303774 w 468960"/>
                  <a:gd name="connsiteY21" fmla="*/ 543204 h 797826"/>
                  <a:gd name="connsiteX22" fmla="*/ 268849 w 468960"/>
                  <a:gd name="connsiteY22" fmla="*/ 546379 h 797826"/>
                  <a:gd name="connsiteX23" fmla="*/ 275199 w 468960"/>
                  <a:gd name="connsiteY23" fmla="*/ 603529 h 797826"/>
                  <a:gd name="connsiteX24" fmla="*/ 335524 w 468960"/>
                  <a:gd name="connsiteY24" fmla="*/ 628929 h 797826"/>
                  <a:gd name="connsiteX25" fmla="*/ 376799 w 468960"/>
                  <a:gd name="connsiteY25" fmla="*/ 686079 h 797826"/>
                  <a:gd name="connsiteX26" fmla="*/ 443474 w 468960"/>
                  <a:gd name="connsiteY26" fmla="*/ 787679 h 797826"/>
                  <a:gd name="connsiteX27" fmla="*/ 18024 w 468960"/>
                  <a:gd name="connsiteY27" fmla="*/ 778154 h 79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8960" h="797826">
                    <a:moveTo>
                      <a:pt x="18024" y="778154"/>
                    </a:moveTo>
                    <a:cubicBezTo>
                      <a:pt x="-41243" y="755929"/>
                      <a:pt x="62474" y="681846"/>
                      <a:pt x="87874" y="654329"/>
                    </a:cubicBezTo>
                    <a:cubicBezTo>
                      <a:pt x="113274" y="626812"/>
                      <a:pt x="154549" y="624166"/>
                      <a:pt x="170424" y="613054"/>
                    </a:cubicBezTo>
                    <a:cubicBezTo>
                      <a:pt x="186299" y="601941"/>
                      <a:pt x="181007" y="597179"/>
                      <a:pt x="183124" y="587654"/>
                    </a:cubicBezTo>
                    <a:cubicBezTo>
                      <a:pt x="185241" y="578129"/>
                      <a:pt x="194236" y="565958"/>
                      <a:pt x="183124" y="555904"/>
                    </a:cubicBezTo>
                    <a:cubicBezTo>
                      <a:pt x="172012" y="545850"/>
                      <a:pt x="131795" y="580775"/>
                      <a:pt x="116449" y="527329"/>
                    </a:cubicBezTo>
                    <a:cubicBezTo>
                      <a:pt x="101103" y="473883"/>
                      <a:pt x="99516" y="284971"/>
                      <a:pt x="91049" y="235229"/>
                    </a:cubicBezTo>
                    <a:cubicBezTo>
                      <a:pt x="82582" y="185487"/>
                      <a:pt x="75174" y="235229"/>
                      <a:pt x="65649" y="228879"/>
                    </a:cubicBezTo>
                    <a:cubicBezTo>
                      <a:pt x="56124" y="222529"/>
                      <a:pt x="36545" y="205066"/>
                      <a:pt x="33899" y="197129"/>
                    </a:cubicBezTo>
                    <a:cubicBezTo>
                      <a:pt x="31253" y="189192"/>
                      <a:pt x="50303" y="204008"/>
                      <a:pt x="49774" y="181254"/>
                    </a:cubicBezTo>
                    <a:cubicBezTo>
                      <a:pt x="49245" y="158500"/>
                      <a:pt x="10087" y="90766"/>
                      <a:pt x="30724" y="60604"/>
                    </a:cubicBezTo>
                    <a:cubicBezTo>
                      <a:pt x="51361" y="30442"/>
                      <a:pt x="110099" y="-3425"/>
                      <a:pt x="173599" y="279"/>
                    </a:cubicBezTo>
                    <a:cubicBezTo>
                      <a:pt x="237099" y="3983"/>
                      <a:pt x="362512" y="51079"/>
                      <a:pt x="411724" y="82829"/>
                    </a:cubicBezTo>
                    <a:cubicBezTo>
                      <a:pt x="460937" y="114579"/>
                      <a:pt x="466757" y="168025"/>
                      <a:pt x="468874" y="190779"/>
                    </a:cubicBezTo>
                    <a:cubicBezTo>
                      <a:pt x="470991" y="213533"/>
                      <a:pt x="433420" y="192896"/>
                      <a:pt x="424424" y="219354"/>
                    </a:cubicBezTo>
                    <a:cubicBezTo>
                      <a:pt x="415428" y="245812"/>
                      <a:pt x="412782" y="325187"/>
                      <a:pt x="414899" y="349529"/>
                    </a:cubicBezTo>
                    <a:cubicBezTo>
                      <a:pt x="417016" y="373871"/>
                      <a:pt x="432891" y="351646"/>
                      <a:pt x="437124" y="365404"/>
                    </a:cubicBezTo>
                    <a:cubicBezTo>
                      <a:pt x="441357" y="379162"/>
                      <a:pt x="447707" y="417792"/>
                      <a:pt x="440299" y="432079"/>
                    </a:cubicBezTo>
                    <a:cubicBezTo>
                      <a:pt x="432891" y="446366"/>
                      <a:pt x="403787" y="447954"/>
                      <a:pt x="392674" y="451129"/>
                    </a:cubicBezTo>
                    <a:cubicBezTo>
                      <a:pt x="381561" y="454304"/>
                      <a:pt x="382091" y="443191"/>
                      <a:pt x="373624" y="451129"/>
                    </a:cubicBezTo>
                    <a:cubicBezTo>
                      <a:pt x="365157" y="459066"/>
                      <a:pt x="353516" y="483408"/>
                      <a:pt x="341874" y="498754"/>
                    </a:cubicBezTo>
                    <a:cubicBezTo>
                      <a:pt x="330232" y="514100"/>
                      <a:pt x="315945" y="535267"/>
                      <a:pt x="303774" y="543204"/>
                    </a:cubicBezTo>
                    <a:cubicBezTo>
                      <a:pt x="291603" y="551141"/>
                      <a:pt x="273612" y="536325"/>
                      <a:pt x="268849" y="546379"/>
                    </a:cubicBezTo>
                    <a:cubicBezTo>
                      <a:pt x="264087" y="556433"/>
                      <a:pt x="264086" y="589771"/>
                      <a:pt x="275199" y="603529"/>
                    </a:cubicBezTo>
                    <a:cubicBezTo>
                      <a:pt x="286312" y="617287"/>
                      <a:pt x="318591" y="615171"/>
                      <a:pt x="335524" y="628929"/>
                    </a:cubicBezTo>
                    <a:cubicBezTo>
                      <a:pt x="352457" y="642687"/>
                      <a:pt x="358807" y="659621"/>
                      <a:pt x="376799" y="686079"/>
                    </a:cubicBezTo>
                    <a:cubicBezTo>
                      <a:pt x="394791" y="712537"/>
                      <a:pt x="498507" y="771275"/>
                      <a:pt x="443474" y="787679"/>
                    </a:cubicBezTo>
                    <a:cubicBezTo>
                      <a:pt x="388441" y="804083"/>
                      <a:pt x="77291" y="800379"/>
                      <a:pt x="18024" y="778154"/>
                    </a:cubicBezTo>
                    <a:close/>
                  </a:path>
                </a:pathLst>
              </a:custGeom>
              <a:solidFill>
                <a:srgbClr val="00B0F0">
                  <a:alpha val="50196"/>
                </a:srgbClr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B0F50922-BE25-B54F-D9BD-46E4ECAA2310}"/>
                </a:ext>
              </a:extLst>
            </p:cNvPr>
            <p:cNvSpPr txBox="1"/>
            <p:nvPr/>
          </p:nvSpPr>
          <p:spPr>
            <a:xfrm>
              <a:off x="7322033" y="1274964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E98152A6-5759-38B1-699E-A567769184CE}"/>
              </a:ext>
            </a:extLst>
          </p:cNvPr>
          <p:cNvGrpSpPr/>
          <p:nvPr/>
        </p:nvGrpSpPr>
        <p:grpSpPr>
          <a:xfrm>
            <a:off x="7968986" y="1292953"/>
            <a:ext cx="550000" cy="838412"/>
            <a:chOff x="7966342" y="1283428"/>
            <a:chExt cx="550000" cy="838412"/>
          </a:xfrm>
        </p:grpSpPr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B2032EB5-F059-A221-0EC0-6DEED69CD19D}"/>
                </a:ext>
              </a:extLst>
            </p:cNvPr>
            <p:cNvGrpSpPr/>
            <p:nvPr/>
          </p:nvGrpSpPr>
          <p:grpSpPr>
            <a:xfrm>
              <a:off x="7966342" y="1283428"/>
              <a:ext cx="550000" cy="838412"/>
              <a:chOff x="7435579" y="1324618"/>
              <a:chExt cx="550000" cy="838412"/>
            </a:xfrm>
          </p:grpSpPr>
          <p:pic>
            <p:nvPicPr>
              <p:cNvPr id="49" name="Picture 12" descr="Premium Vector | School bus driver vector illustration.">
                <a:extLst>
                  <a:ext uri="{FF2B5EF4-FFF2-40B4-BE49-F238E27FC236}">
                    <a16:creationId xmlns:a16="http://schemas.microsoft.com/office/drawing/2014/main" id="{437D40AE-64BC-EF96-52D2-374556A63D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10000" b="90000" l="10000" r="90000">
                            <a14:backgroundMark x1="51917" y1="19169" x2="53035" y2="47764"/>
                            <a14:backgroundMark x1="53035" y1="47764" x2="49840" y2="59744"/>
                            <a14:backgroundMark x1="49840" y1="59744" x2="49840" y2="60224"/>
                            <a14:backgroundMark x1="80351" y1="41534" x2="79872" y2="42971"/>
                            <a14:backgroundMark x1="78435" y1="42492" x2="78435" y2="42492"/>
                            <a14:backgroundMark x1="76997" y1="42013" x2="80831" y2="44249"/>
                            <a14:backgroundMark x1="56869" y1="19329" x2="58307" y2="34345"/>
                            <a14:backgroundMark x1="58786" y1="34505" x2="57029" y2="53674"/>
                            <a14:backgroundMark x1="39457" y1="14377" x2="32588" y2="76677"/>
                            <a14:backgroundMark x1="42812" y1="53514" x2="43930" y2="82268"/>
                            <a14:backgroundMark x1="48722" y1="68211" x2="53355" y2="85463"/>
                            <a14:backgroundMark x1="54473" y1="67252" x2="56390" y2="79393"/>
                            <a14:backgroundMark x1="59585" y1="51438" x2="59585" y2="51438"/>
                            <a14:backgroundMark x1="62460" y1="51118" x2="62460" y2="51118"/>
                            <a14:backgroundMark x1="63578" y1="50160" x2="63578" y2="50160"/>
                            <a14:backgroundMark x1="63259" y1="51278" x2="63259" y2="51278"/>
                            <a14:backgroundMark x1="63099" y1="51597" x2="63099" y2="51597"/>
                            <a14:backgroundMark x1="57827" y1="54153" x2="56390" y2="72843"/>
                            <a14:backgroundMark x1="76677" y1="42173" x2="76677" y2="4217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239" t="10107" r="12289" b="40217"/>
              <a:stretch/>
            </p:blipFill>
            <p:spPr bwMode="auto">
              <a:xfrm>
                <a:off x="7435579" y="1324618"/>
                <a:ext cx="550000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0" name="Forme libre : forme 49">
                <a:extLst>
                  <a:ext uri="{FF2B5EF4-FFF2-40B4-BE49-F238E27FC236}">
                    <a16:creationId xmlns:a16="http://schemas.microsoft.com/office/drawing/2014/main" id="{6DD204AC-C261-B163-125F-16B01267215D}"/>
                  </a:ext>
                </a:extLst>
              </p:cNvPr>
              <p:cNvSpPr/>
              <p:nvPr/>
            </p:nvSpPr>
            <p:spPr>
              <a:xfrm>
                <a:off x="7511884" y="1368841"/>
                <a:ext cx="436727" cy="794189"/>
              </a:xfrm>
              <a:custGeom>
                <a:avLst/>
                <a:gdLst>
                  <a:gd name="connsiteX0" fmla="*/ 25857 w 434417"/>
                  <a:gd name="connsiteY0" fmla="*/ 771109 h 794189"/>
                  <a:gd name="connsiteX1" fmla="*/ 73482 w 434417"/>
                  <a:gd name="connsiteY1" fmla="*/ 606009 h 794189"/>
                  <a:gd name="connsiteX2" fmla="*/ 143332 w 434417"/>
                  <a:gd name="connsiteY2" fmla="*/ 548859 h 794189"/>
                  <a:gd name="connsiteX3" fmla="*/ 152857 w 434417"/>
                  <a:gd name="connsiteY3" fmla="*/ 494884 h 794189"/>
                  <a:gd name="connsiteX4" fmla="*/ 79832 w 434417"/>
                  <a:gd name="connsiteY4" fmla="*/ 425034 h 794189"/>
                  <a:gd name="connsiteX5" fmla="*/ 60782 w 434417"/>
                  <a:gd name="connsiteY5" fmla="*/ 352009 h 794189"/>
                  <a:gd name="connsiteX6" fmla="*/ 32207 w 434417"/>
                  <a:gd name="connsiteY6" fmla="*/ 285334 h 794189"/>
                  <a:gd name="connsiteX7" fmla="*/ 35382 w 434417"/>
                  <a:gd name="connsiteY7" fmla="*/ 225009 h 794189"/>
                  <a:gd name="connsiteX8" fmla="*/ 35382 w 434417"/>
                  <a:gd name="connsiteY8" fmla="*/ 186909 h 794189"/>
                  <a:gd name="connsiteX9" fmla="*/ 457 w 434417"/>
                  <a:gd name="connsiteY9" fmla="*/ 88484 h 794189"/>
                  <a:gd name="connsiteX10" fmla="*/ 63957 w 434417"/>
                  <a:gd name="connsiteY10" fmla="*/ 15459 h 794189"/>
                  <a:gd name="connsiteX11" fmla="*/ 171907 w 434417"/>
                  <a:gd name="connsiteY11" fmla="*/ 2759 h 794189"/>
                  <a:gd name="connsiteX12" fmla="*/ 321132 w 434417"/>
                  <a:gd name="connsiteY12" fmla="*/ 53559 h 794189"/>
                  <a:gd name="connsiteX13" fmla="*/ 419557 w 434417"/>
                  <a:gd name="connsiteY13" fmla="*/ 164684 h 794189"/>
                  <a:gd name="connsiteX14" fmla="*/ 356057 w 434417"/>
                  <a:gd name="connsiteY14" fmla="*/ 205959 h 794189"/>
                  <a:gd name="connsiteX15" fmla="*/ 362407 w 434417"/>
                  <a:gd name="connsiteY15" fmla="*/ 228184 h 794189"/>
                  <a:gd name="connsiteX16" fmla="*/ 384632 w 434417"/>
                  <a:gd name="connsiteY16" fmla="*/ 234534 h 794189"/>
                  <a:gd name="connsiteX17" fmla="*/ 381457 w 434417"/>
                  <a:gd name="connsiteY17" fmla="*/ 336134 h 794189"/>
                  <a:gd name="connsiteX18" fmla="*/ 346532 w 434417"/>
                  <a:gd name="connsiteY18" fmla="*/ 355184 h 794189"/>
                  <a:gd name="connsiteX19" fmla="*/ 352882 w 434417"/>
                  <a:gd name="connsiteY19" fmla="*/ 415509 h 794189"/>
                  <a:gd name="connsiteX20" fmla="*/ 283032 w 434417"/>
                  <a:gd name="connsiteY20" fmla="*/ 466309 h 794189"/>
                  <a:gd name="connsiteX21" fmla="*/ 276682 w 434417"/>
                  <a:gd name="connsiteY21" fmla="*/ 494884 h 794189"/>
                  <a:gd name="connsiteX22" fmla="*/ 365582 w 434417"/>
                  <a:gd name="connsiteY22" fmla="*/ 567909 h 794189"/>
                  <a:gd name="connsiteX23" fmla="*/ 413207 w 434417"/>
                  <a:gd name="connsiteY23" fmla="*/ 771109 h 794189"/>
                  <a:gd name="connsiteX24" fmla="*/ 25857 w 434417"/>
                  <a:gd name="connsiteY24" fmla="*/ 771109 h 794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4417" h="794189">
                    <a:moveTo>
                      <a:pt x="25857" y="771109"/>
                    </a:moveTo>
                    <a:cubicBezTo>
                      <a:pt x="-30764" y="743592"/>
                      <a:pt x="53903" y="643051"/>
                      <a:pt x="73482" y="606009"/>
                    </a:cubicBezTo>
                    <a:cubicBezTo>
                      <a:pt x="93061" y="568967"/>
                      <a:pt x="130103" y="567380"/>
                      <a:pt x="143332" y="548859"/>
                    </a:cubicBezTo>
                    <a:cubicBezTo>
                      <a:pt x="156561" y="530338"/>
                      <a:pt x="163440" y="515521"/>
                      <a:pt x="152857" y="494884"/>
                    </a:cubicBezTo>
                    <a:cubicBezTo>
                      <a:pt x="142274" y="474246"/>
                      <a:pt x="95178" y="448846"/>
                      <a:pt x="79832" y="425034"/>
                    </a:cubicBezTo>
                    <a:cubicBezTo>
                      <a:pt x="64486" y="401222"/>
                      <a:pt x="68720" y="375292"/>
                      <a:pt x="60782" y="352009"/>
                    </a:cubicBezTo>
                    <a:cubicBezTo>
                      <a:pt x="52845" y="328726"/>
                      <a:pt x="36440" y="306501"/>
                      <a:pt x="32207" y="285334"/>
                    </a:cubicBezTo>
                    <a:cubicBezTo>
                      <a:pt x="27974" y="264167"/>
                      <a:pt x="34853" y="241413"/>
                      <a:pt x="35382" y="225009"/>
                    </a:cubicBezTo>
                    <a:cubicBezTo>
                      <a:pt x="35911" y="208605"/>
                      <a:pt x="41203" y="209663"/>
                      <a:pt x="35382" y="186909"/>
                    </a:cubicBezTo>
                    <a:cubicBezTo>
                      <a:pt x="29561" y="164155"/>
                      <a:pt x="-4305" y="117059"/>
                      <a:pt x="457" y="88484"/>
                    </a:cubicBezTo>
                    <a:cubicBezTo>
                      <a:pt x="5219" y="59909"/>
                      <a:pt x="35382" y="29746"/>
                      <a:pt x="63957" y="15459"/>
                    </a:cubicBezTo>
                    <a:cubicBezTo>
                      <a:pt x="92532" y="1172"/>
                      <a:pt x="129045" y="-3591"/>
                      <a:pt x="171907" y="2759"/>
                    </a:cubicBezTo>
                    <a:cubicBezTo>
                      <a:pt x="214769" y="9109"/>
                      <a:pt x="279857" y="26572"/>
                      <a:pt x="321132" y="53559"/>
                    </a:cubicBezTo>
                    <a:cubicBezTo>
                      <a:pt x="362407" y="80546"/>
                      <a:pt x="413736" y="139284"/>
                      <a:pt x="419557" y="164684"/>
                    </a:cubicBezTo>
                    <a:cubicBezTo>
                      <a:pt x="425378" y="190084"/>
                      <a:pt x="365582" y="195376"/>
                      <a:pt x="356057" y="205959"/>
                    </a:cubicBezTo>
                    <a:cubicBezTo>
                      <a:pt x="346532" y="216542"/>
                      <a:pt x="357645" y="223422"/>
                      <a:pt x="362407" y="228184"/>
                    </a:cubicBezTo>
                    <a:cubicBezTo>
                      <a:pt x="367169" y="232946"/>
                      <a:pt x="381457" y="216542"/>
                      <a:pt x="384632" y="234534"/>
                    </a:cubicBezTo>
                    <a:cubicBezTo>
                      <a:pt x="387807" y="252526"/>
                      <a:pt x="387807" y="316026"/>
                      <a:pt x="381457" y="336134"/>
                    </a:cubicBezTo>
                    <a:cubicBezTo>
                      <a:pt x="375107" y="356242"/>
                      <a:pt x="351294" y="341955"/>
                      <a:pt x="346532" y="355184"/>
                    </a:cubicBezTo>
                    <a:cubicBezTo>
                      <a:pt x="341770" y="368413"/>
                      <a:pt x="363465" y="396988"/>
                      <a:pt x="352882" y="415509"/>
                    </a:cubicBezTo>
                    <a:cubicBezTo>
                      <a:pt x="342299" y="434030"/>
                      <a:pt x="295732" y="453080"/>
                      <a:pt x="283032" y="466309"/>
                    </a:cubicBezTo>
                    <a:cubicBezTo>
                      <a:pt x="270332" y="479538"/>
                      <a:pt x="262924" y="477951"/>
                      <a:pt x="276682" y="494884"/>
                    </a:cubicBezTo>
                    <a:cubicBezTo>
                      <a:pt x="290440" y="511817"/>
                      <a:pt x="342828" y="521872"/>
                      <a:pt x="365582" y="567909"/>
                    </a:cubicBezTo>
                    <a:cubicBezTo>
                      <a:pt x="388336" y="613946"/>
                      <a:pt x="473532" y="737242"/>
                      <a:pt x="413207" y="771109"/>
                    </a:cubicBezTo>
                    <a:cubicBezTo>
                      <a:pt x="352882" y="804976"/>
                      <a:pt x="82478" y="798626"/>
                      <a:pt x="25857" y="771109"/>
                    </a:cubicBezTo>
                    <a:close/>
                  </a:path>
                </a:pathLst>
              </a:custGeom>
              <a:solidFill>
                <a:srgbClr val="FC8F0C">
                  <a:alpha val="50196"/>
                </a:srgbClr>
              </a:solidFill>
              <a:ln>
                <a:solidFill>
                  <a:srgbClr val="FC8F0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45786908-397E-17E9-E50A-1C9B3C3E0B29}"/>
                </a:ext>
              </a:extLst>
            </p:cNvPr>
            <p:cNvSpPr txBox="1"/>
            <p:nvPr/>
          </p:nvSpPr>
          <p:spPr>
            <a:xfrm>
              <a:off x="8045173" y="1301875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FC8F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AD5471C0-CCEA-8BD5-706D-C432D0AC4834}"/>
              </a:ext>
            </a:extLst>
          </p:cNvPr>
          <p:cNvGrpSpPr/>
          <p:nvPr/>
        </p:nvGrpSpPr>
        <p:grpSpPr>
          <a:xfrm>
            <a:off x="8715520" y="1301961"/>
            <a:ext cx="522448" cy="839073"/>
            <a:chOff x="8715520" y="1301961"/>
            <a:chExt cx="522448" cy="839073"/>
          </a:xfrm>
        </p:grpSpPr>
        <p:grpSp>
          <p:nvGrpSpPr>
            <p:cNvPr id="52" name="Groupe 51">
              <a:extLst>
                <a:ext uri="{FF2B5EF4-FFF2-40B4-BE49-F238E27FC236}">
                  <a16:creationId xmlns:a16="http://schemas.microsoft.com/office/drawing/2014/main" id="{3F9BC399-1D83-DB63-82AE-D6A65A47CA46}"/>
                </a:ext>
              </a:extLst>
            </p:cNvPr>
            <p:cNvGrpSpPr/>
            <p:nvPr/>
          </p:nvGrpSpPr>
          <p:grpSpPr>
            <a:xfrm>
              <a:off x="8715520" y="1302671"/>
              <a:ext cx="522448" cy="838363"/>
              <a:chOff x="8184757" y="1322432"/>
              <a:chExt cx="522448" cy="838363"/>
            </a:xfrm>
          </p:grpSpPr>
          <p:pic>
            <p:nvPicPr>
              <p:cNvPr id="55" name="Picture 10" descr="Jeune, caucasien, femelle, autobus scolaire | Vecteur Premium">
                <a:extLst>
                  <a:ext uri="{FF2B5EF4-FFF2-40B4-BE49-F238E27FC236}">
                    <a16:creationId xmlns:a16="http://schemas.microsoft.com/office/drawing/2014/main" id="{4A301506-DA57-D63A-9A70-2BB9FE29E2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ackgroundRemoval t="10000" b="90000" l="10000" r="90000">
                            <a14:backgroundMark x1="53355" y1="16773" x2="50160" y2="81949"/>
                            <a14:backgroundMark x1="50160" y1="81949" x2="50639" y2="82588"/>
                            <a14:backgroundMark x1="57348" y1="29553" x2="57348" y2="30032"/>
                            <a14:backgroundMark x1="57029" y1="37859" x2="57029" y2="38339"/>
                            <a14:backgroundMark x1="42013" y1="5112" x2="40256" y2="79073"/>
                            <a14:backgroundMark x1="54473" y1="34665" x2="61821" y2="66134"/>
                            <a14:backgroundMark x1="55591" y1="70447" x2="52875" y2="86581"/>
                            <a14:backgroundMark x1="56390" y1="60224" x2="63099" y2="77316"/>
                            <a14:backgroundMark x1="59744" y1="69968" x2="83387" y2="71246"/>
                            <a14:backgroundMark x1="52396" y1="51597" x2="52396" y2="51597"/>
                            <a14:backgroundMark x1="42173" y1="14377" x2="33067" y2="73642"/>
                            <a14:backgroundMark x1="57188" y1="25080" x2="57827" y2="30831"/>
                            <a14:backgroundMark x1="58626" y1="37540" x2="60383" y2="41693"/>
                            <a14:backgroundMark x1="33866" y1="19968" x2="29872" y2="59585"/>
                            <a14:backgroundMark x1="78594" y1="44409" x2="78594" y2="44409"/>
                            <a14:backgroundMark x1="79553" y1="44569" x2="79553" y2="44569"/>
                            <a14:backgroundMark x1="76198" y1="44888" x2="76198" y2="44888"/>
                            <a14:backgroundMark x1="75879" y1="44888" x2="75879" y2="44888"/>
                            <a14:backgroundMark x1="75879" y1="44888" x2="78754" y2="46805"/>
                            <a14:backgroundMark x1="80032" y1="49042" x2="78754" y2="47444"/>
                            <a14:backgroundMark x1="78115" y1="43930" x2="79872" y2="40575"/>
                            <a14:backgroundMark x1="75719" y1="44728" x2="75719" y2="44728"/>
                            <a14:backgroundMark x1="75559" y1="44728" x2="75559" y2="44728"/>
                            <a14:backgroundMark x1="58147" y1="31949" x2="58147" y2="31949"/>
                            <a14:backgroundMark x1="61022" y1="51597" x2="61022" y2="51597"/>
                            <a14:backgroundMark x1="62780" y1="51917" x2="62780" y2="51917"/>
                            <a14:backgroundMark x1="62780" y1="51118" x2="62780" y2="5111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056" t="10201" r="9962" b="33583"/>
              <a:stretch/>
            </p:blipFill>
            <p:spPr bwMode="auto">
              <a:xfrm>
                <a:off x="8184757" y="1322432"/>
                <a:ext cx="522448" cy="816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6" name="Forme libre : forme 55">
                <a:extLst>
                  <a:ext uri="{FF2B5EF4-FFF2-40B4-BE49-F238E27FC236}">
                    <a16:creationId xmlns:a16="http://schemas.microsoft.com/office/drawing/2014/main" id="{2400D305-DA3B-4D1B-F25E-2B57FB90CACA}"/>
                  </a:ext>
                </a:extLst>
              </p:cNvPr>
              <p:cNvSpPr/>
              <p:nvPr/>
            </p:nvSpPr>
            <p:spPr>
              <a:xfrm>
                <a:off x="8246047" y="1349635"/>
                <a:ext cx="421861" cy="811160"/>
              </a:xfrm>
              <a:custGeom>
                <a:avLst/>
                <a:gdLst>
                  <a:gd name="connsiteX0" fmla="*/ 54991 w 421861"/>
                  <a:gd name="connsiteY0" fmla="*/ 788728 h 811160"/>
                  <a:gd name="connsiteX1" fmla="*/ 71659 w 421861"/>
                  <a:gd name="connsiteY1" fmla="*/ 562509 h 811160"/>
                  <a:gd name="connsiteX2" fmla="*/ 121666 w 421861"/>
                  <a:gd name="connsiteY2" fmla="*/ 538696 h 811160"/>
                  <a:gd name="connsiteX3" fmla="*/ 131191 w 421861"/>
                  <a:gd name="connsiteY3" fmla="*/ 479165 h 811160"/>
                  <a:gd name="connsiteX4" fmla="*/ 71659 w 421861"/>
                  <a:gd name="connsiteY4" fmla="*/ 410109 h 811160"/>
                  <a:gd name="connsiteX5" fmla="*/ 62134 w 421861"/>
                  <a:gd name="connsiteY5" fmla="*/ 341053 h 811160"/>
                  <a:gd name="connsiteX6" fmla="*/ 12128 w 421861"/>
                  <a:gd name="connsiteY6" fmla="*/ 279140 h 811160"/>
                  <a:gd name="connsiteX7" fmla="*/ 12128 w 421861"/>
                  <a:gd name="connsiteY7" fmla="*/ 171984 h 811160"/>
                  <a:gd name="connsiteX8" fmla="*/ 222 w 421861"/>
                  <a:gd name="connsiteY8" fmla="*/ 86259 h 811160"/>
                  <a:gd name="connsiteX9" fmla="*/ 24034 w 421861"/>
                  <a:gd name="connsiteY9" fmla="*/ 33871 h 811160"/>
                  <a:gd name="connsiteX10" fmla="*/ 83566 w 421861"/>
                  <a:gd name="connsiteY10" fmla="*/ 534 h 811160"/>
                  <a:gd name="connsiteX11" fmla="*/ 338359 w 421861"/>
                  <a:gd name="connsiteY11" fmla="*/ 60065 h 811160"/>
                  <a:gd name="connsiteX12" fmla="*/ 421703 w 421861"/>
                  <a:gd name="connsiteY12" fmla="*/ 176746 h 811160"/>
                  <a:gd name="connsiteX13" fmla="*/ 359791 w 421861"/>
                  <a:gd name="connsiteY13" fmla="*/ 205321 h 811160"/>
                  <a:gd name="connsiteX14" fmla="*/ 376459 w 421861"/>
                  <a:gd name="connsiteY14" fmla="*/ 210084 h 811160"/>
                  <a:gd name="connsiteX15" fmla="*/ 369316 w 421861"/>
                  <a:gd name="connsiteY15" fmla="*/ 271996 h 811160"/>
                  <a:gd name="connsiteX16" fmla="*/ 364553 w 421861"/>
                  <a:gd name="connsiteY16" fmla="*/ 379153 h 811160"/>
                  <a:gd name="connsiteX17" fmla="*/ 316928 w 421861"/>
                  <a:gd name="connsiteY17" fmla="*/ 362484 h 811160"/>
                  <a:gd name="connsiteX18" fmla="*/ 305022 w 421861"/>
                  <a:gd name="connsiteY18" fmla="*/ 414871 h 811160"/>
                  <a:gd name="connsiteX19" fmla="*/ 250253 w 421861"/>
                  <a:gd name="connsiteY19" fmla="*/ 467259 h 811160"/>
                  <a:gd name="connsiteX20" fmla="*/ 269303 w 421861"/>
                  <a:gd name="connsiteY20" fmla="*/ 495834 h 811160"/>
                  <a:gd name="connsiteX21" fmla="*/ 359791 w 421861"/>
                  <a:gd name="connsiteY21" fmla="*/ 593465 h 811160"/>
                  <a:gd name="connsiteX22" fmla="*/ 405034 w 421861"/>
                  <a:gd name="connsiteY22" fmla="*/ 679190 h 811160"/>
                  <a:gd name="connsiteX23" fmla="*/ 343122 w 421861"/>
                  <a:gd name="connsiteY23" fmla="*/ 791109 h 811160"/>
                  <a:gd name="connsiteX24" fmla="*/ 54991 w 421861"/>
                  <a:gd name="connsiteY24" fmla="*/ 788728 h 81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21861" h="811160">
                    <a:moveTo>
                      <a:pt x="54991" y="788728"/>
                    </a:moveTo>
                    <a:cubicBezTo>
                      <a:pt x="9747" y="750628"/>
                      <a:pt x="60547" y="604181"/>
                      <a:pt x="71659" y="562509"/>
                    </a:cubicBezTo>
                    <a:cubicBezTo>
                      <a:pt x="82771" y="520837"/>
                      <a:pt x="111744" y="552587"/>
                      <a:pt x="121666" y="538696"/>
                    </a:cubicBezTo>
                    <a:cubicBezTo>
                      <a:pt x="131588" y="524805"/>
                      <a:pt x="139526" y="500596"/>
                      <a:pt x="131191" y="479165"/>
                    </a:cubicBezTo>
                    <a:cubicBezTo>
                      <a:pt x="122856" y="457734"/>
                      <a:pt x="83169" y="433128"/>
                      <a:pt x="71659" y="410109"/>
                    </a:cubicBezTo>
                    <a:cubicBezTo>
                      <a:pt x="60150" y="387090"/>
                      <a:pt x="72056" y="362881"/>
                      <a:pt x="62134" y="341053"/>
                    </a:cubicBezTo>
                    <a:cubicBezTo>
                      <a:pt x="52212" y="319225"/>
                      <a:pt x="20462" y="307318"/>
                      <a:pt x="12128" y="279140"/>
                    </a:cubicBezTo>
                    <a:cubicBezTo>
                      <a:pt x="3794" y="250962"/>
                      <a:pt x="14112" y="204131"/>
                      <a:pt x="12128" y="171984"/>
                    </a:cubicBezTo>
                    <a:cubicBezTo>
                      <a:pt x="10144" y="139837"/>
                      <a:pt x="-1762" y="109278"/>
                      <a:pt x="222" y="86259"/>
                    </a:cubicBezTo>
                    <a:cubicBezTo>
                      <a:pt x="2206" y="63240"/>
                      <a:pt x="10143" y="48158"/>
                      <a:pt x="24034" y="33871"/>
                    </a:cubicBezTo>
                    <a:cubicBezTo>
                      <a:pt x="37925" y="19583"/>
                      <a:pt x="31179" y="-3832"/>
                      <a:pt x="83566" y="534"/>
                    </a:cubicBezTo>
                    <a:cubicBezTo>
                      <a:pt x="135953" y="4900"/>
                      <a:pt x="282003" y="30696"/>
                      <a:pt x="338359" y="60065"/>
                    </a:cubicBezTo>
                    <a:cubicBezTo>
                      <a:pt x="394715" y="89434"/>
                      <a:pt x="418131" y="152537"/>
                      <a:pt x="421703" y="176746"/>
                    </a:cubicBezTo>
                    <a:cubicBezTo>
                      <a:pt x="425275" y="200955"/>
                      <a:pt x="367332" y="199765"/>
                      <a:pt x="359791" y="205321"/>
                    </a:cubicBezTo>
                    <a:cubicBezTo>
                      <a:pt x="352250" y="210877"/>
                      <a:pt x="374872" y="198972"/>
                      <a:pt x="376459" y="210084"/>
                    </a:cubicBezTo>
                    <a:cubicBezTo>
                      <a:pt x="378046" y="221196"/>
                      <a:pt x="371300" y="243818"/>
                      <a:pt x="369316" y="271996"/>
                    </a:cubicBezTo>
                    <a:cubicBezTo>
                      <a:pt x="367332" y="300174"/>
                      <a:pt x="373284" y="364072"/>
                      <a:pt x="364553" y="379153"/>
                    </a:cubicBezTo>
                    <a:cubicBezTo>
                      <a:pt x="355822" y="394234"/>
                      <a:pt x="326850" y="356531"/>
                      <a:pt x="316928" y="362484"/>
                    </a:cubicBezTo>
                    <a:cubicBezTo>
                      <a:pt x="307006" y="368437"/>
                      <a:pt x="316134" y="397409"/>
                      <a:pt x="305022" y="414871"/>
                    </a:cubicBezTo>
                    <a:cubicBezTo>
                      <a:pt x="293910" y="432333"/>
                      <a:pt x="256206" y="453765"/>
                      <a:pt x="250253" y="467259"/>
                    </a:cubicBezTo>
                    <a:cubicBezTo>
                      <a:pt x="244300" y="480753"/>
                      <a:pt x="251047" y="474800"/>
                      <a:pt x="269303" y="495834"/>
                    </a:cubicBezTo>
                    <a:cubicBezTo>
                      <a:pt x="287559" y="516868"/>
                      <a:pt x="337169" y="562906"/>
                      <a:pt x="359791" y="593465"/>
                    </a:cubicBezTo>
                    <a:cubicBezTo>
                      <a:pt x="382413" y="624024"/>
                      <a:pt x="407812" y="646250"/>
                      <a:pt x="405034" y="679190"/>
                    </a:cubicBezTo>
                    <a:cubicBezTo>
                      <a:pt x="402256" y="712130"/>
                      <a:pt x="397891" y="773647"/>
                      <a:pt x="343122" y="791109"/>
                    </a:cubicBezTo>
                    <a:cubicBezTo>
                      <a:pt x="288353" y="808571"/>
                      <a:pt x="100235" y="826828"/>
                      <a:pt x="54991" y="788728"/>
                    </a:cubicBezTo>
                    <a:close/>
                  </a:path>
                </a:pathLst>
              </a:custGeom>
              <a:solidFill>
                <a:srgbClr val="7030A0">
                  <a:alpha val="50196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5CAC4050-429A-6D0C-FAB5-C97BB03EB5BB}"/>
                </a:ext>
              </a:extLst>
            </p:cNvPr>
            <p:cNvSpPr txBox="1"/>
            <p:nvPr/>
          </p:nvSpPr>
          <p:spPr>
            <a:xfrm>
              <a:off x="8780104" y="1301961"/>
              <a:ext cx="39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</a:p>
          </p:txBody>
        </p:sp>
      </p:grpSp>
      <p:pic>
        <p:nvPicPr>
          <p:cNvPr id="18" name="Google Shape;88;p1">
            <a:extLst>
              <a:ext uri="{FF2B5EF4-FFF2-40B4-BE49-F238E27FC236}">
                <a16:creationId xmlns:a16="http://schemas.microsoft.com/office/drawing/2014/main" id="{9049A5E6-31DD-3203-1D3D-3EBFB651A064}"/>
              </a:ext>
            </a:extLst>
          </p:cNvPr>
          <p:cNvPicPr preferRelativeResize="0"/>
          <p:nvPr/>
        </p:nvPicPr>
        <p:blipFill rotWithShape="1">
          <a:blip r:embed="rId15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799" b="90437" l="8974" r="86643">
                        <a14:foregroundMark x1="86694" y1="66234" x2="86694" y2="66234"/>
                        <a14:foregroundMark x1="40743" y1="90437" x2="40743" y2="90437"/>
                        <a14:foregroundMark x1="62352" y1="84652" x2="62352" y2="84652"/>
                        <a14:foregroundMark x1="62867" y1="84652" x2="62867" y2="84652"/>
                        <a14:foregroundMark x1="62867" y1="86305" x2="62867" y2="86305"/>
                        <a14:foregroundMark x1="62713" y1="85124" x2="62713" y2="85124"/>
                        <a14:foregroundMark x1="63899" y1="85832" x2="63899" y2="85832"/>
                        <a14:foregroundMark x1="61320" y1="85832" x2="62197" y2="85832"/>
                        <a14:foregroundMark x1="64260" y1="84298" x2="64260" y2="84298"/>
                        <a14:foregroundMark x1="65446" y1="81582" x2="65446" y2="81582"/>
                      </a14:backgroundRemoval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r="9853"/>
          <a:stretch/>
        </p:blipFill>
        <p:spPr>
          <a:xfrm flipH="1">
            <a:off x="4184557" y="2749263"/>
            <a:ext cx="3125034" cy="1474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88;p1">
            <a:extLst>
              <a:ext uri="{FF2B5EF4-FFF2-40B4-BE49-F238E27FC236}">
                <a16:creationId xmlns:a16="http://schemas.microsoft.com/office/drawing/2014/main" id="{2F1DEE9C-571E-F64A-589C-38AB5E466118}"/>
              </a:ext>
            </a:extLst>
          </p:cNvPr>
          <p:cNvPicPr preferRelativeResize="0"/>
          <p:nvPr/>
        </p:nvPicPr>
        <p:blipFill rotWithShape="1">
          <a:blip r:embed="rId17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799" b="90437" l="8974" r="86643">
                        <a14:foregroundMark x1="86694" y1="66234" x2="86694" y2="66234"/>
                        <a14:foregroundMark x1="40743" y1="90437" x2="40743" y2="90437"/>
                        <a14:foregroundMark x1="62352" y1="84652" x2="62352" y2="84652"/>
                        <a14:foregroundMark x1="62867" y1="84652" x2="62867" y2="84652"/>
                        <a14:foregroundMark x1="62867" y1="86305" x2="62867" y2="86305"/>
                        <a14:foregroundMark x1="62713" y1="85124" x2="62713" y2="85124"/>
                        <a14:foregroundMark x1="63899" y1="85832" x2="63899" y2="85832"/>
                        <a14:foregroundMark x1="61320" y1="85832" x2="62197" y2="85832"/>
                        <a14:foregroundMark x1="64260" y1="84298" x2="64260" y2="84298"/>
                        <a14:foregroundMark x1="65446" y1="81582" x2="65446" y2="81582"/>
                      </a14:backgroundRemoval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 r="9853"/>
          <a:stretch/>
        </p:blipFill>
        <p:spPr>
          <a:xfrm>
            <a:off x="6762555" y="2751705"/>
            <a:ext cx="3129258" cy="147722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0A684E0B-40CC-6498-7469-70E636B66601}"/>
              </a:ext>
            </a:extLst>
          </p:cNvPr>
          <p:cNvSpPr txBox="1"/>
          <p:nvPr/>
        </p:nvSpPr>
        <p:spPr>
          <a:xfrm>
            <a:off x="5982448" y="4268178"/>
            <a:ext cx="2148821" cy="408623"/>
          </a:xfrm>
          <a:prstGeom prst="roundRect">
            <a:avLst/>
          </a:prstGeom>
          <a:solidFill>
            <a:schemeClr val="tx2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2 SYMONES</a:t>
            </a:r>
            <a:endParaRPr lang="fr-FR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62992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_test">
  <a:themeElements>
    <a:clrScheme name="Personnalisé 2">
      <a:dk1>
        <a:srgbClr val="000047"/>
      </a:dk1>
      <a:lt1>
        <a:srgbClr val="E6007E"/>
      </a:lt1>
      <a:dk2>
        <a:srgbClr val="312783"/>
      </a:dk2>
      <a:lt2>
        <a:srgbClr val="000047"/>
      </a:lt2>
      <a:accent1>
        <a:srgbClr val="44BBC3"/>
      </a:accent1>
      <a:accent2>
        <a:srgbClr val="954F72"/>
      </a:accent2>
      <a:accent3>
        <a:srgbClr val="44546A"/>
      </a:accent3>
      <a:accent4>
        <a:srgbClr val="E6007E"/>
      </a:accent4>
      <a:accent5>
        <a:srgbClr val="5B9BD5"/>
      </a:accent5>
      <a:accent6>
        <a:srgbClr val="85C0FB"/>
      </a:accent6>
      <a:hlink>
        <a:srgbClr val="0563C1"/>
      </a:hlink>
      <a:folHlink>
        <a:srgbClr val="954F72"/>
      </a:folHlink>
    </a:clrScheme>
    <a:fontScheme name="Personnalisé 2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ersonnalisé 2">
    <a:dk1>
      <a:srgbClr val="000047"/>
    </a:dk1>
    <a:lt1>
      <a:srgbClr val="E6007E"/>
    </a:lt1>
    <a:dk2>
      <a:srgbClr val="312783"/>
    </a:dk2>
    <a:lt2>
      <a:srgbClr val="000047"/>
    </a:lt2>
    <a:accent1>
      <a:srgbClr val="44BBC3"/>
    </a:accent1>
    <a:accent2>
      <a:srgbClr val="954F72"/>
    </a:accent2>
    <a:accent3>
      <a:srgbClr val="44546A"/>
    </a:accent3>
    <a:accent4>
      <a:srgbClr val="E6007E"/>
    </a:accent4>
    <a:accent5>
      <a:srgbClr val="5B9BD5"/>
    </a:accent5>
    <a:accent6>
      <a:srgbClr val="85C0FB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1972</TotalTime>
  <Words>441</Words>
  <Application>Microsoft Office PowerPoint</Application>
  <PresentationFormat>Grand écran</PresentationFormat>
  <Paragraphs>356</Paragraphs>
  <Slides>13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Roboto</vt:lpstr>
      <vt:lpstr>Thème_test</vt:lpstr>
      <vt:lpstr>Schéma Route  21/02/2025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P1_Lenovo</dc:creator>
  <cp:lastModifiedBy>romain coispine</cp:lastModifiedBy>
  <cp:revision>32</cp:revision>
  <dcterms:created xsi:type="dcterms:W3CDTF">2025-01-30T12:33:19Z</dcterms:created>
  <dcterms:modified xsi:type="dcterms:W3CDTF">2025-02-21T14:38:09Z</dcterms:modified>
</cp:coreProperties>
</file>